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sldIdLst>
    <p:sldId id="256" r:id="rId2"/>
    <p:sldId id="257" r:id="rId3"/>
    <p:sldId id="258" r:id="rId4"/>
    <p:sldId id="259" r:id="rId5"/>
    <p:sldId id="260" r:id="rId6"/>
    <p:sldId id="266" r:id="rId7"/>
    <p:sldId id="261" r:id="rId8"/>
    <p:sldId id="262" r:id="rId9"/>
    <p:sldId id="263" r:id="rId10"/>
    <p:sldId id="264" r:id="rId11"/>
    <p:sldId id="265" r:id="rId12"/>
    <p:sldId id="267" r:id="rId13"/>
    <p:sldId id="268" r:id="rId14"/>
    <p:sldId id="270" r:id="rId15"/>
    <p:sldId id="269" r:id="rId16"/>
    <p:sldId id="271" r:id="rId17"/>
    <p:sldId id="272" r:id="rId18"/>
    <p:sldId id="273" r:id="rId19"/>
    <p:sldId id="278" r:id="rId20"/>
    <p:sldId id="274" r:id="rId21"/>
    <p:sldId id="279" r:id="rId22"/>
    <p:sldId id="280" r:id="rId23"/>
    <p:sldId id="281" r:id="rId24"/>
    <p:sldId id="275" r:id="rId25"/>
    <p:sldId id="277" r:id="rId26"/>
    <p:sldId id="276"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EEE9C90-ED8D-4FCE-8D82-1E92928E1B47}" v="915" dt="2022-09-21T22:52:45.12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2" d="100"/>
          <a:sy n="62" d="100"/>
        </p:scale>
        <p:origin x="804" y="56"/>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customXml" Target="../customXml/item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36" Type="http://schemas.openxmlformats.org/officeDocument/2006/relationships/customXml" Target="../customXml/item3.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 Id="rId35" Type="http://schemas.openxmlformats.org/officeDocument/2006/relationships/customXml" Target="../customXml/item2.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uline Smyth" userId="de5ce227-53e3-42c9-b7e0-2fb7785ba6f5" providerId="ADAL" clId="{8855E169-6DCC-4E24-9BF3-4FBAA60AB0A6}"/>
    <pc:docChg chg="custSel addSld delSld modSld">
      <pc:chgData name="Pauline Smyth" userId="de5ce227-53e3-42c9-b7e0-2fb7785ba6f5" providerId="ADAL" clId="{8855E169-6DCC-4E24-9BF3-4FBAA60AB0A6}" dt="2022-09-22T11:02:29.213" v="150" actId="47"/>
      <pc:docMkLst>
        <pc:docMk/>
      </pc:docMkLst>
      <pc:sldChg chg="delSp mod">
        <pc:chgData name="Pauline Smyth" userId="de5ce227-53e3-42c9-b7e0-2fb7785ba6f5" providerId="ADAL" clId="{8855E169-6DCC-4E24-9BF3-4FBAA60AB0A6}" dt="2022-09-08T10:59:13.874" v="34" actId="478"/>
        <pc:sldMkLst>
          <pc:docMk/>
          <pc:sldMk cId="1270892586" sldId="276"/>
        </pc:sldMkLst>
        <pc:picChg chg="del">
          <ac:chgData name="Pauline Smyth" userId="de5ce227-53e3-42c9-b7e0-2fb7785ba6f5" providerId="ADAL" clId="{8855E169-6DCC-4E24-9BF3-4FBAA60AB0A6}" dt="2022-09-08T10:59:13.874" v="34" actId="478"/>
          <ac:picMkLst>
            <pc:docMk/>
            <pc:sldMk cId="1270892586" sldId="276"/>
            <ac:picMk id="9" creationId="{90B6E2BD-7ECA-0652-89BD-90A8971DD2F9}"/>
          </ac:picMkLst>
        </pc:picChg>
      </pc:sldChg>
      <pc:sldChg chg="addSp delSp modSp add mod">
        <pc:chgData name="Pauline Smyth" userId="de5ce227-53e3-42c9-b7e0-2fb7785ba6f5" providerId="ADAL" clId="{8855E169-6DCC-4E24-9BF3-4FBAA60AB0A6}" dt="2022-09-08T10:59:24.724" v="35" actId="6549"/>
        <pc:sldMkLst>
          <pc:docMk/>
          <pc:sldMk cId="405437713" sldId="278"/>
        </pc:sldMkLst>
        <pc:spChg chg="add mod">
          <ac:chgData name="Pauline Smyth" userId="de5ce227-53e3-42c9-b7e0-2fb7785ba6f5" providerId="ADAL" clId="{8855E169-6DCC-4E24-9BF3-4FBAA60AB0A6}" dt="2022-09-08T10:59:24.724" v="35" actId="6549"/>
          <ac:spMkLst>
            <pc:docMk/>
            <pc:sldMk cId="405437713" sldId="278"/>
            <ac:spMk id="3" creationId="{A95CF2E1-4FEB-456F-92A8-8A583201AD5D}"/>
          </ac:spMkLst>
        </pc:spChg>
        <pc:spChg chg="del">
          <ac:chgData name="Pauline Smyth" userId="de5ce227-53e3-42c9-b7e0-2fb7785ba6f5" providerId="ADAL" clId="{8855E169-6DCC-4E24-9BF3-4FBAA60AB0A6}" dt="2022-09-08T10:06:04.286" v="5" actId="478"/>
          <ac:spMkLst>
            <pc:docMk/>
            <pc:sldMk cId="405437713" sldId="278"/>
            <ac:spMk id="10" creationId="{EC26985B-C902-2DAC-4A49-81DDCD9C33C9}"/>
          </ac:spMkLst>
        </pc:spChg>
        <pc:spChg chg="del">
          <ac:chgData name="Pauline Smyth" userId="de5ce227-53e3-42c9-b7e0-2fb7785ba6f5" providerId="ADAL" clId="{8855E169-6DCC-4E24-9BF3-4FBAA60AB0A6}" dt="2022-09-08T10:06:11.256" v="7" actId="478"/>
          <ac:spMkLst>
            <pc:docMk/>
            <pc:sldMk cId="405437713" sldId="278"/>
            <ac:spMk id="17" creationId="{AE49E7F9-C256-587B-AA3A-764854381316}"/>
          </ac:spMkLst>
        </pc:spChg>
        <pc:spChg chg="del">
          <ac:chgData name="Pauline Smyth" userId="de5ce227-53e3-42c9-b7e0-2fb7785ba6f5" providerId="ADAL" clId="{8855E169-6DCC-4E24-9BF3-4FBAA60AB0A6}" dt="2022-09-08T10:06:24.079" v="8" actId="478"/>
          <ac:spMkLst>
            <pc:docMk/>
            <pc:sldMk cId="405437713" sldId="278"/>
            <ac:spMk id="18" creationId="{742402FC-8CC4-419E-90CE-76CFCB3E94DC}"/>
          </ac:spMkLst>
        </pc:spChg>
        <pc:spChg chg="del mod">
          <ac:chgData name="Pauline Smyth" userId="de5ce227-53e3-42c9-b7e0-2fb7785ba6f5" providerId="ADAL" clId="{8855E169-6DCC-4E24-9BF3-4FBAA60AB0A6}" dt="2022-09-08T10:06:11.256" v="7" actId="478"/>
          <ac:spMkLst>
            <pc:docMk/>
            <pc:sldMk cId="405437713" sldId="278"/>
            <ac:spMk id="29" creationId="{4122D3BC-3292-F6BD-CFAE-FD2FC4952CF4}"/>
          </ac:spMkLst>
        </pc:spChg>
        <pc:graphicFrameChg chg="del">
          <ac:chgData name="Pauline Smyth" userId="de5ce227-53e3-42c9-b7e0-2fb7785ba6f5" providerId="ADAL" clId="{8855E169-6DCC-4E24-9BF3-4FBAA60AB0A6}" dt="2022-09-08T10:05:59.293" v="4" actId="478"/>
          <ac:graphicFrameMkLst>
            <pc:docMk/>
            <pc:sldMk cId="405437713" sldId="278"/>
            <ac:graphicFrameMk id="12" creationId="{8712635A-DB41-EA12-BFBA-F8BBB0822F34}"/>
          </ac:graphicFrameMkLst>
        </pc:graphicFrameChg>
        <pc:picChg chg="del">
          <ac:chgData name="Pauline Smyth" userId="de5ce227-53e3-42c9-b7e0-2fb7785ba6f5" providerId="ADAL" clId="{8855E169-6DCC-4E24-9BF3-4FBAA60AB0A6}" dt="2022-09-08T10:05:50.328" v="1" actId="478"/>
          <ac:picMkLst>
            <pc:docMk/>
            <pc:sldMk cId="405437713" sldId="278"/>
            <ac:picMk id="5" creationId="{3F095A9E-5DEE-C47B-4D5E-E483C2493E73}"/>
          </ac:picMkLst>
        </pc:picChg>
        <pc:picChg chg="del">
          <ac:chgData name="Pauline Smyth" userId="de5ce227-53e3-42c9-b7e0-2fb7785ba6f5" providerId="ADAL" clId="{8855E169-6DCC-4E24-9BF3-4FBAA60AB0A6}" dt="2022-09-08T10:05:52.309" v="2" actId="478"/>
          <ac:picMkLst>
            <pc:docMk/>
            <pc:sldMk cId="405437713" sldId="278"/>
            <ac:picMk id="7" creationId="{6423B919-66EF-D57B-12F7-D1B6E001663E}"/>
          </ac:picMkLst>
        </pc:picChg>
        <pc:picChg chg="del">
          <ac:chgData name="Pauline Smyth" userId="de5ce227-53e3-42c9-b7e0-2fb7785ba6f5" providerId="ADAL" clId="{8855E169-6DCC-4E24-9BF3-4FBAA60AB0A6}" dt="2022-09-08T10:06:11.256" v="7" actId="478"/>
          <ac:picMkLst>
            <pc:docMk/>
            <pc:sldMk cId="405437713" sldId="278"/>
            <ac:picMk id="24" creationId="{D201D239-6791-CA19-8A54-53E00CB92D6E}"/>
          </ac:picMkLst>
        </pc:picChg>
        <pc:picChg chg="del">
          <ac:chgData name="Pauline Smyth" userId="de5ce227-53e3-42c9-b7e0-2fb7785ba6f5" providerId="ADAL" clId="{8855E169-6DCC-4E24-9BF3-4FBAA60AB0A6}" dt="2022-09-08T10:06:11.256" v="7" actId="478"/>
          <ac:picMkLst>
            <pc:docMk/>
            <pc:sldMk cId="405437713" sldId="278"/>
            <ac:picMk id="26" creationId="{322D8FD1-EFC5-5F89-72CF-418812715B20}"/>
          </ac:picMkLst>
        </pc:picChg>
        <pc:cxnChg chg="del">
          <ac:chgData name="Pauline Smyth" userId="de5ce227-53e3-42c9-b7e0-2fb7785ba6f5" providerId="ADAL" clId="{8855E169-6DCC-4E24-9BF3-4FBAA60AB0A6}" dt="2022-09-08T10:05:54.361" v="3" actId="478"/>
          <ac:cxnSpMkLst>
            <pc:docMk/>
            <pc:sldMk cId="405437713" sldId="278"/>
            <ac:cxnSpMk id="9" creationId="{7BFBC0D5-8BC1-2E6F-6AFF-935BDD5EA1F0}"/>
          </ac:cxnSpMkLst>
        </pc:cxnChg>
        <pc:cxnChg chg="del">
          <ac:chgData name="Pauline Smyth" userId="de5ce227-53e3-42c9-b7e0-2fb7785ba6f5" providerId="ADAL" clId="{8855E169-6DCC-4E24-9BF3-4FBAA60AB0A6}" dt="2022-09-08T10:06:11.256" v="7" actId="478"/>
          <ac:cxnSpMkLst>
            <pc:docMk/>
            <pc:sldMk cId="405437713" sldId="278"/>
            <ac:cxnSpMk id="14" creationId="{177B51E8-6CB2-45A6-0899-3EACD4C87762}"/>
          </ac:cxnSpMkLst>
        </pc:cxnChg>
        <pc:cxnChg chg="del">
          <ac:chgData name="Pauline Smyth" userId="de5ce227-53e3-42c9-b7e0-2fb7785ba6f5" providerId="ADAL" clId="{8855E169-6DCC-4E24-9BF3-4FBAA60AB0A6}" dt="2022-09-08T10:06:11.256" v="7" actId="478"/>
          <ac:cxnSpMkLst>
            <pc:docMk/>
            <pc:sldMk cId="405437713" sldId="278"/>
            <ac:cxnSpMk id="16" creationId="{313A332A-BE1B-6790-14CD-87CC484F5979}"/>
          </ac:cxnSpMkLst>
        </pc:cxnChg>
        <pc:cxnChg chg="del">
          <ac:chgData name="Pauline Smyth" userId="de5ce227-53e3-42c9-b7e0-2fb7785ba6f5" providerId="ADAL" clId="{8855E169-6DCC-4E24-9BF3-4FBAA60AB0A6}" dt="2022-09-08T10:06:11.256" v="7" actId="478"/>
          <ac:cxnSpMkLst>
            <pc:docMk/>
            <pc:sldMk cId="405437713" sldId="278"/>
            <ac:cxnSpMk id="21" creationId="{76FAF6BE-0E71-FD7C-97A9-A45E81A2225F}"/>
          </ac:cxnSpMkLst>
        </pc:cxnChg>
      </pc:sldChg>
      <pc:sldChg chg="addSp delSp modSp add mod">
        <pc:chgData name="Pauline Smyth" userId="de5ce227-53e3-42c9-b7e0-2fb7785ba6f5" providerId="ADAL" clId="{8855E169-6DCC-4E24-9BF3-4FBAA60AB0A6}" dt="2022-09-08T11:07:06.340" v="71" actId="1076"/>
        <pc:sldMkLst>
          <pc:docMk/>
          <pc:sldMk cId="1253848804" sldId="279"/>
        </pc:sldMkLst>
        <pc:spChg chg="mod">
          <ac:chgData name="Pauline Smyth" userId="de5ce227-53e3-42c9-b7e0-2fb7785ba6f5" providerId="ADAL" clId="{8855E169-6DCC-4E24-9BF3-4FBAA60AB0A6}" dt="2022-09-08T11:00:12.303" v="63" actId="20577"/>
          <ac:spMkLst>
            <pc:docMk/>
            <pc:sldMk cId="1253848804" sldId="279"/>
            <ac:spMk id="2" creationId="{8298A45F-5681-E0C5-F35C-7EF83CE4062E}"/>
          </ac:spMkLst>
        </pc:spChg>
        <pc:spChg chg="del">
          <ac:chgData name="Pauline Smyth" userId="de5ce227-53e3-42c9-b7e0-2fb7785ba6f5" providerId="ADAL" clId="{8855E169-6DCC-4E24-9BF3-4FBAA60AB0A6}" dt="2022-09-08T11:00:26.726" v="66" actId="478"/>
          <ac:spMkLst>
            <pc:docMk/>
            <pc:sldMk cId="1253848804" sldId="279"/>
            <ac:spMk id="10" creationId="{EC26985B-C902-2DAC-4A49-81DDCD9C33C9}"/>
          </ac:spMkLst>
        </pc:spChg>
        <pc:spChg chg="del">
          <ac:chgData name="Pauline Smyth" userId="de5ce227-53e3-42c9-b7e0-2fb7785ba6f5" providerId="ADAL" clId="{8855E169-6DCC-4E24-9BF3-4FBAA60AB0A6}" dt="2022-09-08T11:00:33.639" v="68" actId="478"/>
          <ac:spMkLst>
            <pc:docMk/>
            <pc:sldMk cId="1253848804" sldId="279"/>
            <ac:spMk id="17" creationId="{AE49E7F9-C256-587B-AA3A-764854381316}"/>
          </ac:spMkLst>
        </pc:spChg>
        <pc:spChg chg="del">
          <ac:chgData name="Pauline Smyth" userId="de5ce227-53e3-42c9-b7e0-2fb7785ba6f5" providerId="ADAL" clId="{8855E169-6DCC-4E24-9BF3-4FBAA60AB0A6}" dt="2022-09-08T11:00:33.639" v="68" actId="478"/>
          <ac:spMkLst>
            <pc:docMk/>
            <pc:sldMk cId="1253848804" sldId="279"/>
            <ac:spMk id="18" creationId="{742402FC-8CC4-419E-90CE-76CFCB3E94DC}"/>
          </ac:spMkLst>
        </pc:spChg>
        <pc:graphicFrameChg chg="del">
          <ac:chgData name="Pauline Smyth" userId="de5ce227-53e3-42c9-b7e0-2fb7785ba6f5" providerId="ADAL" clId="{8855E169-6DCC-4E24-9BF3-4FBAA60AB0A6}" dt="2022-09-08T11:00:28.479" v="67" actId="478"/>
          <ac:graphicFrameMkLst>
            <pc:docMk/>
            <pc:sldMk cId="1253848804" sldId="279"/>
            <ac:graphicFrameMk id="12" creationId="{8712635A-DB41-EA12-BFBA-F8BBB0822F34}"/>
          </ac:graphicFrameMkLst>
        </pc:graphicFrameChg>
        <pc:picChg chg="del">
          <ac:chgData name="Pauline Smyth" userId="de5ce227-53e3-42c9-b7e0-2fb7785ba6f5" providerId="ADAL" clId="{8855E169-6DCC-4E24-9BF3-4FBAA60AB0A6}" dt="2022-09-08T11:00:33.639" v="68" actId="478"/>
          <ac:picMkLst>
            <pc:docMk/>
            <pc:sldMk cId="1253848804" sldId="279"/>
            <ac:picMk id="4" creationId="{5A3ED3E6-8B5D-CBC0-918D-38C3C7BF8F56}"/>
          </ac:picMkLst>
        </pc:picChg>
        <pc:picChg chg="del">
          <ac:chgData name="Pauline Smyth" userId="de5ce227-53e3-42c9-b7e0-2fb7785ba6f5" providerId="ADAL" clId="{8855E169-6DCC-4E24-9BF3-4FBAA60AB0A6}" dt="2022-09-08T11:00:20.142" v="64" actId="478"/>
          <ac:picMkLst>
            <pc:docMk/>
            <pc:sldMk cId="1253848804" sldId="279"/>
            <ac:picMk id="5" creationId="{3F095A9E-5DEE-C47B-4D5E-E483C2493E73}"/>
          </ac:picMkLst>
        </pc:picChg>
        <pc:picChg chg="add mod">
          <ac:chgData name="Pauline Smyth" userId="de5ce227-53e3-42c9-b7e0-2fb7785ba6f5" providerId="ADAL" clId="{8855E169-6DCC-4E24-9BF3-4FBAA60AB0A6}" dt="2022-09-08T11:07:06.340" v="71" actId="1076"/>
          <ac:picMkLst>
            <pc:docMk/>
            <pc:sldMk cId="1253848804" sldId="279"/>
            <ac:picMk id="6" creationId="{DB296BF4-5AE2-4AE8-A7FF-DE145A988216}"/>
          </ac:picMkLst>
        </pc:picChg>
        <pc:picChg chg="del">
          <ac:chgData name="Pauline Smyth" userId="de5ce227-53e3-42c9-b7e0-2fb7785ba6f5" providerId="ADAL" clId="{8855E169-6DCC-4E24-9BF3-4FBAA60AB0A6}" dt="2022-09-08T11:00:22.405" v="65" actId="478"/>
          <ac:picMkLst>
            <pc:docMk/>
            <pc:sldMk cId="1253848804" sldId="279"/>
            <ac:picMk id="7" creationId="{6423B919-66EF-D57B-12F7-D1B6E001663E}"/>
          </ac:picMkLst>
        </pc:picChg>
        <pc:picChg chg="del">
          <ac:chgData name="Pauline Smyth" userId="de5ce227-53e3-42c9-b7e0-2fb7785ba6f5" providerId="ADAL" clId="{8855E169-6DCC-4E24-9BF3-4FBAA60AB0A6}" dt="2022-09-08T11:00:33.639" v="68" actId="478"/>
          <ac:picMkLst>
            <pc:docMk/>
            <pc:sldMk cId="1253848804" sldId="279"/>
            <ac:picMk id="8" creationId="{2B9B7DE2-C925-B38F-98D4-92919A719AF2}"/>
          </ac:picMkLst>
        </pc:picChg>
        <pc:cxnChg chg="del">
          <ac:chgData name="Pauline Smyth" userId="de5ce227-53e3-42c9-b7e0-2fb7785ba6f5" providerId="ADAL" clId="{8855E169-6DCC-4E24-9BF3-4FBAA60AB0A6}" dt="2022-09-08T11:00:36.955" v="69" actId="478"/>
          <ac:cxnSpMkLst>
            <pc:docMk/>
            <pc:sldMk cId="1253848804" sldId="279"/>
            <ac:cxnSpMk id="9" creationId="{7BFBC0D5-8BC1-2E6F-6AFF-935BDD5EA1F0}"/>
          </ac:cxnSpMkLst>
        </pc:cxnChg>
        <pc:cxnChg chg="del">
          <ac:chgData name="Pauline Smyth" userId="de5ce227-53e3-42c9-b7e0-2fb7785ba6f5" providerId="ADAL" clId="{8855E169-6DCC-4E24-9BF3-4FBAA60AB0A6}" dt="2022-09-08T11:00:33.639" v="68" actId="478"/>
          <ac:cxnSpMkLst>
            <pc:docMk/>
            <pc:sldMk cId="1253848804" sldId="279"/>
            <ac:cxnSpMk id="14" creationId="{177B51E8-6CB2-45A6-0899-3EACD4C87762}"/>
          </ac:cxnSpMkLst>
        </pc:cxnChg>
        <pc:cxnChg chg="del">
          <ac:chgData name="Pauline Smyth" userId="de5ce227-53e3-42c9-b7e0-2fb7785ba6f5" providerId="ADAL" clId="{8855E169-6DCC-4E24-9BF3-4FBAA60AB0A6}" dt="2022-09-08T11:00:33.639" v="68" actId="478"/>
          <ac:cxnSpMkLst>
            <pc:docMk/>
            <pc:sldMk cId="1253848804" sldId="279"/>
            <ac:cxnSpMk id="16" creationId="{313A332A-BE1B-6790-14CD-87CC484F5979}"/>
          </ac:cxnSpMkLst>
        </pc:cxnChg>
        <pc:cxnChg chg="del">
          <ac:chgData name="Pauline Smyth" userId="de5ce227-53e3-42c9-b7e0-2fb7785ba6f5" providerId="ADAL" clId="{8855E169-6DCC-4E24-9BF3-4FBAA60AB0A6}" dt="2022-09-08T11:00:33.639" v="68" actId="478"/>
          <ac:cxnSpMkLst>
            <pc:docMk/>
            <pc:sldMk cId="1253848804" sldId="279"/>
            <ac:cxnSpMk id="21" creationId="{76FAF6BE-0E71-FD7C-97A9-A45E81A2225F}"/>
          </ac:cxnSpMkLst>
        </pc:cxnChg>
      </pc:sldChg>
      <pc:sldChg chg="addSp delSp modSp add mod">
        <pc:chgData name="Pauline Smyth" userId="de5ce227-53e3-42c9-b7e0-2fb7785ba6f5" providerId="ADAL" clId="{8855E169-6DCC-4E24-9BF3-4FBAA60AB0A6}" dt="2022-09-08T11:09:04.413" v="81" actId="13822"/>
        <pc:sldMkLst>
          <pc:docMk/>
          <pc:sldMk cId="2318947672" sldId="280"/>
        </pc:sldMkLst>
        <pc:picChg chg="add mod">
          <ac:chgData name="Pauline Smyth" userId="de5ce227-53e3-42c9-b7e0-2fb7785ba6f5" providerId="ADAL" clId="{8855E169-6DCC-4E24-9BF3-4FBAA60AB0A6}" dt="2022-09-08T11:07:43.354" v="75" actId="1076"/>
          <ac:picMkLst>
            <pc:docMk/>
            <pc:sldMk cId="2318947672" sldId="280"/>
            <ac:picMk id="4" creationId="{429F15D4-6CAB-4F64-8CDA-AF39EBCCDC03}"/>
          </ac:picMkLst>
        </pc:picChg>
        <pc:picChg chg="del">
          <ac:chgData name="Pauline Smyth" userId="de5ce227-53e3-42c9-b7e0-2fb7785ba6f5" providerId="ADAL" clId="{8855E169-6DCC-4E24-9BF3-4FBAA60AB0A6}" dt="2022-09-08T11:07:20.892" v="73" actId="478"/>
          <ac:picMkLst>
            <pc:docMk/>
            <pc:sldMk cId="2318947672" sldId="280"/>
            <ac:picMk id="6" creationId="{DB296BF4-5AE2-4AE8-A7FF-DE145A988216}"/>
          </ac:picMkLst>
        </pc:picChg>
        <pc:picChg chg="add mod">
          <ac:chgData name="Pauline Smyth" userId="de5ce227-53e3-42c9-b7e0-2fb7785ba6f5" providerId="ADAL" clId="{8855E169-6DCC-4E24-9BF3-4FBAA60AB0A6}" dt="2022-09-08T11:08:23.409" v="78" actId="1076"/>
          <ac:picMkLst>
            <pc:docMk/>
            <pc:sldMk cId="2318947672" sldId="280"/>
            <ac:picMk id="7" creationId="{27CB4925-CA28-45D2-AB4C-3849C91FE6AB}"/>
          </ac:picMkLst>
        </pc:picChg>
        <pc:cxnChg chg="add mod">
          <ac:chgData name="Pauline Smyth" userId="de5ce227-53e3-42c9-b7e0-2fb7785ba6f5" providerId="ADAL" clId="{8855E169-6DCC-4E24-9BF3-4FBAA60AB0A6}" dt="2022-09-08T11:09:04.413" v="81" actId="13822"/>
          <ac:cxnSpMkLst>
            <pc:docMk/>
            <pc:sldMk cId="2318947672" sldId="280"/>
            <ac:cxnSpMk id="9" creationId="{EE2E91CC-7E61-4E29-A5D8-EF7ED265AAEB}"/>
          </ac:cxnSpMkLst>
        </pc:cxnChg>
      </pc:sldChg>
      <pc:sldChg chg="addSp delSp modSp add mod">
        <pc:chgData name="Pauline Smyth" userId="de5ce227-53e3-42c9-b7e0-2fb7785ba6f5" providerId="ADAL" clId="{8855E169-6DCC-4E24-9BF3-4FBAA60AB0A6}" dt="2022-09-08T11:15:10.602" v="146" actId="20577"/>
        <pc:sldMkLst>
          <pc:docMk/>
          <pc:sldMk cId="2098724178" sldId="281"/>
        </pc:sldMkLst>
        <pc:spChg chg="add mod">
          <ac:chgData name="Pauline Smyth" userId="de5ce227-53e3-42c9-b7e0-2fb7785ba6f5" providerId="ADAL" clId="{8855E169-6DCC-4E24-9BF3-4FBAA60AB0A6}" dt="2022-09-08T11:15:10.602" v="146" actId="20577"/>
          <ac:spMkLst>
            <pc:docMk/>
            <pc:sldMk cId="2098724178" sldId="281"/>
            <ac:spMk id="3" creationId="{AA2C0340-5EA1-431C-B90E-0BA205F985D2}"/>
          </ac:spMkLst>
        </pc:spChg>
        <pc:picChg chg="del">
          <ac:chgData name="Pauline Smyth" userId="de5ce227-53e3-42c9-b7e0-2fb7785ba6f5" providerId="ADAL" clId="{8855E169-6DCC-4E24-9BF3-4FBAA60AB0A6}" dt="2022-09-08T11:10:01.284" v="83" actId="478"/>
          <ac:picMkLst>
            <pc:docMk/>
            <pc:sldMk cId="2098724178" sldId="281"/>
            <ac:picMk id="4" creationId="{429F15D4-6CAB-4F64-8CDA-AF39EBCCDC03}"/>
          </ac:picMkLst>
        </pc:picChg>
        <pc:picChg chg="del">
          <ac:chgData name="Pauline Smyth" userId="de5ce227-53e3-42c9-b7e0-2fb7785ba6f5" providerId="ADAL" clId="{8855E169-6DCC-4E24-9BF3-4FBAA60AB0A6}" dt="2022-09-08T11:10:03.497" v="84" actId="478"/>
          <ac:picMkLst>
            <pc:docMk/>
            <pc:sldMk cId="2098724178" sldId="281"/>
            <ac:picMk id="7" creationId="{27CB4925-CA28-45D2-AB4C-3849C91FE6AB}"/>
          </ac:picMkLst>
        </pc:picChg>
        <pc:cxnChg chg="del mod">
          <ac:chgData name="Pauline Smyth" userId="de5ce227-53e3-42c9-b7e0-2fb7785ba6f5" providerId="ADAL" clId="{8855E169-6DCC-4E24-9BF3-4FBAA60AB0A6}" dt="2022-09-08T11:12:24.712" v="85" actId="478"/>
          <ac:cxnSpMkLst>
            <pc:docMk/>
            <pc:sldMk cId="2098724178" sldId="281"/>
            <ac:cxnSpMk id="9" creationId="{EE2E91CC-7E61-4E29-A5D8-EF7ED265AAEB}"/>
          </ac:cxnSpMkLst>
        </pc:cxnChg>
      </pc:sldChg>
      <pc:sldChg chg="del">
        <pc:chgData name="Pauline Smyth" userId="de5ce227-53e3-42c9-b7e0-2fb7785ba6f5" providerId="ADAL" clId="{8855E169-6DCC-4E24-9BF3-4FBAA60AB0A6}" dt="2022-09-22T11:02:29.213" v="150" actId="47"/>
        <pc:sldMkLst>
          <pc:docMk/>
          <pc:sldMk cId="2128853610" sldId="282"/>
        </pc:sldMkLst>
      </pc:sldChg>
      <pc:sldChg chg="del">
        <pc:chgData name="Pauline Smyth" userId="de5ce227-53e3-42c9-b7e0-2fb7785ba6f5" providerId="ADAL" clId="{8855E169-6DCC-4E24-9BF3-4FBAA60AB0A6}" dt="2022-09-22T11:02:29.213" v="150" actId="47"/>
        <pc:sldMkLst>
          <pc:docMk/>
          <pc:sldMk cId="2120161410" sldId="283"/>
        </pc:sldMkLst>
      </pc:sldChg>
      <pc:sldChg chg="del">
        <pc:chgData name="Pauline Smyth" userId="de5ce227-53e3-42c9-b7e0-2fb7785ba6f5" providerId="ADAL" clId="{8855E169-6DCC-4E24-9BF3-4FBAA60AB0A6}" dt="2022-09-22T11:02:29.213" v="150" actId="47"/>
        <pc:sldMkLst>
          <pc:docMk/>
          <pc:sldMk cId="2329931918" sldId="284"/>
        </pc:sldMkLst>
      </pc:sldChg>
      <pc:sldChg chg="del">
        <pc:chgData name="Pauline Smyth" userId="de5ce227-53e3-42c9-b7e0-2fb7785ba6f5" providerId="ADAL" clId="{8855E169-6DCC-4E24-9BF3-4FBAA60AB0A6}" dt="2022-09-22T11:02:29.213" v="150" actId="47"/>
        <pc:sldMkLst>
          <pc:docMk/>
          <pc:sldMk cId="3878804334" sldId="285"/>
        </pc:sldMkLst>
      </pc:sldChg>
      <pc:sldChg chg="del">
        <pc:chgData name="Pauline Smyth" userId="de5ce227-53e3-42c9-b7e0-2fb7785ba6f5" providerId="ADAL" clId="{8855E169-6DCC-4E24-9BF3-4FBAA60AB0A6}" dt="2022-09-22T11:02:29.213" v="150" actId="47"/>
        <pc:sldMkLst>
          <pc:docMk/>
          <pc:sldMk cId="2494219119" sldId="286"/>
        </pc:sldMkLst>
      </pc:sldChg>
      <pc:sldChg chg="del">
        <pc:chgData name="Pauline Smyth" userId="de5ce227-53e3-42c9-b7e0-2fb7785ba6f5" providerId="ADAL" clId="{8855E169-6DCC-4E24-9BF3-4FBAA60AB0A6}" dt="2022-09-22T11:02:29.213" v="150" actId="47"/>
        <pc:sldMkLst>
          <pc:docMk/>
          <pc:sldMk cId="2217963579" sldId="287"/>
        </pc:sldMkLst>
      </pc:sldChg>
      <pc:sldChg chg="del">
        <pc:chgData name="Pauline Smyth" userId="de5ce227-53e3-42c9-b7e0-2fb7785ba6f5" providerId="ADAL" clId="{8855E169-6DCC-4E24-9BF3-4FBAA60AB0A6}" dt="2022-09-22T11:02:29.213" v="150" actId="47"/>
        <pc:sldMkLst>
          <pc:docMk/>
          <pc:sldMk cId="2050739113" sldId="288"/>
        </pc:sldMkLst>
      </pc:sldChg>
      <pc:sldChg chg="del">
        <pc:chgData name="Pauline Smyth" userId="de5ce227-53e3-42c9-b7e0-2fb7785ba6f5" providerId="ADAL" clId="{8855E169-6DCC-4E24-9BF3-4FBAA60AB0A6}" dt="2022-09-22T11:02:29.213" v="150" actId="47"/>
        <pc:sldMkLst>
          <pc:docMk/>
          <pc:sldMk cId="1540916841" sldId="289"/>
        </pc:sldMkLst>
      </pc:sldChg>
      <pc:sldChg chg="del">
        <pc:chgData name="Pauline Smyth" userId="de5ce227-53e3-42c9-b7e0-2fb7785ba6f5" providerId="ADAL" clId="{8855E169-6DCC-4E24-9BF3-4FBAA60AB0A6}" dt="2022-09-22T11:02:29.213" v="150" actId="47"/>
        <pc:sldMkLst>
          <pc:docMk/>
          <pc:sldMk cId="2517911161" sldId="290"/>
        </pc:sldMkLst>
      </pc:sldChg>
      <pc:sldChg chg="del">
        <pc:chgData name="Pauline Smyth" userId="de5ce227-53e3-42c9-b7e0-2fb7785ba6f5" providerId="ADAL" clId="{8855E169-6DCC-4E24-9BF3-4FBAA60AB0A6}" dt="2022-09-22T11:02:29.213" v="150" actId="47"/>
        <pc:sldMkLst>
          <pc:docMk/>
          <pc:sldMk cId="660399098" sldId="291"/>
        </pc:sldMkLst>
      </pc:sldChg>
      <pc:sldChg chg="del">
        <pc:chgData name="Pauline Smyth" userId="de5ce227-53e3-42c9-b7e0-2fb7785ba6f5" providerId="ADAL" clId="{8855E169-6DCC-4E24-9BF3-4FBAA60AB0A6}" dt="2022-09-22T11:02:29.213" v="150" actId="47"/>
        <pc:sldMkLst>
          <pc:docMk/>
          <pc:sldMk cId="1715101899" sldId="292"/>
        </pc:sldMkLst>
      </pc:sldChg>
      <pc:sldChg chg="del">
        <pc:chgData name="Pauline Smyth" userId="de5ce227-53e3-42c9-b7e0-2fb7785ba6f5" providerId="ADAL" clId="{8855E169-6DCC-4E24-9BF3-4FBAA60AB0A6}" dt="2022-09-22T11:02:29.213" v="150" actId="47"/>
        <pc:sldMkLst>
          <pc:docMk/>
          <pc:sldMk cId="1347115919" sldId="293"/>
        </pc:sldMkLst>
      </pc:sldChg>
      <pc:sldChg chg="del">
        <pc:chgData name="Pauline Smyth" userId="de5ce227-53e3-42c9-b7e0-2fb7785ba6f5" providerId="ADAL" clId="{8855E169-6DCC-4E24-9BF3-4FBAA60AB0A6}" dt="2022-09-22T11:02:29.213" v="150" actId="47"/>
        <pc:sldMkLst>
          <pc:docMk/>
          <pc:sldMk cId="1773148375" sldId="294"/>
        </pc:sldMkLst>
      </pc:sldChg>
      <pc:sldChg chg="del">
        <pc:chgData name="Pauline Smyth" userId="de5ce227-53e3-42c9-b7e0-2fb7785ba6f5" providerId="ADAL" clId="{8855E169-6DCC-4E24-9BF3-4FBAA60AB0A6}" dt="2022-09-22T11:02:29.213" v="150" actId="47"/>
        <pc:sldMkLst>
          <pc:docMk/>
          <pc:sldMk cId="3552688227" sldId="295"/>
        </pc:sldMkLst>
      </pc:sldChg>
      <pc:sldChg chg="del">
        <pc:chgData name="Pauline Smyth" userId="de5ce227-53e3-42c9-b7e0-2fb7785ba6f5" providerId="ADAL" clId="{8855E169-6DCC-4E24-9BF3-4FBAA60AB0A6}" dt="2022-09-22T11:02:29.213" v="150" actId="47"/>
        <pc:sldMkLst>
          <pc:docMk/>
          <pc:sldMk cId="998860125" sldId="296"/>
        </pc:sldMkLst>
      </pc:sldChg>
      <pc:sldChg chg="modSp del mod">
        <pc:chgData name="Pauline Smyth" userId="de5ce227-53e3-42c9-b7e0-2fb7785ba6f5" providerId="ADAL" clId="{8855E169-6DCC-4E24-9BF3-4FBAA60AB0A6}" dt="2022-09-22T11:02:29.213" v="150" actId="47"/>
        <pc:sldMkLst>
          <pc:docMk/>
          <pc:sldMk cId="3181990968" sldId="297"/>
        </pc:sldMkLst>
        <pc:spChg chg="mod">
          <ac:chgData name="Pauline Smyth" userId="de5ce227-53e3-42c9-b7e0-2fb7785ba6f5" providerId="ADAL" clId="{8855E169-6DCC-4E24-9BF3-4FBAA60AB0A6}" dt="2022-09-14T11:13:59.614" v="147" actId="20577"/>
          <ac:spMkLst>
            <pc:docMk/>
            <pc:sldMk cId="3181990968" sldId="297"/>
            <ac:spMk id="5" creationId="{9DF6F791-8A5E-0B8E-1582-60A36FCD309F}"/>
          </ac:spMkLst>
        </pc:spChg>
      </pc:sldChg>
      <pc:sldChg chg="del">
        <pc:chgData name="Pauline Smyth" userId="de5ce227-53e3-42c9-b7e0-2fb7785ba6f5" providerId="ADAL" clId="{8855E169-6DCC-4E24-9BF3-4FBAA60AB0A6}" dt="2022-09-22T11:02:29.213" v="150" actId="47"/>
        <pc:sldMkLst>
          <pc:docMk/>
          <pc:sldMk cId="140023862" sldId="298"/>
        </pc:sldMkLst>
      </pc:sldChg>
      <pc:sldChg chg="modSp del mod">
        <pc:chgData name="Pauline Smyth" userId="de5ce227-53e3-42c9-b7e0-2fb7785ba6f5" providerId="ADAL" clId="{8855E169-6DCC-4E24-9BF3-4FBAA60AB0A6}" dt="2022-09-22T11:02:29.213" v="150" actId="47"/>
        <pc:sldMkLst>
          <pc:docMk/>
          <pc:sldMk cId="362235148" sldId="299"/>
        </pc:sldMkLst>
        <pc:picChg chg="mod">
          <ac:chgData name="Pauline Smyth" userId="de5ce227-53e3-42c9-b7e0-2fb7785ba6f5" providerId="ADAL" clId="{8855E169-6DCC-4E24-9BF3-4FBAA60AB0A6}" dt="2022-09-15T10:11:11.212" v="149" actId="1076"/>
          <ac:picMkLst>
            <pc:docMk/>
            <pc:sldMk cId="362235148" sldId="299"/>
            <ac:picMk id="5" creationId="{402F2B48-D1C4-8EA8-B3B8-254E411028D6}"/>
          </ac:picMkLst>
        </pc:picChg>
      </pc:sldChg>
      <pc:sldChg chg="del">
        <pc:chgData name="Pauline Smyth" userId="de5ce227-53e3-42c9-b7e0-2fb7785ba6f5" providerId="ADAL" clId="{8855E169-6DCC-4E24-9BF3-4FBAA60AB0A6}" dt="2022-09-22T11:02:29.213" v="150" actId="47"/>
        <pc:sldMkLst>
          <pc:docMk/>
          <pc:sldMk cId="465516058" sldId="300"/>
        </pc:sldMkLst>
      </pc:sldChg>
      <pc:sldChg chg="del">
        <pc:chgData name="Pauline Smyth" userId="de5ce227-53e3-42c9-b7e0-2fb7785ba6f5" providerId="ADAL" clId="{8855E169-6DCC-4E24-9BF3-4FBAA60AB0A6}" dt="2022-09-22T11:02:29.213" v="150" actId="47"/>
        <pc:sldMkLst>
          <pc:docMk/>
          <pc:sldMk cId="2239939505" sldId="301"/>
        </pc:sldMkLst>
      </pc:sldChg>
      <pc:sldChg chg="del">
        <pc:chgData name="Pauline Smyth" userId="de5ce227-53e3-42c9-b7e0-2fb7785ba6f5" providerId="ADAL" clId="{8855E169-6DCC-4E24-9BF3-4FBAA60AB0A6}" dt="2022-09-22T11:02:29.213" v="150" actId="47"/>
        <pc:sldMkLst>
          <pc:docMk/>
          <pc:sldMk cId="1284199016" sldId="302"/>
        </pc:sldMkLst>
      </pc:sldChg>
      <pc:sldChg chg="del">
        <pc:chgData name="Pauline Smyth" userId="de5ce227-53e3-42c9-b7e0-2fb7785ba6f5" providerId="ADAL" clId="{8855E169-6DCC-4E24-9BF3-4FBAA60AB0A6}" dt="2022-09-22T11:02:29.213" v="150" actId="47"/>
        <pc:sldMkLst>
          <pc:docMk/>
          <pc:sldMk cId="441139956" sldId="303"/>
        </pc:sldMkLst>
      </pc:sldChg>
      <pc:sldChg chg="del">
        <pc:chgData name="Pauline Smyth" userId="de5ce227-53e3-42c9-b7e0-2fb7785ba6f5" providerId="ADAL" clId="{8855E169-6DCC-4E24-9BF3-4FBAA60AB0A6}" dt="2022-09-22T11:02:29.213" v="150" actId="47"/>
        <pc:sldMkLst>
          <pc:docMk/>
          <pc:sldMk cId="3230179847" sldId="304"/>
        </pc:sldMkLst>
      </pc:sldChg>
      <pc:sldChg chg="del">
        <pc:chgData name="Pauline Smyth" userId="de5ce227-53e3-42c9-b7e0-2fb7785ba6f5" providerId="ADAL" clId="{8855E169-6DCC-4E24-9BF3-4FBAA60AB0A6}" dt="2022-09-22T11:02:29.213" v="150" actId="47"/>
        <pc:sldMkLst>
          <pc:docMk/>
          <pc:sldMk cId="2585713771" sldId="305"/>
        </pc:sldMkLst>
      </pc:sldChg>
      <pc:sldChg chg="del">
        <pc:chgData name="Pauline Smyth" userId="de5ce227-53e3-42c9-b7e0-2fb7785ba6f5" providerId="ADAL" clId="{8855E169-6DCC-4E24-9BF3-4FBAA60AB0A6}" dt="2022-09-22T11:02:29.213" v="150" actId="47"/>
        <pc:sldMkLst>
          <pc:docMk/>
          <pc:sldMk cId="2080315413" sldId="306"/>
        </pc:sldMkLst>
      </pc:sldChg>
      <pc:sldChg chg="del">
        <pc:chgData name="Pauline Smyth" userId="de5ce227-53e3-42c9-b7e0-2fb7785ba6f5" providerId="ADAL" clId="{8855E169-6DCC-4E24-9BF3-4FBAA60AB0A6}" dt="2022-09-22T11:02:29.213" v="150" actId="47"/>
        <pc:sldMkLst>
          <pc:docMk/>
          <pc:sldMk cId="937586819" sldId="307"/>
        </pc:sldMkLst>
      </pc:sldChg>
      <pc:sldChg chg="del">
        <pc:chgData name="Pauline Smyth" userId="de5ce227-53e3-42c9-b7e0-2fb7785ba6f5" providerId="ADAL" clId="{8855E169-6DCC-4E24-9BF3-4FBAA60AB0A6}" dt="2022-09-22T11:02:29.213" v="150" actId="47"/>
        <pc:sldMkLst>
          <pc:docMk/>
          <pc:sldMk cId="710502935" sldId="308"/>
        </pc:sldMkLst>
      </pc:sldChg>
      <pc:sldChg chg="del">
        <pc:chgData name="Pauline Smyth" userId="de5ce227-53e3-42c9-b7e0-2fb7785ba6f5" providerId="ADAL" clId="{8855E169-6DCC-4E24-9BF3-4FBAA60AB0A6}" dt="2022-09-22T11:02:29.213" v="150" actId="47"/>
        <pc:sldMkLst>
          <pc:docMk/>
          <pc:sldMk cId="2323660272" sldId="309"/>
        </pc:sldMkLst>
      </pc:sldChg>
      <pc:sldChg chg="del">
        <pc:chgData name="Pauline Smyth" userId="de5ce227-53e3-42c9-b7e0-2fb7785ba6f5" providerId="ADAL" clId="{8855E169-6DCC-4E24-9BF3-4FBAA60AB0A6}" dt="2022-09-22T11:02:29.213" v="150" actId="47"/>
        <pc:sldMkLst>
          <pc:docMk/>
          <pc:sldMk cId="1980478140" sldId="310"/>
        </pc:sldMkLst>
      </pc:sldChg>
      <pc:sldChg chg="del">
        <pc:chgData name="Pauline Smyth" userId="de5ce227-53e3-42c9-b7e0-2fb7785ba6f5" providerId="ADAL" clId="{8855E169-6DCC-4E24-9BF3-4FBAA60AB0A6}" dt="2022-09-22T11:02:29.213" v="150" actId="47"/>
        <pc:sldMkLst>
          <pc:docMk/>
          <pc:sldMk cId="3134669258" sldId="311"/>
        </pc:sldMkLst>
      </pc:sldChg>
      <pc:sldChg chg="del">
        <pc:chgData name="Pauline Smyth" userId="de5ce227-53e3-42c9-b7e0-2fb7785ba6f5" providerId="ADAL" clId="{8855E169-6DCC-4E24-9BF3-4FBAA60AB0A6}" dt="2022-09-22T11:02:29.213" v="150" actId="47"/>
        <pc:sldMkLst>
          <pc:docMk/>
          <pc:sldMk cId="196963495" sldId="312"/>
        </pc:sldMkLst>
      </pc:sldChg>
      <pc:sldChg chg="del">
        <pc:chgData name="Pauline Smyth" userId="de5ce227-53e3-42c9-b7e0-2fb7785ba6f5" providerId="ADAL" clId="{8855E169-6DCC-4E24-9BF3-4FBAA60AB0A6}" dt="2022-09-22T11:02:29.213" v="150" actId="47"/>
        <pc:sldMkLst>
          <pc:docMk/>
          <pc:sldMk cId="2224379842" sldId="313"/>
        </pc:sldMkLst>
      </pc:sldChg>
      <pc:sldChg chg="del">
        <pc:chgData name="Pauline Smyth" userId="de5ce227-53e3-42c9-b7e0-2fb7785ba6f5" providerId="ADAL" clId="{8855E169-6DCC-4E24-9BF3-4FBAA60AB0A6}" dt="2022-09-22T11:02:29.213" v="150" actId="47"/>
        <pc:sldMkLst>
          <pc:docMk/>
          <pc:sldMk cId="278080181" sldId="314"/>
        </pc:sldMkLst>
      </pc:sldChg>
      <pc:sldChg chg="del">
        <pc:chgData name="Pauline Smyth" userId="de5ce227-53e3-42c9-b7e0-2fb7785ba6f5" providerId="ADAL" clId="{8855E169-6DCC-4E24-9BF3-4FBAA60AB0A6}" dt="2022-09-22T11:02:29.213" v="150" actId="47"/>
        <pc:sldMkLst>
          <pc:docMk/>
          <pc:sldMk cId="3572935620" sldId="315"/>
        </pc:sldMkLst>
      </pc:sldChg>
      <pc:sldChg chg="del">
        <pc:chgData name="Pauline Smyth" userId="de5ce227-53e3-42c9-b7e0-2fb7785ba6f5" providerId="ADAL" clId="{8855E169-6DCC-4E24-9BF3-4FBAA60AB0A6}" dt="2022-09-22T11:02:29.213" v="150" actId="47"/>
        <pc:sldMkLst>
          <pc:docMk/>
          <pc:sldMk cId="1822953068" sldId="316"/>
        </pc:sldMkLst>
      </pc:sldChg>
      <pc:sldChg chg="del">
        <pc:chgData name="Pauline Smyth" userId="de5ce227-53e3-42c9-b7e0-2fb7785ba6f5" providerId="ADAL" clId="{8855E169-6DCC-4E24-9BF3-4FBAA60AB0A6}" dt="2022-09-22T11:02:29.213" v="150" actId="47"/>
        <pc:sldMkLst>
          <pc:docMk/>
          <pc:sldMk cId="3716273849" sldId="317"/>
        </pc:sldMkLst>
      </pc:sldChg>
      <pc:sldChg chg="del">
        <pc:chgData name="Pauline Smyth" userId="de5ce227-53e3-42c9-b7e0-2fb7785ba6f5" providerId="ADAL" clId="{8855E169-6DCC-4E24-9BF3-4FBAA60AB0A6}" dt="2022-09-22T11:02:29.213" v="150" actId="47"/>
        <pc:sldMkLst>
          <pc:docMk/>
          <pc:sldMk cId="2038724971" sldId="318"/>
        </pc:sldMkLst>
      </pc:sldChg>
      <pc:sldChg chg="del">
        <pc:chgData name="Pauline Smyth" userId="de5ce227-53e3-42c9-b7e0-2fb7785ba6f5" providerId="ADAL" clId="{8855E169-6DCC-4E24-9BF3-4FBAA60AB0A6}" dt="2022-09-22T11:02:29.213" v="150" actId="47"/>
        <pc:sldMkLst>
          <pc:docMk/>
          <pc:sldMk cId="910818800" sldId="319"/>
        </pc:sldMkLst>
      </pc:sldChg>
      <pc:sldChg chg="del">
        <pc:chgData name="Pauline Smyth" userId="de5ce227-53e3-42c9-b7e0-2fb7785ba6f5" providerId="ADAL" clId="{8855E169-6DCC-4E24-9BF3-4FBAA60AB0A6}" dt="2022-09-22T11:02:29.213" v="150" actId="47"/>
        <pc:sldMkLst>
          <pc:docMk/>
          <pc:sldMk cId="2872033883" sldId="320"/>
        </pc:sldMkLst>
      </pc:sldChg>
      <pc:sldChg chg="del">
        <pc:chgData name="Pauline Smyth" userId="de5ce227-53e3-42c9-b7e0-2fb7785ba6f5" providerId="ADAL" clId="{8855E169-6DCC-4E24-9BF3-4FBAA60AB0A6}" dt="2022-09-22T11:02:29.213" v="150" actId="47"/>
        <pc:sldMkLst>
          <pc:docMk/>
          <pc:sldMk cId="3301290894" sldId="321"/>
        </pc:sldMkLst>
      </pc:sldChg>
      <pc:sldChg chg="del">
        <pc:chgData name="Pauline Smyth" userId="de5ce227-53e3-42c9-b7e0-2fb7785ba6f5" providerId="ADAL" clId="{8855E169-6DCC-4E24-9BF3-4FBAA60AB0A6}" dt="2022-09-22T11:02:29.213" v="150" actId="47"/>
        <pc:sldMkLst>
          <pc:docMk/>
          <pc:sldMk cId="2515098623" sldId="322"/>
        </pc:sldMkLst>
      </pc:sldChg>
      <pc:sldChg chg="del">
        <pc:chgData name="Pauline Smyth" userId="de5ce227-53e3-42c9-b7e0-2fb7785ba6f5" providerId="ADAL" clId="{8855E169-6DCC-4E24-9BF3-4FBAA60AB0A6}" dt="2022-09-22T11:02:29.213" v="150" actId="47"/>
        <pc:sldMkLst>
          <pc:docMk/>
          <pc:sldMk cId="2012183919" sldId="323"/>
        </pc:sldMkLst>
      </pc:sldChg>
      <pc:sldChg chg="del">
        <pc:chgData name="Pauline Smyth" userId="de5ce227-53e3-42c9-b7e0-2fb7785ba6f5" providerId="ADAL" clId="{8855E169-6DCC-4E24-9BF3-4FBAA60AB0A6}" dt="2022-09-22T11:02:29.213" v="150" actId="47"/>
        <pc:sldMkLst>
          <pc:docMk/>
          <pc:sldMk cId="4175950268" sldId="324"/>
        </pc:sldMkLst>
      </pc:sldChg>
      <pc:sldChg chg="del">
        <pc:chgData name="Pauline Smyth" userId="de5ce227-53e3-42c9-b7e0-2fb7785ba6f5" providerId="ADAL" clId="{8855E169-6DCC-4E24-9BF3-4FBAA60AB0A6}" dt="2022-09-22T11:02:29.213" v="150" actId="47"/>
        <pc:sldMkLst>
          <pc:docMk/>
          <pc:sldMk cId="2059989373" sldId="325"/>
        </pc:sldMkLst>
      </pc:sldChg>
      <pc:sldChg chg="del">
        <pc:chgData name="Pauline Smyth" userId="de5ce227-53e3-42c9-b7e0-2fb7785ba6f5" providerId="ADAL" clId="{8855E169-6DCC-4E24-9BF3-4FBAA60AB0A6}" dt="2022-09-22T11:02:29.213" v="150" actId="47"/>
        <pc:sldMkLst>
          <pc:docMk/>
          <pc:sldMk cId="4119840735" sldId="326"/>
        </pc:sldMkLst>
      </pc:sldChg>
      <pc:sldChg chg="del">
        <pc:chgData name="Pauline Smyth" userId="de5ce227-53e3-42c9-b7e0-2fb7785ba6f5" providerId="ADAL" clId="{8855E169-6DCC-4E24-9BF3-4FBAA60AB0A6}" dt="2022-09-22T11:02:29.213" v="150" actId="47"/>
        <pc:sldMkLst>
          <pc:docMk/>
          <pc:sldMk cId="4040580804" sldId="327"/>
        </pc:sldMkLst>
      </pc:sldChg>
      <pc:sldChg chg="del">
        <pc:chgData name="Pauline Smyth" userId="de5ce227-53e3-42c9-b7e0-2fb7785ba6f5" providerId="ADAL" clId="{8855E169-6DCC-4E24-9BF3-4FBAA60AB0A6}" dt="2022-09-22T11:02:29.213" v="150" actId="47"/>
        <pc:sldMkLst>
          <pc:docMk/>
          <pc:sldMk cId="3824853958" sldId="328"/>
        </pc:sldMkLst>
      </pc:sldChg>
      <pc:sldChg chg="del">
        <pc:chgData name="Pauline Smyth" userId="de5ce227-53e3-42c9-b7e0-2fb7785ba6f5" providerId="ADAL" clId="{8855E169-6DCC-4E24-9BF3-4FBAA60AB0A6}" dt="2022-09-22T11:02:29.213" v="150" actId="47"/>
        <pc:sldMkLst>
          <pc:docMk/>
          <pc:sldMk cId="1035103177" sldId="329"/>
        </pc:sldMkLst>
      </pc:sldChg>
      <pc:sldChg chg="del">
        <pc:chgData name="Pauline Smyth" userId="de5ce227-53e3-42c9-b7e0-2fb7785ba6f5" providerId="ADAL" clId="{8855E169-6DCC-4E24-9BF3-4FBAA60AB0A6}" dt="2022-09-22T11:02:29.213" v="150" actId="47"/>
        <pc:sldMkLst>
          <pc:docMk/>
          <pc:sldMk cId="2479505310" sldId="330"/>
        </pc:sldMkLst>
      </pc:sldChg>
      <pc:sldChg chg="del">
        <pc:chgData name="Pauline Smyth" userId="de5ce227-53e3-42c9-b7e0-2fb7785ba6f5" providerId="ADAL" clId="{8855E169-6DCC-4E24-9BF3-4FBAA60AB0A6}" dt="2022-09-22T11:02:29.213" v="150" actId="47"/>
        <pc:sldMkLst>
          <pc:docMk/>
          <pc:sldMk cId="1391511325" sldId="331"/>
        </pc:sldMkLst>
      </pc:sldChg>
      <pc:sldChg chg="del">
        <pc:chgData name="Pauline Smyth" userId="de5ce227-53e3-42c9-b7e0-2fb7785ba6f5" providerId="ADAL" clId="{8855E169-6DCC-4E24-9BF3-4FBAA60AB0A6}" dt="2022-09-22T11:02:29.213" v="150" actId="47"/>
        <pc:sldMkLst>
          <pc:docMk/>
          <pc:sldMk cId="3174003376" sldId="332"/>
        </pc:sldMkLst>
      </pc:sldChg>
      <pc:sldChg chg="del">
        <pc:chgData name="Pauline Smyth" userId="de5ce227-53e3-42c9-b7e0-2fb7785ba6f5" providerId="ADAL" clId="{8855E169-6DCC-4E24-9BF3-4FBAA60AB0A6}" dt="2022-09-22T11:02:29.213" v="150" actId="47"/>
        <pc:sldMkLst>
          <pc:docMk/>
          <pc:sldMk cId="2514875321" sldId="334"/>
        </pc:sldMkLst>
      </pc:sldChg>
      <pc:sldChg chg="del">
        <pc:chgData name="Pauline Smyth" userId="de5ce227-53e3-42c9-b7e0-2fb7785ba6f5" providerId="ADAL" clId="{8855E169-6DCC-4E24-9BF3-4FBAA60AB0A6}" dt="2022-09-22T11:02:29.213" v="150" actId="47"/>
        <pc:sldMkLst>
          <pc:docMk/>
          <pc:sldMk cId="2783399380" sldId="335"/>
        </pc:sldMkLst>
      </pc:sldChg>
      <pc:sldChg chg="del">
        <pc:chgData name="Pauline Smyth" userId="de5ce227-53e3-42c9-b7e0-2fb7785ba6f5" providerId="ADAL" clId="{8855E169-6DCC-4E24-9BF3-4FBAA60AB0A6}" dt="2022-09-22T11:02:29.213" v="150" actId="47"/>
        <pc:sldMkLst>
          <pc:docMk/>
          <pc:sldMk cId="3041219283" sldId="336"/>
        </pc:sldMkLst>
      </pc:sldChg>
      <pc:sldChg chg="del">
        <pc:chgData name="Pauline Smyth" userId="de5ce227-53e3-42c9-b7e0-2fb7785ba6f5" providerId="ADAL" clId="{8855E169-6DCC-4E24-9BF3-4FBAA60AB0A6}" dt="2022-09-22T11:02:29.213" v="150" actId="47"/>
        <pc:sldMkLst>
          <pc:docMk/>
          <pc:sldMk cId="1282491189" sldId="337"/>
        </pc:sldMkLst>
      </pc:sldChg>
      <pc:sldChg chg="del">
        <pc:chgData name="Pauline Smyth" userId="de5ce227-53e3-42c9-b7e0-2fb7785ba6f5" providerId="ADAL" clId="{8855E169-6DCC-4E24-9BF3-4FBAA60AB0A6}" dt="2022-09-22T11:02:29.213" v="150" actId="47"/>
        <pc:sldMkLst>
          <pc:docMk/>
          <pc:sldMk cId="1784121900" sldId="338"/>
        </pc:sldMkLst>
      </pc:sldChg>
      <pc:sldChg chg="del">
        <pc:chgData name="Pauline Smyth" userId="de5ce227-53e3-42c9-b7e0-2fb7785ba6f5" providerId="ADAL" clId="{8855E169-6DCC-4E24-9BF3-4FBAA60AB0A6}" dt="2022-09-22T11:02:29.213" v="150" actId="47"/>
        <pc:sldMkLst>
          <pc:docMk/>
          <pc:sldMk cId="2216750361" sldId="339"/>
        </pc:sldMkLst>
      </pc:sldChg>
    </pc:docChg>
  </pc:docChgLst>
  <pc:docChgLst>
    <pc:chgData name="Pauline Smyth" userId="de5ce227-53e3-42c9-b7e0-2fb7785ba6f5" providerId="ADAL" clId="{DEEE9C90-ED8D-4FCE-8D82-1E92928E1B47}"/>
    <pc:docChg chg="undo custSel addSld delSld modSld sldOrd">
      <pc:chgData name="Pauline Smyth" userId="de5ce227-53e3-42c9-b7e0-2fb7785ba6f5" providerId="ADAL" clId="{DEEE9C90-ED8D-4FCE-8D82-1E92928E1B47}" dt="2022-09-21T23:20:07.415" v="12871" actId="1076"/>
      <pc:docMkLst>
        <pc:docMk/>
      </pc:docMkLst>
      <pc:sldChg chg="addSp delSp modSp mod">
        <pc:chgData name="Pauline Smyth" userId="de5ce227-53e3-42c9-b7e0-2fb7785ba6f5" providerId="ADAL" clId="{DEEE9C90-ED8D-4FCE-8D82-1E92928E1B47}" dt="2022-09-07T18:32:21.851" v="412" actId="1076"/>
        <pc:sldMkLst>
          <pc:docMk/>
          <pc:sldMk cId="799609977" sldId="263"/>
        </pc:sldMkLst>
        <pc:spChg chg="mod">
          <ac:chgData name="Pauline Smyth" userId="de5ce227-53e3-42c9-b7e0-2fb7785ba6f5" providerId="ADAL" clId="{DEEE9C90-ED8D-4FCE-8D82-1E92928E1B47}" dt="2022-09-07T18:30:17.189" v="402" actId="14100"/>
          <ac:spMkLst>
            <pc:docMk/>
            <pc:sldMk cId="799609977" sldId="263"/>
            <ac:spMk id="3" creationId="{71E2503F-9A3A-5E3F-6CFB-DF9007CA500D}"/>
          </ac:spMkLst>
        </pc:spChg>
        <pc:spChg chg="add del mod">
          <ac:chgData name="Pauline Smyth" userId="de5ce227-53e3-42c9-b7e0-2fb7785ba6f5" providerId="ADAL" clId="{DEEE9C90-ED8D-4FCE-8D82-1E92928E1B47}" dt="2022-09-07T18:29:37.590" v="395"/>
          <ac:spMkLst>
            <pc:docMk/>
            <pc:sldMk cId="799609977" sldId="263"/>
            <ac:spMk id="4" creationId="{078E508F-0F52-6950-199A-FA420FDF231A}"/>
          </ac:spMkLst>
        </pc:spChg>
        <pc:picChg chg="add mod">
          <ac:chgData name="Pauline Smyth" userId="de5ce227-53e3-42c9-b7e0-2fb7785ba6f5" providerId="ADAL" clId="{DEEE9C90-ED8D-4FCE-8D82-1E92928E1B47}" dt="2022-09-07T18:32:21.851" v="412" actId="1076"/>
          <ac:picMkLst>
            <pc:docMk/>
            <pc:sldMk cId="799609977" sldId="263"/>
            <ac:picMk id="6" creationId="{B569D5EB-FCC6-5588-7203-1F43122D4CEB}"/>
          </ac:picMkLst>
        </pc:picChg>
        <pc:picChg chg="add mod">
          <ac:chgData name="Pauline Smyth" userId="de5ce227-53e3-42c9-b7e0-2fb7785ba6f5" providerId="ADAL" clId="{DEEE9C90-ED8D-4FCE-8D82-1E92928E1B47}" dt="2022-09-07T18:32:05.504" v="408" actId="1076"/>
          <ac:picMkLst>
            <pc:docMk/>
            <pc:sldMk cId="799609977" sldId="263"/>
            <ac:picMk id="8" creationId="{3C6BA9A2-2729-4F69-9363-5F6989A0D0FE}"/>
          </ac:picMkLst>
        </pc:picChg>
        <pc:picChg chg="mod">
          <ac:chgData name="Pauline Smyth" userId="de5ce227-53e3-42c9-b7e0-2fb7785ba6f5" providerId="ADAL" clId="{DEEE9C90-ED8D-4FCE-8D82-1E92928E1B47}" dt="2022-09-07T18:30:08.025" v="400" actId="1076"/>
          <ac:picMkLst>
            <pc:docMk/>
            <pc:sldMk cId="799609977" sldId="263"/>
            <ac:picMk id="9" creationId="{CDF34B5C-D956-274C-962C-604AEA2F3D1D}"/>
          </ac:picMkLst>
        </pc:picChg>
        <pc:picChg chg="mod">
          <ac:chgData name="Pauline Smyth" userId="de5ce227-53e3-42c9-b7e0-2fb7785ba6f5" providerId="ADAL" clId="{DEEE9C90-ED8D-4FCE-8D82-1E92928E1B47}" dt="2022-09-07T18:30:10.955" v="401" actId="1076"/>
          <ac:picMkLst>
            <pc:docMk/>
            <pc:sldMk cId="799609977" sldId="263"/>
            <ac:picMk id="11" creationId="{25B0F645-B5AB-6CB5-58F0-DE42DAE0F86D}"/>
          </ac:picMkLst>
        </pc:picChg>
        <pc:picChg chg="add mod">
          <ac:chgData name="Pauline Smyth" userId="de5ce227-53e3-42c9-b7e0-2fb7785ba6f5" providerId="ADAL" clId="{DEEE9C90-ED8D-4FCE-8D82-1E92928E1B47}" dt="2022-09-07T18:32:15.977" v="411" actId="1076"/>
          <ac:picMkLst>
            <pc:docMk/>
            <pc:sldMk cId="799609977" sldId="263"/>
            <ac:picMk id="12" creationId="{25969F5D-54BA-DE26-7B75-13B0F8F84002}"/>
          </ac:picMkLst>
        </pc:picChg>
      </pc:sldChg>
      <pc:sldChg chg="addSp delSp modSp add mod chgLayout">
        <pc:chgData name="Pauline Smyth" userId="de5ce227-53e3-42c9-b7e0-2fb7785ba6f5" providerId="ADAL" clId="{DEEE9C90-ED8D-4FCE-8D82-1E92928E1B47}" dt="2022-09-07T18:27:13.215" v="387" actId="1076"/>
        <pc:sldMkLst>
          <pc:docMk/>
          <pc:sldMk cId="2618173938" sldId="266"/>
        </pc:sldMkLst>
        <pc:spChg chg="add mod ord">
          <ac:chgData name="Pauline Smyth" userId="de5ce227-53e3-42c9-b7e0-2fb7785ba6f5" providerId="ADAL" clId="{DEEE9C90-ED8D-4FCE-8D82-1E92928E1B47}" dt="2022-09-06T22:25:58.038" v="31" actId="27636"/>
          <ac:spMkLst>
            <pc:docMk/>
            <pc:sldMk cId="2618173938" sldId="266"/>
            <ac:spMk id="2" creationId="{8C53AF33-3417-9CC5-D18C-C6730C2A4EFF}"/>
          </ac:spMkLst>
        </pc:spChg>
        <pc:spChg chg="mod ord">
          <ac:chgData name="Pauline Smyth" userId="de5ce227-53e3-42c9-b7e0-2fb7785ba6f5" providerId="ADAL" clId="{DEEE9C90-ED8D-4FCE-8D82-1E92928E1B47}" dt="2022-09-06T22:25:23.754" v="3" actId="700"/>
          <ac:spMkLst>
            <pc:docMk/>
            <pc:sldMk cId="2618173938" sldId="266"/>
            <ac:spMk id="3" creationId="{71E2503F-9A3A-5E3F-6CFB-DF9007CA500D}"/>
          </ac:spMkLst>
        </pc:spChg>
        <pc:picChg chg="add mod">
          <ac:chgData name="Pauline Smyth" userId="de5ce227-53e3-42c9-b7e0-2fb7785ba6f5" providerId="ADAL" clId="{DEEE9C90-ED8D-4FCE-8D82-1E92928E1B47}" dt="2022-09-07T18:27:13.215" v="387" actId="1076"/>
          <ac:picMkLst>
            <pc:docMk/>
            <pc:sldMk cId="2618173938" sldId="266"/>
            <ac:picMk id="5" creationId="{8AE95EE2-1AA7-9316-E5F0-DEB6729EFEF0}"/>
          </ac:picMkLst>
        </pc:picChg>
        <pc:picChg chg="del">
          <ac:chgData name="Pauline Smyth" userId="de5ce227-53e3-42c9-b7e0-2fb7785ba6f5" providerId="ADAL" clId="{DEEE9C90-ED8D-4FCE-8D82-1E92928E1B47}" dt="2022-09-06T22:25:18.515" v="2" actId="478"/>
          <ac:picMkLst>
            <pc:docMk/>
            <pc:sldMk cId="2618173938" sldId="266"/>
            <ac:picMk id="5" creationId="{9B32670A-6680-8B19-F948-ABFF8915155F}"/>
          </ac:picMkLst>
        </pc:picChg>
        <pc:picChg chg="add del mod">
          <ac:chgData name="Pauline Smyth" userId="de5ce227-53e3-42c9-b7e0-2fb7785ba6f5" providerId="ADAL" clId="{DEEE9C90-ED8D-4FCE-8D82-1E92928E1B47}" dt="2022-09-07T18:27:09.326" v="385" actId="478"/>
          <ac:picMkLst>
            <pc:docMk/>
            <pc:sldMk cId="2618173938" sldId="266"/>
            <ac:picMk id="6" creationId="{8CFDFB12-F7AA-E675-240E-3C2C1EC1C655}"/>
          </ac:picMkLst>
        </pc:picChg>
        <pc:picChg chg="del">
          <ac:chgData name="Pauline Smyth" userId="de5ce227-53e3-42c9-b7e0-2fb7785ba6f5" providerId="ADAL" clId="{DEEE9C90-ED8D-4FCE-8D82-1E92928E1B47}" dt="2022-09-06T22:23:36.762" v="1" actId="478"/>
          <ac:picMkLst>
            <pc:docMk/>
            <pc:sldMk cId="2618173938" sldId="266"/>
            <ac:picMk id="7" creationId="{090BF1E6-9330-F6D1-5268-C27B4664C5F6}"/>
          </ac:picMkLst>
        </pc:picChg>
      </pc:sldChg>
      <pc:sldChg chg="addSp delSp modSp add mod chgLayout">
        <pc:chgData name="Pauline Smyth" userId="de5ce227-53e3-42c9-b7e0-2fb7785ba6f5" providerId="ADAL" clId="{DEEE9C90-ED8D-4FCE-8D82-1E92928E1B47}" dt="2022-09-06T22:34:21.007" v="88" actId="1076"/>
        <pc:sldMkLst>
          <pc:docMk/>
          <pc:sldMk cId="2991143534" sldId="267"/>
        </pc:sldMkLst>
        <pc:spChg chg="mod ord">
          <ac:chgData name="Pauline Smyth" userId="de5ce227-53e3-42c9-b7e0-2fb7785ba6f5" providerId="ADAL" clId="{DEEE9C90-ED8D-4FCE-8D82-1E92928E1B47}" dt="2022-09-06T22:34:12.282" v="86" actId="1076"/>
          <ac:spMkLst>
            <pc:docMk/>
            <pc:sldMk cId="2991143534" sldId="267"/>
            <ac:spMk id="2" creationId="{8298A45F-5681-E0C5-F35C-7EF83CE4062E}"/>
          </ac:spMkLst>
        </pc:spChg>
        <pc:spChg chg="add mod ord">
          <ac:chgData name="Pauline Smyth" userId="de5ce227-53e3-42c9-b7e0-2fb7785ba6f5" providerId="ADAL" clId="{DEEE9C90-ED8D-4FCE-8D82-1E92928E1B47}" dt="2022-09-06T22:34:06.476" v="85" actId="2710"/>
          <ac:spMkLst>
            <pc:docMk/>
            <pc:sldMk cId="2991143534" sldId="267"/>
            <ac:spMk id="5" creationId="{055BEAED-5594-145D-5049-5091C0995CEC}"/>
          </ac:spMkLst>
        </pc:spChg>
        <pc:picChg chg="add del mod">
          <ac:chgData name="Pauline Smyth" userId="de5ce227-53e3-42c9-b7e0-2fb7785ba6f5" providerId="ADAL" clId="{DEEE9C90-ED8D-4FCE-8D82-1E92928E1B47}" dt="2022-09-06T22:32:05.267" v="67" actId="478"/>
          <ac:picMkLst>
            <pc:docMk/>
            <pc:sldMk cId="2991143534" sldId="267"/>
            <ac:picMk id="4" creationId="{8A4241B1-0F6E-3E40-412C-270AC4155A23}"/>
          </ac:picMkLst>
        </pc:picChg>
        <pc:picChg chg="add mod">
          <ac:chgData name="Pauline Smyth" userId="de5ce227-53e3-42c9-b7e0-2fb7785ba6f5" providerId="ADAL" clId="{DEEE9C90-ED8D-4FCE-8D82-1E92928E1B47}" dt="2022-09-06T22:34:21.007" v="88" actId="1076"/>
          <ac:picMkLst>
            <pc:docMk/>
            <pc:sldMk cId="2991143534" sldId="267"/>
            <ac:picMk id="7" creationId="{889CDBFF-F36B-0755-BCF0-FF7FE93C74C8}"/>
          </ac:picMkLst>
        </pc:picChg>
        <pc:picChg chg="del">
          <ac:chgData name="Pauline Smyth" userId="de5ce227-53e3-42c9-b7e0-2fb7785ba6f5" providerId="ADAL" clId="{DEEE9C90-ED8D-4FCE-8D82-1E92928E1B47}" dt="2022-09-06T22:30:24.794" v="33" actId="478"/>
          <ac:picMkLst>
            <pc:docMk/>
            <pc:sldMk cId="2991143534" sldId="267"/>
            <ac:picMk id="8" creationId="{8C9F8ECC-7110-053F-6F38-A784E6DEDDCE}"/>
          </ac:picMkLst>
        </pc:picChg>
        <pc:picChg chg="del">
          <ac:chgData name="Pauline Smyth" userId="de5ce227-53e3-42c9-b7e0-2fb7785ba6f5" providerId="ADAL" clId="{DEEE9C90-ED8D-4FCE-8D82-1E92928E1B47}" dt="2022-09-06T22:30:26.685" v="34" actId="478"/>
          <ac:picMkLst>
            <pc:docMk/>
            <pc:sldMk cId="2991143534" sldId="267"/>
            <ac:picMk id="10" creationId="{B6D49A78-8382-5645-8AF3-C428D4E8E363}"/>
          </ac:picMkLst>
        </pc:picChg>
      </pc:sldChg>
      <pc:sldChg chg="addSp delSp modSp add mod">
        <pc:chgData name="Pauline Smyth" userId="de5ce227-53e3-42c9-b7e0-2fb7785ba6f5" providerId="ADAL" clId="{DEEE9C90-ED8D-4FCE-8D82-1E92928E1B47}" dt="2022-09-06T22:45:30.605" v="147" actId="20577"/>
        <pc:sldMkLst>
          <pc:docMk/>
          <pc:sldMk cId="3791386647" sldId="268"/>
        </pc:sldMkLst>
        <pc:spChg chg="mod">
          <ac:chgData name="Pauline Smyth" userId="de5ce227-53e3-42c9-b7e0-2fb7785ba6f5" providerId="ADAL" clId="{DEEE9C90-ED8D-4FCE-8D82-1E92928E1B47}" dt="2022-09-06T22:45:30.605" v="147" actId="20577"/>
          <ac:spMkLst>
            <pc:docMk/>
            <pc:sldMk cId="3791386647" sldId="268"/>
            <ac:spMk id="2" creationId="{8298A45F-5681-E0C5-F35C-7EF83CE4062E}"/>
          </ac:spMkLst>
        </pc:spChg>
        <pc:picChg chg="del mod">
          <ac:chgData name="Pauline Smyth" userId="de5ce227-53e3-42c9-b7e0-2fb7785ba6f5" providerId="ADAL" clId="{DEEE9C90-ED8D-4FCE-8D82-1E92928E1B47}" dt="2022-09-06T22:36:27.142" v="91" actId="478"/>
          <ac:picMkLst>
            <pc:docMk/>
            <pc:sldMk cId="3791386647" sldId="268"/>
            <ac:picMk id="4" creationId="{8A4241B1-0F6E-3E40-412C-270AC4155A23}"/>
          </ac:picMkLst>
        </pc:picChg>
        <pc:picChg chg="add mod">
          <ac:chgData name="Pauline Smyth" userId="de5ce227-53e3-42c9-b7e0-2fb7785ba6f5" providerId="ADAL" clId="{DEEE9C90-ED8D-4FCE-8D82-1E92928E1B47}" dt="2022-09-06T22:36:36.413" v="94" actId="14100"/>
          <ac:picMkLst>
            <pc:docMk/>
            <pc:sldMk cId="3791386647" sldId="268"/>
            <ac:picMk id="5" creationId="{53EE4055-4EFE-CEAF-1D72-CF67C001E59B}"/>
          </ac:picMkLst>
        </pc:picChg>
      </pc:sldChg>
      <pc:sldChg chg="addSp delSp modSp add mod">
        <pc:chgData name="Pauline Smyth" userId="de5ce227-53e3-42c9-b7e0-2fb7785ba6f5" providerId="ADAL" clId="{DEEE9C90-ED8D-4FCE-8D82-1E92928E1B47}" dt="2022-09-06T22:54:36.732" v="384" actId="20577"/>
        <pc:sldMkLst>
          <pc:docMk/>
          <pc:sldMk cId="714178487" sldId="269"/>
        </pc:sldMkLst>
        <pc:spChg chg="mod">
          <ac:chgData name="Pauline Smyth" userId="de5ce227-53e3-42c9-b7e0-2fb7785ba6f5" providerId="ADAL" clId="{DEEE9C90-ED8D-4FCE-8D82-1E92928E1B47}" dt="2022-09-06T22:54:36.732" v="384" actId="20577"/>
          <ac:spMkLst>
            <pc:docMk/>
            <pc:sldMk cId="714178487" sldId="269"/>
            <ac:spMk id="2" creationId="{8298A45F-5681-E0C5-F35C-7EF83CE4062E}"/>
          </ac:spMkLst>
        </pc:spChg>
        <pc:spChg chg="add mod">
          <ac:chgData name="Pauline Smyth" userId="de5ce227-53e3-42c9-b7e0-2fb7785ba6f5" providerId="ADAL" clId="{DEEE9C90-ED8D-4FCE-8D82-1E92928E1B47}" dt="2022-09-06T22:54:32.147" v="383" actId="1076"/>
          <ac:spMkLst>
            <pc:docMk/>
            <pc:sldMk cId="714178487" sldId="269"/>
            <ac:spMk id="3" creationId="{D4A4DEFB-94EF-149E-59FD-F589C5F1E8FA}"/>
          </ac:spMkLst>
        </pc:spChg>
        <pc:spChg chg="add mod">
          <ac:chgData name="Pauline Smyth" userId="de5ce227-53e3-42c9-b7e0-2fb7785ba6f5" providerId="ADAL" clId="{DEEE9C90-ED8D-4FCE-8D82-1E92928E1B47}" dt="2022-09-06T22:54:26.282" v="382" actId="1076"/>
          <ac:spMkLst>
            <pc:docMk/>
            <pc:sldMk cId="714178487" sldId="269"/>
            <ac:spMk id="7" creationId="{2C40ED04-D62E-A6ED-7D3F-5FF6C971975D}"/>
          </ac:spMkLst>
        </pc:spChg>
        <pc:spChg chg="add mod">
          <ac:chgData name="Pauline Smyth" userId="de5ce227-53e3-42c9-b7e0-2fb7785ba6f5" providerId="ADAL" clId="{DEEE9C90-ED8D-4FCE-8D82-1E92928E1B47}" dt="2022-09-06T22:54:26.282" v="382" actId="1076"/>
          <ac:spMkLst>
            <pc:docMk/>
            <pc:sldMk cId="714178487" sldId="269"/>
            <ac:spMk id="10" creationId="{6A121D4D-02A1-E154-CA47-7EBFE80F1185}"/>
          </ac:spMkLst>
        </pc:spChg>
        <pc:spChg chg="add mod">
          <ac:chgData name="Pauline Smyth" userId="de5ce227-53e3-42c9-b7e0-2fb7785ba6f5" providerId="ADAL" clId="{DEEE9C90-ED8D-4FCE-8D82-1E92928E1B47}" dt="2022-09-06T22:54:26.282" v="382" actId="1076"/>
          <ac:spMkLst>
            <pc:docMk/>
            <pc:sldMk cId="714178487" sldId="269"/>
            <ac:spMk id="11" creationId="{D7700369-9040-23CB-1591-CB4AB5CE1232}"/>
          </ac:spMkLst>
        </pc:spChg>
        <pc:spChg chg="add mod">
          <ac:chgData name="Pauline Smyth" userId="de5ce227-53e3-42c9-b7e0-2fb7785ba6f5" providerId="ADAL" clId="{DEEE9C90-ED8D-4FCE-8D82-1E92928E1B47}" dt="2022-09-06T22:54:26.282" v="382" actId="1076"/>
          <ac:spMkLst>
            <pc:docMk/>
            <pc:sldMk cId="714178487" sldId="269"/>
            <ac:spMk id="12" creationId="{19832487-DEEE-9039-460D-A3B102A35B4B}"/>
          </ac:spMkLst>
        </pc:spChg>
        <pc:spChg chg="add mod">
          <ac:chgData name="Pauline Smyth" userId="de5ce227-53e3-42c9-b7e0-2fb7785ba6f5" providerId="ADAL" clId="{DEEE9C90-ED8D-4FCE-8D82-1E92928E1B47}" dt="2022-09-06T22:54:26.282" v="382" actId="1076"/>
          <ac:spMkLst>
            <pc:docMk/>
            <pc:sldMk cId="714178487" sldId="269"/>
            <ac:spMk id="19" creationId="{1875492C-00DF-20AB-2609-E9F5434A73D9}"/>
          </ac:spMkLst>
        </pc:spChg>
        <pc:spChg chg="add mod">
          <ac:chgData name="Pauline Smyth" userId="de5ce227-53e3-42c9-b7e0-2fb7785ba6f5" providerId="ADAL" clId="{DEEE9C90-ED8D-4FCE-8D82-1E92928E1B47}" dt="2022-09-06T22:54:26.282" v="382" actId="1076"/>
          <ac:spMkLst>
            <pc:docMk/>
            <pc:sldMk cId="714178487" sldId="269"/>
            <ac:spMk id="20" creationId="{09E0DF90-1FBD-BE49-B68F-91D4D98BA569}"/>
          </ac:spMkLst>
        </pc:spChg>
        <pc:spChg chg="add mod">
          <ac:chgData name="Pauline Smyth" userId="de5ce227-53e3-42c9-b7e0-2fb7785ba6f5" providerId="ADAL" clId="{DEEE9C90-ED8D-4FCE-8D82-1E92928E1B47}" dt="2022-09-06T22:54:26.282" v="382" actId="1076"/>
          <ac:spMkLst>
            <pc:docMk/>
            <pc:sldMk cId="714178487" sldId="269"/>
            <ac:spMk id="21" creationId="{25FBE582-8DAA-3302-DC4E-5058BAFF2D9B}"/>
          </ac:spMkLst>
        </pc:spChg>
        <pc:spChg chg="add mod">
          <ac:chgData name="Pauline Smyth" userId="de5ce227-53e3-42c9-b7e0-2fb7785ba6f5" providerId="ADAL" clId="{DEEE9C90-ED8D-4FCE-8D82-1E92928E1B47}" dt="2022-09-06T22:54:26.282" v="382" actId="1076"/>
          <ac:spMkLst>
            <pc:docMk/>
            <pc:sldMk cId="714178487" sldId="269"/>
            <ac:spMk id="22" creationId="{76AAF1B0-61F7-FBDA-7A4D-C4D140DBC841}"/>
          </ac:spMkLst>
        </pc:spChg>
        <pc:picChg chg="del">
          <ac:chgData name="Pauline Smyth" userId="de5ce227-53e3-42c9-b7e0-2fb7785ba6f5" providerId="ADAL" clId="{DEEE9C90-ED8D-4FCE-8D82-1E92928E1B47}" dt="2022-09-06T22:37:09.355" v="132" actId="478"/>
          <ac:picMkLst>
            <pc:docMk/>
            <pc:sldMk cId="714178487" sldId="269"/>
            <ac:picMk id="5" creationId="{53EE4055-4EFE-CEAF-1D72-CF67C001E59B}"/>
          </ac:picMkLst>
        </pc:picChg>
        <pc:cxnChg chg="add mod">
          <ac:chgData name="Pauline Smyth" userId="de5ce227-53e3-42c9-b7e0-2fb7785ba6f5" providerId="ADAL" clId="{DEEE9C90-ED8D-4FCE-8D82-1E92928E1B47}" dt="2022-09-06T22:54:26.282" v="382" actId="1076"/>
          <ac:cxnSpMkLst>
            <pc:docMk/>
            <pc:sldMk cId="714178487" sldId="269"/>
            <ac:cxnSpMk id="6" creationId="{CD1F41F7-6D2B-0C23-3C79-6EF89F4F00AC}"/>
          </ac:cxnSpMkLst>
        </pc:cxnChg>
        <pc:cxnChg chg="add mod">
          <ac:chgData name="Pauline Smyth" userId="de5ce227-53e3-42c9-b7e0-2fb7785ba6f5" providerId="ADAL" clId="{DEEE9C90-ED8D-4FCE-8D82-1E92928E1B47}" dt="2022-09-06T22:54:26.282" v="382" actId="1076"/>
          <ac:cxnSpMkLst>
            <pc:docMk/>
            <pc:sldMk cId="714178487" sldId="269"/>
            <ac:cxnSpMk id="9" creationId="{0F8C567F-3F7A-64B1-0BF8-06ED6AA8AC6B}"/>
          </ac:cxnSpMkLst>
        </pc:cxnChg>
        <pc:cxnChg chg="add mod">
          <ac:chgData name="Pauline Smyth" userId="de5ce227-53e3-42c9-b7e0-2fb7785ba6f5" providerId="ADAL" clId="{DEEE9C90-ED8D-4FCE-8D82-1E92928E1B47}" dt="2022-09-06T22:54:26.282" v="382" actId="1076"/>
          <ac:cxnSpMkLst>
            <pc:docMk/>
            <pc:sldMk cId="714178487" sldId="269"/>
            <ac:cxnSpMk id="15" creationId="{3F89EB03-985E-FC4F-DDD1-900C79AC4C6E}"/>
          </ac:cxnSpMkLst>
        </pc:cxnChg>
        <pc:cxnChg chg="add mod">
          <ac:chgData name="Pauline Smyth" userId="de5ce227-53e3-42c9-b7e0-2fb7785ba6f5" providerId="ADAL" clId="{DEEE9C90-ED8D-4FCE-8D82-1E92928E1B47}" dt="2022-09-06T22:54:26.282" v="382" actId="1076"/>
          <ac:cxnSpMkLst>
            <pc:docMk/>
            <pc:sldMk cId="714178487" sldId="269"/>
            <ac:cxnSpMk id="18" creationId="{86478CE0-7D99-A4C9-E5A8-6AF80921EB4A}"/>
          </ac:cxnSpMkLst>
        </pc:cxnChg>
      </pc:sldChg>
      <pc:sldChg chg="addSp delSp modSp add mod">
        <pc:chgData name="Pauline Smyth" userId="de5ce227-53e3-42c9-b7e0-2fb7785ba6f5" providerId="ADAL" clId="{DEEE9C90-ED8D-4FCE-8D82-1E92928E1B47}" dt="2022-09-06T22:46:14.515" v="153" actId="14100"/>
        <pc:sldMkLst>
          <pc:docMk/>
          <pc:sldMk cId="2630722600" sldId="270"/>
        </pc:sldMkLst>
        <pc:spChg chg="mod">
          <ac:chgData name="Pauline Smyth" userId="de5ce227-53e3-42c9-b7e0-2fb7785ba6f5" providerId="ADAL" clId="{DEEE9C90-ED8D-4FCE-8D82-1E92928E1B47}" dt="2022-09-06T22:45:44.025" v="149" actId="20577"/>
          <ac:spMkLst>
            <pc:docMk/>
            <pc:sldMk cId="2630722600" sldId="270"/>
            <ac:spMk id="2" creationId="{8298A45F-5681-E0C5-F35C-7EF83CE4062E}"/>
          </ac:spMkLst>
        </pc:spChg>
        <pc:picChg chg="add mod">
          <ac:chgData name="Pauline Smyth" userId="de5ce227-53e3-42c9-b7e0-2fb7785ba6f5" providerId="ADAL" clId="{DEEE9C90-ED8D-4FCE-8D82-1E92928E1B47}" dt="2022-09-06T22:46:14.515" v="153" actId="14100"/>
          <ac:picMkLst>
            <pc:docMk/>
            <pc:sldMk cId="2630722600" sldId="270"/>
            <ac:picMk id="4" creationId="{9680C902-C8EC-5186-3B83-DA8F95457A8D}"/>
          </ac:picMkLst>
        </pc:picChg>
        <pc:picChg chg="del">
          <ac:chgData name="Pauline Smyth" userId="de5ce227-53e3-42c9-b7e0-2fb7785ba6f5" providerId="ADAL" clId="{DEEE9C90-ED8D-4FCE-8D82-1E92928E1B47}" dt="2022-09-06T22:46:07.764" v="150" actId="478"/>
          <ac:picMkLst>
            <pc:docMk/>
            <pc:sldMk cId="2630722600" sldId="270"/>
            <ac:picMk id="5" creationId="{53EE4055-4EFE-CEAF-1D72-CF67C001E59B}"/>
          </ac:picMkLst>
        </pc:picChg>
      </pc:sldChg>
      <pc:sldChg chg="addSp delSp modSp add mod">
        <pc:chgData name="Pauline Smyth" userId="de5ce227-53e3-42c9-b7e0-2fb7785ba6f5" providerId="ADAL" clId="{DEEE9C90-ED8D-4FCE-8D82-1E92928E1B47}" dt="2022-09-07T18:46:04.584" v="422" actId="14100"/>
        <pc:sldMkLst>
          <pc:docMk/>
          <pc:sldMk cId="2186055243" sldId="271"/>
        </pc:sldMkLst>
        <pc:spChg chg="mod">
          <ac:chgData name="Pauline Smyth" userId="de5ce227-53e3-42c9-b7e0-2fb7785ba6f5" providerId="ADAL" clId="{DEEE9C90-ED8D-4FCE-8D82-1E92928E1B47}" dt="2022-09-07T18:33:51.274" v="416" actId="20577"/>
          <ac:spMkLst>
            <pc:docMk/>
            <pc:sldMk cId="2186055243" sldId="271"/>
            <ac:spMk id="2" creationId="{8298A45F-5681-E0C5-F35C-7EF83CE4062E}"/>
          </ac:spMkLst>
        </pc:spChg>
        <pc:spChg chg="del">
          <ac:chgData name="Pauline Smyth" userId="de5ce227-53e3-42c9-b7e0-2fb7785ba6f5" providerId="ADAL" clId="{DEEE9C90-ED8D-4FCE-8D82-1E92928E1B47}" dt="2022-09-07T18:33:44.730" v="414" actId="478"/>
          <ac:spMkLst>
            <pc:docMk/>
            <pc:sldMk cId="2186055243" sldId="271"/>
            <ac:spMk id="3" creationId="{D4A4DEFB-94EF-149E-59FD-F589C5F1E8FA}"/>
          </ac:spMkLst>
        </pc:spChg>
        <pc:spChg chg="del">
          <ac:chgData name="Pauline Smyth" userId="de5ce227-53e3-42c9-b7e0-2fb7785ba6f5" providerId="ADAL" clId="{DEEE9C90-ED8D-4FCE-8D82-1E92928E1B47}" dt="2022-09-07T18:33:44.730" v="414" actId="478"/>
          <ac:spMkLst>
            <pc:docMk/>
            <pc:sldMk cId="2186055243" sldId="271"/>
            <ac:spMk id="7" creationId="{2C40ED04-D62E-A6ED-7D3F-5FF6C971975D}"/>
          </ac:spMkLst>
        </pc:spChg>
        <pc:spChg chg="del">
          <ac:chgData name="Pauline Smyth" userId="de5ce227-53e3-42c9-b7e0-2fb7785ba6f5" providerId="ADAL" clId="{DEEE9C90-ED8D-4FCE-8D82-1E92928E1B47}" dt="2022-09-07T18:33:44.730" v="414" actId="478"/>
          <ac:spMkLst>
            <pc:docMk/>
            <pc:sldMk cId="2186055243" sldId="271"/>
            <ac:spMk id="10" creationId="{6A121D4D-02A1-E154-CA47-7EBFE80F1185}"/>
          </ac:spMkLst>
        </pc:spChg>
        <pc:spChg chg="del">
          <ac:chgData name="Pauline Smyth" userId="de5ce227-53e3-42c9-b7e0-2fb7785ba6f5" providerId="ADAL" clId="{DEEE9C90-ED8D-4FCE-8D82-1E92928E1B47}" dt="2022-09-07T18:33:44.730" v="414" actId="478"/>
          <ac:spMkLst>
            <pc:docMk/>
            <pc:sldMk cId="2186055243" sldId="271"/>
            <ac:spMk id="11" creationId="{D7700369-9040-23CB-1591-CB4AB5CE1232}"/>
          </ac:spMkLst>
        </pc:spChg>
        <pc:spChg chg="del">
          <ac:chgData name="Pauline Smyth" userId="de5ce227-53e3-42c9-b7e0-2fb7785ba6f5" providerId="ADAL" clId="{DEEE9C90-ED8D-4FCE-8D82-1E92928E1B47}" dt="2022-09-07T18:33:44.730" v="414" actId="478"/>
          <ac:spMkLst>
            <pc:docMk/>
            <pc:sldMk cId="2186055243" sldId="271"/>
            <ac:spMk id="12" creationId="{19832487-DEEE-9039-460D-A3B102A35B4B}"/>
          </ac:spMkLst>
        </pc:spChg>
        <pc:spChg chg="del">
          <ac:chgData name="Pauline Smyth" userId="de5ce227-53e3-42c9-b7e0-2fb7785ba6f5" providerId="ADAL" clId="{DEEE9C90-ED8D-4FCE-8D82-1E92928E1B47}" dt="2022-09-07T18:33:44.730" v="414" actId="478"/>
          <ac:spMkLst>
            <pc:docMk/>
            <pc:sldMk cId="2186055243" sldId="271"/>
            <ac:spMk id="19" creationId="{1875492C-00DF-20AB-2609-E9F5434A73D9}"/>
          </ac:spMkLst>
        </pc:spChg>
        <pc:spChg chg="del">
          <ac:chgData name="Pauline Smyth" userId="de5ce227-53e3-42c9-b7e0-2fb7785ba6f5" providerId="ADAL" clId="{DEEE9C90-ED8D-4FCE-8D82-1E92928E1B47}" dt="2022-09-07T18:33:44.730" v="414" actId="478"/>
          <ac:spMkLst>
            <pc:docMk/>
            <pc:sldMk cId="2186055243" sldId="271"/>
            <ac:spMk id="20" creationId="{09E0DF90-1FBD-BE49-B68F-91D4D98BA569}"/>
          </ac:spMkLst>
        </pc:spChg>
        <pc:spChg chg="del">
          <ac:chgData name="Pauline Smyth" userId="de5ce227-53e3-42c9-b7e0-2fb7785ba6f5" providerId="ADAL" clId="{DEEE9C90-ED8D-4FCE-8D82-1E92928E1B47}" dt="2022-09-07T18:33:44.730" v="414" actId="478"/>
          <ac:spMkLst>
            <pc:docMk/>
            <pc:sldMk cId="2186055243" sldId="271"/>
            <ac:spMk id="21" creationId="{25FBE582-8DAA-3302-DC4E-5058BAFF2D9B}"/>
          </ac:spMkLst>
        </pc:spChg>
        <pc:spChg chg="del">
          <ac:chgData name="Pauline Smyth" userId="de5ce227-53e3-42c9-b7e0-2fb7785ba6f5" providerId="ADAL" clId="{DEEE9C90-ED8D-4FCE-8D82-1E92928E1B47}" dt="2022-09-07T18:33:44.730" v="414" actId="478"/>
          <ac:spMkLst>
            <pc:docMk/>
            <pc:sldMk cId="2186055243" sldId="271"/>
            <ac:spMk id="22" creationId="{76AAF1B0-61F7-FBDA-7A4D-C4D140DBC841}"/>
          </ac:spMkLst>
        </pc:spChg>
        <pc:picChg chg="add del mod">
          <ac:chgData name="Pauline Smyth" userId="de5ce227-53e3-42c9-b7e0-2fb7785ba6f5" providerId="ADAL" clId="{DEEE9C90-ED8D-4FCE-8D82-1E92928E1B47}" dt="2022-09-07T18:45:01.801" v="419" actId="478"/>
          <ac:picMkLst>
            <pc:docMk/>
            <pc:sldMk cId="2186055243" sldId="271"/>
            <ac:picMk id="5" creationId="{12F95B30-6C38-FBD7-42AB-E0340E53F887}"/>
          </ac:picMkLst>
        </pc:picChg>
        <pc:picChg chg="add mod">
          <ac:chgData name="Pauline Smyth" userId="de5ce227-53e3-42c9-b7e0-2fb7785ba6f5" providerId="ADAL" clId="{DEEE9C90-ED8D-4FCE-8D82-1E92928E1B47}" dt="2022-09-07T18:46:04.584" v="422" actId="14100"/>
          <ac:picMkLst>
            <pc:docMk/>
            <pc:sldMk cId="2186055243" sldId="271"/>
            <ac:picMk id="13" creationId="{29D6E453-5197-97DD-ABB9-1AC8AB5C31B4}"/>
          </ac:picMkLst>
        </pc:picChg>
        <pc:cxnChg chg="del">
          <ac:chgData name="Pauline Smyth" userId="de5ce227-53e3-42c9-b7e0-2fb7785ba6f5" providerId="ADAL" clId="{DEEE9C90-ED8D-4FCE-8D82-1E92928E1B47}" dt="2022-09-07T18:33:44.730" v="414" actId="478"/>
          <ac:cxnSpMkLst>
            <pc:docMk/>
            <pc:sldMk cId="2186055243" sldId="271"/>
            <ac:cxnSpMk id="6" creationId="{CD1F41F7-6D2B-0C23-3C79-6EF89F4F00AC}"/>
          </ac:cxnSpMkLst>
        </pc:cxnChg>
        <pc:cxnChg chg="del mod">
          <ac:chgData name="Pauline Smyth" userId="de5ce227-53e3-42c9-b7e0-2fb7785ba6f5" providerId="ADAL" clId="{DEEE9C90-ED8D-4FCE-8D82-1E92928E1B47}" dt="2022-09-07T18:33:44.730" v="414" actId="478"/>
          <ac:cxnSpMkLst>
            <pc:docMk/>
            <pc:sldMk cId="2186055243" sldId="271"/>
            <ac:cxnSpMk id="9" creationId="{0F8C567F-3F7A-64B1-0BF8-06ED6AA8AC6B}"/>
          </ac:cxnSpMkLst>
        </pc:cxnChg>
        <pc:cxnChg chg="del mod">
          <ac:chgData name="Pauline Smyth" userId="de5ce227-53e3-42c9-b7e0-2fb7785ba6f5" providerId="ADAL" clId="{DEEE9C90-ED8D-4FCE-8D82-1E92928E1B47}" dt="2022-09-07T18:33:44.730" v="414" actId="478"/>
          <ac:cxnSpMkLst>
            <pc:docMk/>
            <pc:sldMk cId="2186055243" sldId="271"/>
            <ac:cxnSpMk id="15" creationId="{3F89EB03-985E-FC4F-DDD1-900C79AC4C6E}"/>
          </ac:cxnSpMkLst>
        </pc:cxnChg>
        <pc:cxnChg chg="del mod">
          <ac:chgData name="Pauline Smyth" userId="de5ce227-53e3-42c9-b7e0-2fb7785ba6f5" providerId="ADAL" clId="{DEEE9C90-ED8D-4FCE-8D82-1E92928E1B47}" dt="2022-09-07T18:33:44.730" v="414" actId="478"/>
          <ac:cxnSpMkLst>
            <pc:docMk/>
            <pc:sldMk cId="2186055243" sldId="271"/>
            <ac:cxnSpMk id="18" creationId="{86478CE0-7D99-A4C9-E5A8-6AF80921EB4A}"/>
          </ac:cxnSpMkLst>
        </pc:cxnChg>
      </pc:sldChg>
      <pc:sldChg chg="addSp delSp modSp add mod">
        <pc:chgData name="Pauline Smyth" userId="de5ce227-53e3-42c9-b7e0-2fb7785ba6f5" providerId="ADAL" clId="{DEEE9C90-ED8D-4FCE-8D82-1E92928E1B47}" dt="2022-09-07T21:48:51.597" v="455" actId="20577"/>
        <pc:sldMkLst>
          <pc:docMk/>
          <pc:sldMk cId="2572000733" sldId="272"/>
        </pc:sldMkLst>
        <pc:spChg chg="mod">
          <ac:chgData name="Pauline Smyth" userId="de5ce227-53e3-42c9-b7e0-2fb7785ba6f5" providerId="ADAL" clId="{DEEE9C90-ED8D-4FCE-8D82-1E92928E1B47}" dt="2022-09-07T21:48:51.597" v="455" actId="20577"/>
          <ac:spMkLst>
            <pc:docMk/>
            <pc:sldMk cId="2572000733" sldId="272"/>
            <ac:spMk id="2" creationId="{8298A45F-5681-E0C5-F35C-7EF83CE4062E}"/>
          </ac:spMkLst>
        </pc:spChg>
        <pc:picChg chg="add mod">
          <ac:chgData name="Pauline Smyth" userId="de5ce227-53e3-42c9-b7e0-2fb7785ba6f5" providerId="ADAL" clId="{DEEE9C90-ED8D-4FCE-8D82-1E92928E1B47}" dt="2022-09-07T21:48:33.817" v="428" actId="1076"/>
          <ac:picMkLst>
            <pc:docMk/>
            <pc:sldMk cId="2572000733" sldId="272"/>
            <ac:picMk id="4" creationId="{055A6A89-E6BB-3686-78FF-095480BB80C5}"/>
          </ac:picMkLst>
        </pc:picChg>
        <pc:picChg chg="del">
          <ac:chgData name="Pauline Smyth" userId="de5ce227-53e3-42c9-b7e0-2fb7785ba6f5" providerId="ADAL" clId="{DEEE9C90-ED8D-4FCE-8D82-1E92928E1B47}" dt="2022-09-07T21:48:26.085" v="424" actId="478"/>
          <ac:picMkLst>
            <pc:docMk/>
            <pc:sldMk cId="2572000733" sldId="272"/>
            <ac:picMk id="13" creationId="{29D6E453-5197-97DD-ABB9-1AC8AB5C31B4}"/>
          </ac:picMkLst>
        </pc:picChg>
      </pc:sldChg>
      <pc:sldChg chg="addSp delSp modSp add mod">
        <pc:chgData name="Pauline Smyth" userId="de5ce227-53e3-42c9-b7e0-2fb7785ba6f5" providerId="ADAL" clId="{DEEE9C90-ED8D-4FCE-8D82-1E92928E1B47}" dt="2022-09-07T22:05:02.984" v="700" actId="1076"/>
        <pc:sldMkLst>
          <pc:docMk/>
          <pc:sldMk cId="3062708562" sldId="273"/>
        </pc:sldMkLst>
        <pc:spChg chg="mod">
          <ac:chgData name="Pauline Smyth" userId="de5ce227-53e3-42c9-b7e0-2fb7785ba6f5" providerId="ADAL" clId="{DEEE9C90-ED8D-4FCE-8D82-1E92928E1B47}" dt="2022-09-07T21:50:58.673" v="482" actId="20577"/>
          <ac:spMkLst>
            <pc:docMk/>
            <pc:sldMk cId="3062708562" sldId="273"/>
            <ac:spMk id="2" creationId="{8298A45F-5681-E0C5-F35C-7EF83CE4062E}"/>
          </ac:spMkLst>
        </pc:spChg>
        <pc:spChg chg="add mod">
          <ac:chgData name="Pauline Smyth" userId="de5ce227-53e3-42c9-b7e0-2fb7785ba6f5" providerId="ADAL" clId="{DEEE9C90-ED8D-4FCE-8D82-1E92928E1B47}" dt="2022-09-07T21:54:38.887" v="570" actId="20577"/>
          <ac:spMkLst>
            <pc:docMk/>
            <pc:sldMk cId="3062708562" sldId="273"/>
            <ac:spMk id="10" creationId="{EC26985B-C902-2DAC-4A49-81DDCD9C33C9}"/>
          </ac:spMkLst>
        </pc:spChg>
        <pc:spChg chg="add mod">
          <ac:chgData name="Pauline Smyth" userId="de5ce227-53e3-42c9-b7e0-2fb7785ba6f5" providerId="ADAL" clId="{DEEE9C90-ED8D-4FCE-8D82-1E92928E1B47}" dt="2022-09-07T22:00:02.451" v="602" actId="1076"/>
          <ac:spMkLst>
            <pc:docMk/>
            <pc:sldMk cId="3062708562" sldId="273"/>
            <ac:spMk id="17" creationId="{AE49E7F9-C256-587B-AA3A-764854381316}"/>
          </ac:spMkLst>
        </pc:spChg>
        <pc:spChg chg="add mod">
          <ac:chgData name="Pauline Smyth" userId="de5ce227-53e3-42c9-b7e0-2fb7785ba6f5" providerId="ADAL" clId="{DEEE9C90-ED8D-4FCE-8D82-1E92928E1B47}" dt="2022-09-07T21:59:54.157" v="600" actId="1076"/>
          <ac:spMkLst>
            <pc:docMk/>
            <pc:sldMk cId="3062708562" sldId="273"/>
            <ac:spMk id="18" creationId="{742402FC-8CC4-419E-90CE-76CFCB3E94DC}"/>
          </ac:spMkLst>
        </pc:spChg>
        <pc:spChg chg="add mod">
          <ac:chgData name="Pauline Smyth" userId="de5ce227-53e3-42c9-b7e0-2fb7785ba6f5" providerId="ADAL" clId="{DEEE9C90-ED8D-4FCE-8D82-1E92928E1B47}" dt="2022-09-07T22:05:02.984" v="700" actId="1076"/>
          <ac:spMkLst>
            <pc:docMk/>
            <pc:sldMk cId="3062708562" sldId="273"/>
            <ac:spMk id="29" creationId="{4122D3BC-3292-F6BD-CFAE-FD2FC4952CF4}"/>
          </ac:spMkLst>
        </pc:spChg>
        <pc:graphicFrameChg chg="add del">
          <ac:chgData name="Pauline Smyth" userId="de5ce227-53e3-42c9-b7e0-2fb7785ba6f5" providerId="ADAL" clId="{DEEE9C90-ED8D-4FCE-8D82-1E92928E1B47}" dt="2022-09-07T21:55:28.708" v="572" actId="478"/>
          <ac:graphicFrameMkLst>
            <pc:docMk/>
            <pc:sldMk cId="3062708562" sldId="273"/>
            <ac:graphicFrameMk id="11" creationId="{35CB5FC6-55A1-D928-2F58-D9BF1CB3A067}"/>
          </ac:graphicFrameMkLst>
        </pc:graphicFrameChg>
        <pc:graphicFrameChg chg="add mod modGraphic">
          <ac:chgData name="Pauline Smyth" userId="de5ce227-53e3-42c9-b7e0-2fb7785ba6f5" providerId="ADAL" clId="{DEEE9C90-ED8D-4FCE-8D82-1E92928E1B47}" dt="2022-09-07T21:58:31.131" v="582" actId="1076"/>
          <ac:graphicFrameMkLst>
            <pc:docMk/>
            <pc:sldMk cId="3062708562" sldId="273"/>
            <ac:graphicFrameMk id="12" creationId="{8712635A-DB41-EA12-BFBA-F8BBB0822F34}"/>
          </ac:graphicFrameMkLst>
        </pc:graphicFrameChg>
        <pc:picChg chg="del">
          <ac:chgData name="Pauline Smyth" userId="de5ce227-53e3-42c9-b7e0-2fb7785ba6f5" providerId="ADAL" clId="{DEEE9C90-ED8D-4FCE-8D82-1E92928E1B47}" dt="2022-09-07T21:50:44.082" v="457" actId="478"/>
          <ac:picMkLst>
            <pc:docMk/>
            <pc:sldMk cId="3062708562" sldId="273"/>
            <ac:picMk id="4" creationId="{055A6A89-E6BB-3686-78FF-095480BB80C5}"/>
          </ac:picMkLst>
        </pc:picChg>
        <pc:picChg chg="add mod">
          <ac:chgData name="Pauline Smyth" userId="de5ce227-53e3-42c9-b7e0-2fb7785ba6f5" providerId="ADAL" clId="{DEEE9C90-ED8D-4FCE-8D82-1E92928E1B47}" dt="2022-09-07T21:52:52.558" v="485" actId="1076"/>
          <ac:picMkLst>
            <pc:docMk/>
            <pc:sldMk cId="3062708562" sldId="273"/>
            <ac:picMk id="5" creationId="{3F095A9E-5DEE-C47B-4D5E-E483C2493E73}"/>
          </ac:picMkLst>
        </pc:picChg>
        <pc:picChg chg="add mod">
          <ac:chgData name="Pauline Smyth" userId="de5ce227-53e3-42c9-b7e0-2fb7785ba6f5" providerId="ADAL" clId="{DEEE9C90-ED8D-4FCE-8D82-1E92928E1B47}" dt="2022-09-07T21:52:59.608" v="487" actId="1076"/>
          <ac:picMkLst>
            <pc:docMk/>
            <pc:sldMk cId="3062708562" sldId="273"/>
            <ac:picMk id="7" creationId="{6423B919-66EF-D57B-12F7-D1B6E001663E}"/>
          </ac:picMkLst>
        </pc:picChg>
        <pc:picChg chg="add del mod">
          <ac:chgData name="Pauline Smyth" userId="de5ce227-53e3-42c9-b7e0-2fb7785ba6f5" providerId="ADAL" clId="{DEEE9C90-ED8D-4FCE-8D82-1E92928E1B47}" dt="2022-09-07T22:03:36.446" v="611" actId="478"/>
          <ac:picMkLst>
            <pc:docMk/>
            <pc:sldMk cId="3062708562" sldId="273"/>
            <ac:picMk id="20" creationId="{74842F45-A340-B984-DF31-13407C70710B}"/>
          </ac:picMkLst>
        </pc:picChg>
        <pc:picChg chg="add mod">
          <ac:chgData name="Pauline Smyth" userId="de5ce227-53e3-42c9-b7e0-2fb7785ba6f5" providerId="ADAL" clId="{DEEE9C90-ED8D-4FCE-8D82-1E92928E1B47}" dt="2022-09-07T22:02:50.777" v="610" actId="1076"/>
          <ac:picMkLst>
            <pc:docMk/>
            <pc:sldMk cId="3062708562" sldId="273"/>
            <ac:picMk id="24" creationId="{D201D239-6791-CA19-8A54-53E00CB92D6E}"/>
          </ac:picMkLst>
        </pc:picChg>
        <pc:picChg chg="add mod">
          <ac:chgData name="Pauline Smyth" userId="de5ce227-53e3-42c9-b7e0-2fb7785ba6f5" providerId="ADAL" clId="{DEEE9C90-ED8D-4FCE-8D82-1E92928E1B47}" dt="2022-09-07T22:03:41.599" v="613" actId="1076"/>
          <ac:picMkLst>
            <pc:docMk/>
            <pc:sldMk cId="3062708562" sldId="273"/>
            <ac:picMk id="26" creationId="{322D8FD1-EFC5-5F89-72CF-418812715B20}"/>
          </ac:picMkLst>
        </pc:picChg>
        <pc:picChg chg="add del">
          <ac:chgData name="Pauline Smyth" userId="de5ce227-53e3-42c9-b7e0-2fb7785ba6f5" providerId="ADAL" clId="{DEEE9C90-ED8D-4FCE-8D82-1E92928E1B47}" dt="2022-09-07T22:03:51.977" v="615" actId="478"/>
          <ac:picMkLst>
            <pc:docMk/>
            <pc:sldMk cId="3062708562" sldId="273"/>
            <ac:picMk id="28" creationId="{6766834D-5117-5FB9-C315-DA08C8C44780}"/>
          </ac:picMkLst>
        </pc:picChg>
        <pc:cxnChg chg="add mod">
          <ac:chgData name="Pauline Smyth" userId="de5ce227-53e3-42c9-b7e0-2fb7785ba6f5" providerId="ADAL" clId="{DEEE9C90-ED8D-4FCE-8D82-1E92928E1B47}" dt="2022-09-07T21:53:40.463" v="489" actId="13822"/>
          <ac:cxnSpMkLst>
            <pc:docMk/>
            <pc:sldMk cId="3062708562" sldId="273"/>
            <ac:cxnSpMk id="9" creationId="{7BFBC0D5-8BC1-2E6F-6AFF-935BDD5EA1F0}"/>
          </ac:cxnSpMkLst>
        </pc:cxnChg>
        <pc:cxnChg chg="add mod">
          <ac:chgData name="Pauline Smyth" userId="de5ce227-53e3-42c9-b7e0-2fb7785ba6f5" providerId="ADAL" clId="{DEEE9C90-ED8D-4FCE-8D82-1E92928E1B47}" dt="2022-09-07T21:59:58.201" v="601" actId="1076"/>
          <ac:cxnSpMkLst>
            <pc:docMk/>
            <pc:sldMk cId="3062708562" sldId="273"/>
            <ac:cxnSpMk id="14" creationId="{177B51E8-6CB2-45A6-0899-3EACD4C87762}"/>
          </ac:cxnSpMkLst>
        </pc:cxnChg>
        <pc:cxnChg chg="add mod">
          <ac:chgData name="Pauline Smyth" userId="de5ce227-53e3-42c9-b7e0-2fb7785ba6f5" providerId="ADAL" clId="{DEEE9C90-ED8D-4FCE-8D82-1E92928E1B47}" dt="2022-09-07T21:58:36.729" v="584" actId="1076"/>
          <ac:cxnSpMkLst>
            <pc:docMk/>
            <pc:sldMk cId="3062708562" sldId="273"/>
            <ac:cxnSpMk id="16" creationId="{313A332A-BE1B-6790-14CD-87CC484F5979}"/>
          </ac:cxnSpMkLst>
        </pc:cxnChg>
        <pc:cxnChg chg="add mod">
          <ac:chgData name="Pauline Smyth" userId="de5ce227-53e3-42c9-b7e0-2fb7785ba6f5" providerId="ADAL" clId="{DEEE9C90-ED8D-4FCE-8D82-1E92928E1B47}" dt="2022-09-07T22:02:26.986" v="608" actId="1076"/>
          <ac:cxnSpMkLst>
            <pc:docMk/>
            <pc:sldMk cId="3062708562" sldId="273"/>
            <ac:cxnSpMk id="21" creationId="{76FAF6BE-0E71-FD7C-97A9-A45E81A2225F}"/>
          </ac:cxnSpMkLst>
        </pc:cxnChg>
      </pc:sldChg>
      <pc:sldChg chg="addSp delSp modSp add mod">
        <pc:chgData name="Pauline Smyth" userId="de5ce227-53e3-42c9-b7e0-2fb7785ba6f5" providerId="ADAL" clId="{DEEE9C90-ED8D-4FCE-8D82-1E92928E1B47}" dt="2022-09-07T22:08:41.002" v="708" actId="1076"/>
        <pc:sldMkLst>
          <pc:docMk/>
          <pc:sldMk cId="3848576877" sldId="274"/>
        </pc:sldMkLst>
        <pc:spChg chg="del">
          <ac:chgData name="Pauline Smyth" userId="de5ce227-53e3-42c9-b7e0-2fb7785ba6f5" providerId="ADAL" clId="{DEEE9C90-ED8D-4FCE-8D82-1E92928E1B47}" dt="2022-09-07T22:05:32.512" v="703" actId="478"/>
          <ac:spMkLst>
            <pc:docMk/>
            <pc:sldMk cId="3848576877" sldId="274"/>
            <ac:spMk id="29" creationId="{4122D3BC-3292-F6BD-CFAE-FD2FC4952CF4}"/>
          </ac:spMkLst>
        </pc:spChg>
        <pc:picChg chg="add mod">
          <ac:chgData name="Pauline Smyth" userId="de5ce227-53e3-42c9-b7e0-2fb7785ba6f5" providerId="ADAL" clId="{DEEE9C90-ED8D-4FCE-8D82-1E92928E1B47}" dt="2022-09-07T22:08:15.113" v="706" actId="1076"/>
          <ac:picMkLst>
            <pc:docMk/>
            <pc:sldMk cId="3848576877" sldId="274"/>
            <ac:picMk id="4" creationId="{5A3ED3E6-8B5D-CBC0-918D-38C3C7BF8F56}"/>
          </ac:picMkLst>
        </pc:picChg>
        <pc:picChg chg="add mod">
          <ac:chgData name="Pauline Smyth" userId="de5ce227-53e3-42c9-b7e0-2fb7785ba6f5" providerId="ADAL" clId="{DEEE9C90-ED8D-4FCE-8D82-1E92928E1B47}" dt="2022-09-07T22:08:41.002" v="708" actId="1076"/>
          <ac:picMkLst>
            <pc:docMk/>
            <pc:sldMk cId="3848576877" sldId="274"/>
            <ac:picMk id="8" creationId="{2B9B7DE2-C925-B38F-98D4-92919A719AF2}"/>
          </ac:picMkLst>
        </pc:picChg>
        <pc:picChg chg="del">
          <ac:chgData name="Pauline Smyth" userId="de5ce227-53e3-42c9-b7e0-2fb7785ba6f5" providerId="ADAL" clId="{DEEE9C90-ED8D-4FCE-8D82-1E92928E1B47}" dt="2022-09-07T22:05:35.531" v="704" actId="478"/>
          <ac:picMkLst>
            <pc:docMk/>
            <pc:sldMk cId="3848576877" sldId="274"/>
            <ac:picMk id="24" creationId="{D201D239-6791-CA19-8A54-53E00CB92D6E}"/>
          </ac:picMkLst>
        </pc:picChg>
        <pc:picChg chg="del">
          <ac:chgData name="Pauline Smyth" userId="de5ce227-53e3-42c9-b7e0-2fb7785ba6f5" providerId="ADAL" clId="{DEEE9C90-ED8D-4FCE-8D82-1E92928E1B47}" dt="2022-09-07T22:05:28.265" v="702" actId="478"/>
          <ac:picMkLst>
            <pc:docMk/>
            <pc:sldMk cId="3848576877" sldId="274"/>
            <ac:picMk id="26" creationId="{322D8FD1-EFC5-5F89-72CF-418812715B20}"/>
          </ac:picMkLst>
        </pc:picChg>
      </pc:sldChg>
      <pc:sldChg chg="addSp delSp modSp add mod modAnim">
        <pc:chgData name="Pauline Smyth" userId="de5ce227-53e3-42c9-b7e0-2fb7785ba6f5" providerId="ADAL" clId="{DEEE9C90-ED8D-4FCE-8D82-1E92928E1B47}" dt="2022-09-07T22:16:48.110" v="745"/>
        <pc:sldMkLst>
          <pc:docMk/>
          <pc:sldMk cId="2675879608" sldId="275"/>
        </pc:sldMkLst>
        <pc:spChg chg="mod">
          <ac:chgData name="Pauline Smyth" userId="de5ce227-53e3-42c9-b7e0-2fb7785ba6f5" providerId="ADAL" clId="{DEEE9C90-ED8D-4FCE-8D82-1E92928E1B47}" dt="2022-09-07T22:09:53.498" v="734" actId="20577"/>
          <ac:spMkLst>
            <pc:docMk/>
            <pc:sldMk cId="2675879608" sldId="275"/>
            <ac:spMk id="2" creationId="{8298A45F-5681-E0C5-F35C-7EF83CE4062E}"/>
          </ac:spMkLst>
        </pc:spChg>
        <pc:spChg chg="del">
          <ac:chgData name="Pauline Smyth" userId="de5ce227-53e3-42c9-b7e0-2fb7785ba6f5" providerId="ADAL" clId="{DEEE9C90-ED8D-4FCE-8D82-1E92928E1B47}" dt="2022-09-07T22:10:03.135" v="738" actId="478"/>
          <ac:spMkLst>
            <pc:docMk/>
            <pc:sldMk cId="2675879608" sldId="275"/>
            <ac:spMk id="10" creationId="{EC26985B-C902-2DAC-4A49-81DDCD9C33C9}"/>
          </ac:spMkLst>
        </pc:spChg>
        <pc:spChg chg="del">
          <ac:chgData name="Pauline Smyth" userId="de5ce227-53e3-42c9-b7e0-2fb7785ba6f5" providerId="ADAL" clId="{DEEE9C90-ED8D-4FCE-8D82-1E92928E1B47}" dt="2022-09-07T22:10:15.984" v="739" actId="478"/>
          <ac:spMkLst>
            <pc:docMk/>
            <pc:sldMk cId="2675879608" sldId="275"/>
            <ac:spMk id="17" creationId="{AE49E7F9-C256-587B-AA3A-764854381316}"/>
          </ac:spMkLst>
        </pc:spChg>
        <pc:spChg chg="del">
          <ac:chgData name="Pauline Smyth" userId="de5ce227-53e3-42c9-b7e0-2fb7785ba6f5" providerId="ADAL" clId="{DEEE9C90-ED8D-4FCE-8D82-1E92928E1B47}" dt="2022-09-07T22:10:15.984" v="739" actId="478"/>
          <ac:spMkLst>
            <pc:docMk/>
            <pc:sldMk cId="2675879608" sldId="275"/>
            <ac:spMk id="18" creationId="{742402FC-8CC4-419E-90CE-76CFCB3E94DC}"/>
          </ac:spMkLst>
        </pc:spChg>
        <pc:graphicFrameChg chg="del">
          <ac:chgData name="Pauline Smyth" userId="de5ce227-53e3-42c9-b7e0-2fb7785ba6f5" providerId="ADAL" clId="{DEEE9C90-ED8D-4FCE-8D82-1E92928E1B47}" dt="2022-09-07T22:10:15.984" v="739" actId="478"/>
          <ac:graphicFrameMkLst>
            <pc:docMk/>
            <pc:sldMk cId="2675879608" sldId="275"/>
            <ac:graphicFrameMk id="12" creationId="{8712635A-DB41-EA12-BFBA-F8BBB0822F34}"/>
          </ac:graphicFrameMkLst>
        </pc:graphicFrameChg>
        <pc:picChg chg="del">
          <ac:chgData name="Pauline Smyth" userId="de5ce227-53e3-42c9-b7e0-2fb7785ba6f5" providerId="ADAL" clId="{DEEE9C90-ED8D-4FCE-8D82-1E92928E1B47}" dt="2022-09-07T22:10:15.984" v="739" actId="478"/>
          <ac:picMkLst>
            <pc:docMk/>
            <pc:sldMk cId="2675879608" sldId="275"/>
            <ac:picMk id="4" creationId="{5A3ED3E6-8B5D-CBC0-918D-38C3C7BF8F56}"/>
          </ac:picMkLst>
        </pc:picChg>
        <pc:picChg chg="del">
          <ac:chgData name="Pauline Smyth" userId="de5ce227-53e3-42c9-b7e0-2fb7785ba6f5" providerId="ADAL" clId="{DEEE9C90-ED8D-4FCE-8D82-1E92928E1B47}" dt="2022-09-07T22:09:55.386" v="735" actId="478"/>
          <ac:picMkLst>
            <pc:docMk/>
            <pc:sldMk cId="2675879608" sldId="275"/>
            <ac:picMk id="5" creationId="{3F095A9E-5DEE-C47B-4D5E-E483C2493E73}"/>
          </ac:picMkLst>
        </pc:picChg>
        <pc:picChg chg="add mod">
          <ac:chgData name="Pauline Smyth" userId="de5ce227-53e3-42c9-b7e0-2fb7785ba6f5" providerId="ADAL" clId="{DEEE9C90-ED8D-4FCE-8D82-1E92928E1B47}" dt="2022-09-07T22:16:03.433" v="742" actId="1076"/>
          <ac:picMkLst>
            <pc:docMk/>
            <pc:sldMk cId="2675879608" sldId="275"/>
            <ac:picMk id="6" creationId="{5EC45565-52C2-F47D-CF33-60D14E6D5465}"/>
          </ac:picMkLst>
        </pc:picChg>
        <pc:picChg chg="del">
          <ac:chgData name="Pauline Smyth" userId="de5ce227-53e3-42c9-b7e0-2fb7785ba6f5" providerId="ADAL" clId="{DEEE9C90-ED8D-4FCE-8D82-1E92928E1B47}" dt="2022-09-07T22:09:59.329" v="737" actId="478"/>
          <ac:picMkLst>
            <pc:docMk/>
            <pc:sldMk cId="2675879608" sldId="275"/>
            <ac:picMk id="7" creationId="{6423B919-66EF-D57B-12F7-D1B6E001663E}"/>
          </ac:picMkLst>
        </pc:picChg>
        <pc:picChg chg="del">
          <ac:chgData name="Pauline Smyth" userId="de5ce227-53e3-42c9-b7e0-2fb7785ba6f5" providerId="ADAL" clId="{DEEE9C90-ED8D-4FCE-8D82-1E92928E1B47}" dt="2022-09-07T22:10:18.372" v="740" actId="478"/>
          <ac:picMkLst>
            <pc:docMk/>
            <pc:sldMk cId="2675879608" sldId="275"/>
            <ac:picMk id="8" creationId="{2B9B7DE2-C925-B38F-98D4-92919A719AF2}"/>
          </ac:picMkLst>
        </pc:picChg>
        <pc:picChg chg="add mod">
          <ac:chgData name="Pauline Smyth" userId="de5ce227-53e3-42c9-b7e0-2fb7785ba6f5" providerId="ADAL" clId="{DEEE9C90-ED8D-4FCE-8D82-1E92928E1B47}" dt="2022-09-07T22:16:35.647" v="744" actId="1076"/>
          <ac:picMkLst>
            <pc:docMk/>
            <pc:sldMk cId="2675879608" sldId="275"/>
            <ac:picMk id="13" creationId="{C2C61306-9FAA-4DF4-3716-3FA3796301B8}"/>
          </ac:picMkLst>
        </pc:picChg>
        <pc:cxnChg chg="del">
          <ac:chgData name="Pauline Smyth" userId="de5ce227-53e3-42c9-b7e0-2fb7785ba6f5" providerId="ADAL" clId="{DEEE9C90-ED8D-4FCE-8D82-1E92928E1B47}" dt="2022-09-07T22:09:57.790" v="736" actId="478"/>
          <ac:cxnSpMkLst>
            <pc:docMk/>
            <pc:sldMk cId="2675879608" sldId="275"/>
            <ac:cxnSpMk id="9" creationId="{7BFBC0D5-8BC1-2E6F-6AFF-935BDD5EA1F0}"/>
          </ac:cxnSpMkLst>
        </pc:cxnChg>
        <pc:cxnChg chg="del">
          <ac:chgData name="Pauline Smyth" userId="de5ce227-53e3-42c9-b7e0-2fb7785ba6f5" providerId="ADAL" clId="{DEEE9C90-ED8D-4FCE-8D82-1E92928E1B47}" dt="2022-09-07T22:10:15.984" v="739" actId="478"/>
          <ac:cxnSpMkLst>
            <pc:docMk/>
            <pc:sldMk cId="2675879608" sldId="275"/>
            <ac:cxnSpMk id="14" creationId="{177B51E8-6CB2-45A6-0899-3EACD4C87762}"/>
          </ac:cxnSpMkLst>
        </pc:cxnChg>
        <pc:cxnChg chg="del">
          <ac:chgData name="Pauline Smyth" userId="de5ce227-53e3-42c9-b7e0-2fb7785ba6f5" providerId="ADAL" clId="{DEEE9C90-ED8D-4FCE-8D82-1E92928E1B47}" dt="2022-09-07T22:10:15.984" v="739" actId="478"/>
          <ac:cxnSpMkLst>
            <pc:docMk/>
            <pc:sldMk cId="2675879608" sldId="275"/>
            <ac:cxnSpMk id="16" creationId="{313A332A-BE1B-6790-14CD-87CC484F5979}"/>
          </ac:cxnSpMkLst>
        </pc:cxnChg>
        <pc:cxnChg chg="del">
          <ac:chgData name="Pauline Smyth" userId="de5ce227-53e3-42c9-b7e0-2fb7785ba6f5" providerId="ADAL" clId="{DEEE9C90-ED8D-4FCE-8D82-1E92928E1B47}" dt="2022-09-07T22:10:15.984" v="739" actId="478"/>
          <ac:cxnSpMkLst>
            <pc:docMk/>
            <pc:sldMk cId="2675879608" sldId="275"/>
            <ac:cxnSpMk id="21" creationId="{76FAF6BE-0E71-FD7C-97A9-A45E81A2225F}"/>
          </ac:cxnSpMkLst>
        </pc:cxnChg>
      </pc:sldChg>
      <pc:sldChg chg="addSp delSp modSp add mod delAnim">
        <pc:chgData name="Pauline Smyth" userId="de5ce227-53e3-42c9-b7e0-2fb7785ba6f5" providerId="ADAL" clId="{DEEE9C90-ED8D-4FCE-8D82-1E92928E1B47}" dt="2022-09-12T13:14:49.415" v="1301" actId="1076"/>
        <pc:sldMkLst>
          <pc:docMk/>
          <pc:sldMk cId="1270892586" sldId="276"/>
        </pc:sldMkLst>
        <pc:spChg chg="mod">
          <ac:chgData name="Pauline Smyth" userId="de5ce227-53e3-42c9-b7e0-2fb7785ba6f5" providerId="ADAL" clId="{DEEE9C90-ED8D-4FCE-8D82-1E92928E1B47}" dt="2022-09-07T22:21:58.723" v="1031" actId="20577"/>
          <ac:spMkLst>
            <pc:docMk/>
            <pc:sldMk cId="1270892586" sldId="276"/>
            <ac:spMk id="2" creationId="{8298A45F-5681-E0C5-F35C-7EF83CE4062E}"/>
          </ac:spMkLst>
        </pc:spChg>
        <pc:spChg chg="add mod">
          <ac:chgData name="Pauline Smyth" userId="de5ce227-53e3-42c9-b7e0-2fb7785ba6f5" providerId="ADAL" clId="{DEEE9C90-ED8D-4FCE-8D82-1E92928E1B47}" dt="2022-09-07T22:36:04.084" v="1295" actId="6549"/>
          <ac:spMkLst>
            <pc:docMk/>
            <pc:sldMk cId="1270892586" sldId="276"/>
            <ac:spMk id="5" creationId="{CC792726-5839-6017-CF4D-3E3CC861EE7C}"/>
          </ac:spMkLst>
        </pc:spChg>
        <pc:spChg chg="add del mod">
          <ac:chgData name="Pauline Smyth" userId="de5ce227-53e3-42c9-b7e0-2fb7785ba6f5" providerId="ADAL" clId="{DEEE9C90-ED8D-4FCE-8D82-1E92928E1B47}" dt="2022-09-07T22:36:09.421" v="1297"/>
          <ac:spMkLst>
            <pc:docMk/>
            <pc:sldMk cId="1270892586" sldId="276"/>
            <ac:spMk id="7" creationId="{8B272692-82A9-C75D-C3A2-0D3FD2A0B206}"/>
          </ac:spMkLst>
        </pc:spChg>
        <pc:picChg chg="add mod">
          <ac:chgData name="Pauline Smyth" userId="de5ce227-53e3-42c9-b7e0-2fb7785ba6f5" providerId="ADAL" clId="{DEEE9C90-ED8D-4FCE-8D82-1E92928E1B47}" dt="2022-09-12T13:14:49.415" v="1301" actId="1076"/>
          <ac:picMkLst>
            <pc:docMk/>
            <pc:sldMk cId="1270892586" sldId="276"/>
            <ac:picMk id="4" creationId="{53F5D2B0-E8A2-5C0E-7B52-263418FE5544}"/>
          </ac:picMkLst>
        </pc:picChg>
        <pc:picChg chg="add del mod">
          <ac:chgData name="Pauline Smyth" userId="de5ce227-53e3-42c9-b7e0-2fb7785ba6f5" providerId="ADAL" clId="{DEEE9C90-ED8D-4FCE-8D82-1E92928E1B47}" dt="2022-09-07T22:21:47.163" v="1026" actId="478"/>
          <ac:picMkLst>
            <pc:docMk/>
            <pc:sldMk cId="1270892586" sldId="276"/>
            <ac:picMk id="4" creationId="{DCA3C34D-B0BF-EDD3-A282-AC1B36E98A7E}"/>
          </ac:picMkLst>
        </pc:picChg>
        <pc:picChg chg="del">
          <ac:chgData name="Pauline Smyth" userId="de5ce227-53e3-42c9-b7e0-2fb7785ba6f5" providerId="ADAL" clId="{DEEE9C90-ED8D-4FCE-8D82-1E92928E1B47}" dt="2022-09-07T22:17:40.202" v="748" actId="478"/>
          <ac:picMkLst>
            <pc:docMk/>
            <pc:sldMk cId="1270892586" sldId="276"/>
            <ac:picMk id="6" creationId="{5EC45565-52C2-F47D-CF33-60D14E6D5465}"/>
          </ac:picMkLst>
        </pc:picChg>
        <pc:picChg chg="add mod">
          <ac:chgData name="Pauline Smyth" userId="de5ce227-53e3-42c9-b7e0-2fb7785ba6f5" providerId="ADAL" clId="{DEEE9C90-ED8D-4FCE-8D82-1E92928E1B47}" dt="2022-09-07T22:36:29.602" v="1299" actId="1076"/>
          <ac:picMkLst>
            <pc:docMk/>
            <pc:sldMk cId="1270892586" sldId="276"/>
            <ac:picMk id="9" creationId="{90B6E2BD-7ECA-0652-89BD-90A8971DD2F9}"/>
          </ac:picMkLst>
        </pc:picChg>
        <pc:picChg chg="del">
          <ac:chgData name="Pauline Smyth" userId="de5ce227-53e3-42c9-b7e0-2fb7785ba6f5" providerId="ADAL" clId="{DEEE9C90-ED8D-4FCE-8D82-1E92928E1B47}" dt="2022-09-07T22:17:38.398" v="747" actId="478"/>
          <ac:picMkLst>
            <pc:docMk/>
            <pc:sldMk cId="1270892586" sldId="276"/>
            <ac:picMk id="13" creationId="{C2C61306-9FAA-4DF4-3716-3FA3796301B8}"/>
          </ac:picMkLst>
        </pc:picChg>
      </pc:sldChg>
      <pc:sldChg chg="addSp modSp add mod ord">
        <pc:chgData name="Pauline Smyth" userId="de5ce227-53e3-42c9-b7e0-2fb7785ba6f5" providerId="ADAL" clId="{DEEE9C90-ED8D-4FCE-8D82-1E92928E1B47}" dt="2022-09-07T22:35:52.463" v="1294" actId="6549"/>
        <pc:sldMkLst>
          <pc:docMk/>
          <pc:sldMk cId="3596897325" sldId="277"/>
        </pc:sldMkLst>
        <pc:spChg chg="add mod">
          <ac:chgData name="Pauline Smyth" userId="de5ce227-53e3-42c9-b7e0-2fb7785ba6f5" providerId="ADAL" clId="{DEEE9C90-ED8D-4FCE-8D82-1E92928E1B47}" dt="2022-09-07T22:35:52.463" v="1294" actId="6549"/>
          <ac:spMkLst>
            <pc:docMk/>
            <pc:sldMk cId="3596897325" sldId="277"/>
            <ac:spMk id="3" creationId="{00D6C125-31B0-C619-34F6-7FB1F20F29D7}"/>
          </ac:spMkLst>
        </pc:spChg>
      </pc:sldChg>
      <pc:sldChg chg="addSp delSp modSp add mod">
        <pc:chgData name="Pauline Smyth" userId="de5ce227-53e3-42c9-b7e0-2fb7785ba6f5" providerId="ADAL" clId="{DEEE9C90-ED8D-4FCE-8D82-1E92928E1B47}" dt="2022-09-12T17:35:30.731" v="1785" actId="2710"/>
        <pc:sldMkLst>
          <pc:docMk/>
          <pc:sldMk cId="2128853610" sldId="282"/>
        </pc:sldMkLst>
        <pc:spChg chg="mod">
          <ac:chgData name="Pauline Smyth" userId="de5ce227-53e3-42c9-b7e0-2fb7785ba6f5" providerId="ADAL" clId="{DEEE9C90-ED8D-4FCE-8D82-1E92928E1B47}" dt="2022-09-12T13:15:57.607" v="1313" actId="20577"/>
          <ac:spMkLst>
            <pc:docMk/>
            <pc:sldMk cId="2128853610" sldId="282"/>
            <ac:spMk id="2" creationId="{8298A45F-5681-E0C5-F35C-7EF83CE4062E}"/>
          </ac:spMkLst>
        </pc:spChg>
        <pc:spChg chg="add mod">
          <ac:chgData name="Pauline Smyth" userId="de5ce227-53e3-42c9-b7e0-2fb7785ba6f5" providerId="ADAL" clId="{DEEE9C90-ED8D-4FCE-8D82-1E92928E1B47}" dt="2022-09-12T17:35:30.731" v="1785" actId="2710"/>
          <ac:spMkLst>
            <pc:docMk/>
            <pc:sldMk cId="2128853610" sldId="282"/>
            <ac:spMk id="3" creationId="{2871C01E-D159-02D8-E333-B5CE43FC6005}"/>
          </ac:spMkLst>
        </pc:spChg>
        <pc:spChg chg="del">
          <ac:chgData name="Pauline Smyth" userId="de5ce227-53e3-42c9-b7e0-2fb7785ba6f5" providerId="ADAL" clId="{DEEE9C90-ED8D-4FCE-8D82-1E92928E1B47}" dt="2022-09-12T13:15:47.166" v="1304" actId="478"/>
          <ac:spMkLst>
            <pc:docMk/>
            <pc:sldMk cId="2128853610" sldId="282"/>
            <ac:spMk id="5" creationId="{CC792726-5839-6017-CF4D-3E3CC861EE7C}"/>
          </ac:spMkLst>
        </pc:spChg>
        <pc:picChg chg="del">
          <ac:chgData name="Pauline Smyth" userId="de5ce227-53e3-42c9-b7e0-2fb7785ba6f5" providerId="ADAL" clId="{DEEE9C90-ED8D-4FCE-8D82-1E92928E1B47}" dt="2022-09-12T13:15:43.752" v="1303" actId="478"/>
          <ac:picMkLst>
            <pc:docMk/>
            <pc:sldMk cId="2128853610" sldId="282"/>
            <ac:picMk id="4" creationId="{53F5D2B0-E8A2-5C0E-7B52-263418FE5544}"/>
          </ac:picMkLst>
        </pc:picChg>
      </pc:sldChg>
      <pc:sldChg chg="modSp add mod">
        <pc:chgData name="Pauline Smyth" userId="de5ce227-53e3-42c9-b7e0-2fb7785ba6f5" providerId="ADAL" clId="{DEEE9C90-ED8D-4FCE-8D82-1E92928E1B47}" dt="2022-09-12T17:38:07.529" v="1987" actId="13926"/>
        <pc:sldMkLst>
          <pc:docMk/>
          <pc:sldMk cId="2120161410" sldId="283"/>
        </pc:sldMkLst>
        <pc:spChg chg="mod">
          <ac:chgData name="Pauline Smyth" userId="de5ce227-53e3-42c9-b7e0-2fb7785ba6f5" providerId="ADAL" clId="{DEEE9C90-ED8D-4FCE-8D82-1E92928E1B47}" dt="2022-09-12T17:38:07.529" v="1987" actId="13926"/>
          <ac:spMkLst>
            <pc:docMk/>
            <pc:sldMk cId="2120161410" sldId="283"/>
            <ac:spMk id="3" creationId="{2871C01E-D159-02D8-E333-B5CE43FC6005}"/>
          </ac:spMkLst>
        </pc:spChg>
      </pc:sldChg>
      <pc:sldChg chg="addSp modSp add mod">
        <pc:chgData name="Pauline Smyth" userId="de5ce227-53e3-42c9-b7e0-2fb7785ba6f5" providerId="ADAL" clId="{DEEE9C90-ED8D-4FCE-8D82-1E92928E1B47}" dt="2022-09-12T17:47:57.790" v="2187" actId="403"/>
        <pc:sldMkLst>
          <pc:docMk/>
          <pc:sldMk cId="2329931918" sldId="284"/>
        </pc:sldMkLst>
        <pc:spChg chg="mod">
          <ac:chgData name="Pauline Smyth" userId="de5ce227-53e3-42c9-b7e0-2fb7785ba6f5" providerId="ADAL" clId="{DEEE9C90-ED8D-4FCE-8D82-1E92928E1B47}" dt="2022-09-12T17:39:16.708" v="2024" actId="20577"/>
          <ac:spMkLst>
            <pc:docMk/>
            <pc:sldMk cId="2329931918" sldId="284"/>
            <ac:spMk id="2" creationId="{8298A45F-5681-E0C5-F35C-7EF83CE4062E}"/>
          </ac:spMkLst>
        </pc:spChg>
        <pc:spChg chg="mod">
          <ac:chgData name="Pauline Smyth" userId="de5ce227-53e3-42c9-b7e0-2fb7785ba6f5" providerId="ADAL" clId="{DEEE9C90-ED8D-4FCE-8D82-1E92928E1B47}" dt="2022-09-12T17:38:18.926" v="1989" actId="6549"/>
          <ac:spMkLst>
            <pc:docMk/>
            <pc:sldMk cId="2329931918" sldId="284"/>
            <ac:spMk id="3" creationId="{2871C01E-D159-02D8-E333-B5CE43FC6005}"/>
          </ac:spMkLst>
        </pc:spChg>
        <pc:spChg chg="add mod">
          <ac:chgData name="Pauline Smyth" userId="de5ce227-53e3-42c9-b7e0-2fb7785ba6f5" providerId="ADAL" clId="{DEEE9C90-ED8D-4FCE-8D82-1E92928E1B47}" dt="2022-09-12T17:47:57.790" v="2187" actId="403"/>
          <ac:spMkLst>
            <pc:docMk/>
            <pc:sldMk cId="2329931918" sldId="284"/>
            <ac:spMk id="6" creationId="{7EFF33EB-9FE2-C934-639F-D570AE396BC0}"/>
          </ac:spMkLst>
        </pc:spChg>
        <pc:picChg chg="add mod">
          <ac:chgData name="Pauline Smyth" userId="de5ce227-53e3-42c9-b7e0-2fb7785ba6f5" providerId="ADAL" clId="{DEEE9C90-ED8D-4FCE-8D82-1E92928E1B47}" dt="2022-09-12T17:43:03.921" v="2026" actId="1076"/>
          <ac:picMkLst>
            <pc:docMk/>
            <pc:sldMk cId="2329931918" sldId="284"/>
            <ac:picMk id="5" creationId="{3977D500-011D-D659-A401-5598872A334F}"/>
          </ac:picMkLst>
        </pc:picChg>
      </pc:sldChg>
      <pc:sldChg chg="addSp delSp modSp add mod">
        <pc:chgData name="Pauline Smyth" userId="de5ce227-53e3-42c9-b7e0-2fb7785ba6f5" providerId="ADAL" clId="{DEEE9C90-ED8D-4FCE-8D82-1E92928E1B47}" dt="2022-09-12T17:57:33.401" v="2650" actId="1076"/>
        <pc:sldMkLst>
          <pc:docMk/>
          <pc:sldMk cId="3878804334" sldId="285"/>
        </pc:sldMkLst>
        <pc:spChg chg="mod">
          <ac:chgData name="Pauline Smyth" userId="de5ce227-53e3-42c9-b7e0-2fb7785ba6f5" providerId="ADAL" clId="{DEEE9C90-ED8D-4FCE-8D82-1E92928E1B47}" dt="2022-09-12T17:47:33.727" v="2180" actId="1076"/>
          <ac:spMkLst>
            <pc:docMk/>
            <pc:sldMk cId="3878804334" sldId="285"/>
            <ac:spMk id="3" creationId="{2871C01E-D159-02D8-E333-B5CE43FC6005}"/>
          </ac:spMkLst>
        </pc:spChg>
        <pc:spChg chg="mod">
          <ac:chgData name="Pauline Smyth" userId="de5ce227-53e3-42c9-b7e0-2fb7785ba6f5" providerId="ADAL" clId="{DEEE9C90-ED8D-4FCE-8D82-1E92928E1B47}" dt="2022-09-12T17:57:30.955" v="2649" actId="14100"/>
          <ac:spMkLst>
            <pc:docMk/>
            <pc:sldMk cId="3878804334" sldId="285"/>
            <ac:spMk id="6" creationId="{7EFF33EB-9FE2-C934-639F-D570AE396BC0}"/>
          </ac:spMkLst>
        </pc:spChg>
        <pc:picChg chg="del">
          <ac:chgData name="Pauline Smyth" userId="de5ce227-53e3-42c9-b7e0-2fb7785ba6f5" providerId="ADAL" clId="{DEEE9C90-ED8D-4FCE-8D82-1E92928E1B47}" dt="2022-09-12T17:45:31.930" v="2179" actId="478"/>
          <ac:picMkLst>
            <pc:docMk/>
            <pc:sldMk cId="3878804334" sldId="285"/>
            <ac:picMk id="5" creationId="{3977D500-011D-D659-A401-5598872A334F}"/>
          </ac:picMkLst>
        </pc:picChg>
        <pc:picChg chg="add del mod">
          <ac:chgData name="Pauline Smyth" userId="de5ce227-53e3-42c9-b7e0-2fb7785ba6f5" providerId="ADAL" clId="{DEEE9C90-ED8D-4FCE-8D82-1E92928E1B47}" dt="2022-09-12T17:49:18.750" v="2323" actId="478"/>
          <ac:picMkLst>
            <pc:docMk/>
            <pc:sldMk cId="3878804334" sldId="285"/>
            <ac:picMk id="7" creationId="{D6F6F3B4-5478-1AE1-2CF9-B0B65A38C9E6}"/>
          </ac:picMkLst>
        </pc:picChg>
        <pc:picChg chg="add mod">
          <ac:chgData name="Pauline Smyth" userId="de5ce227-53e3-42c9-b7e0-2fb7785ba6f5" providerId="ADAL" clId="{DEEE9C90-ED8D-4FCE-8D82-1E92928E1B47}" dt="2022-09-12T17:50:02.549" v="2327" actId="14100"/>
          <ac:picMkLst>
            <pc:docMk/>
            <pc:sldMk cId="3878804334" sldId="285"/>
            <ac:picMk id="9" creationId="{1C396086-242B-5D24-7373-B081F39FF2BB}"/>
          </ac:picMkLst>
        </pc:picChg>
        <pc:picChg chg="add mod">
          <ac:chgData name="Pauline Smyth" userId="de5ce227-53e3-42c9-b7e0-2fb7785ba6f5" providerId="ADAL" clId="{DEEE9C90-ED8D-4FCE-8D82-1E92928E1B47}" dt="2022-09-12T17:57:33.401" v="2650" actId="1076"/>
          <ac:picMkLst>
            <pc:docMk/>
            <pc:sldMk cId="3878804334" sldId="285"/>
            <ac:picMk id="11" creationId="{42198545-7497-4694-0670-9CFA80BB01B9}"/>
          </ac:picMkLst>
        </pc:picChg>
      </pc:sldChg>
      <pc:sldChg chg="addSp delSp modSp add mod">
        <pc:chgData name="Pauline Smyth" userId="de5ce227-53e3-42c9-b7e0-2fb7785ba6f5" providerId="ADAL" clId="{DEEE9C90-ED8D-4FCE-8D82-1E92928E1B47}" dt="2022-09-12T18:11:47.552" v="3151" actId="2710"/>
        <pc:sldMkLst>
          <pc:docMk/>
          <pc:sldMk cId="2494219119" sldId="286"/>
        </pc:sldMkLst>
        <pc:spChg chg="mod">
          <ac:chgData name="Pauline Smyth" userId="de5ce227-53e3-42c9-b7e0-2fb7785ba6f5" providerId="ADAL" clId="{DEEE9C90-ED8D-4FCE-8D82-1E92928E1B47}" dt="2022-09-12T17:58:06.134" v="2665" actId="20577"/>
          <ac:spMkLst>
            <pc:docMk/>
            <pc:sldMk cId="2494219119" sldId="286"/>
            <ac:spMk id="2" creationId="{8298A45F-5681-E0C5-F35C-7EF83CE4062E}"/>
          </ac:spMkLst>
        </pc:spChg>
        <pc:spChg chg="mod">
          <ac:chgData name="Pauline Smyth" userId="de5ce227-53e3-42c9-b7e0-2fb7785ba6f5" providerId="ADAL" clId="{DEEE9C90-ED8D-4FCE-8D82-1E92928E1B47}" dt="2022-09-12T18:11:47.552" v="3151" actId="2710"/>
          <ac:spMkLst>
            <pc:docMk/>
            <pc:sldMk cId="2494219119" sldId="286"/>
            <ac:spMk id="6" creationId="{7EFF33EB-9FE2-C934-639F-D570AE396BC0}"/>
          </ac:spMkLst>
        </pc:spChg>
        <pc:picChg chg="add del mod">
          <ac:chgData name="Pauline Smyth" userId="de5ce227-53e3-42c9-b7e0-2fb7785ba6f5" providerId="ADAL" clId="{DEEE9C90-ED8D-4FCE-8D82-1E92928E1B47}" dt="2022-09-12T18:08:17.064" v="2788" actId="478"/>
          <ac:picMkLst>
            <pc:docMk/>
            <pc:sldMk cId="2494219119" sldId="286"/>
            <ac:picMk id="5" creationId="{A928D491-C796-5468-B05B-E9D0BB2E6386}"/>
          </ac:picMkLst>
        </pc:picChg>
        <pc:picChg chg="del">
          <ac:chgData name="Pauline Smyth" userId="de5ce227-53e3-42c9-b7e0-2fb7785ba6f5" providerId="ADAL" clId="{DEEE9C90-ED8D-4FCE-8D82-1E92928E1B47}" dt="2022-09-12T17:58:08.353" v="2666" actId="478"/>
          <ac:picMkLst>
            <pc:docMk/>
            <pc:sldMk cId="2494219119" sldId="286"/>
            <ac:picMk id="9" creationId="{1C396086-242B-5D24-7373-B081F39FF2BB}"/>
          </ac:picMkLst>
        </pc:picChg>
        <pc:picChg chg="del">
          <ac:chgData name="Pauline Smyth" userId="de5ce227-53e3-42c9-b7e0-2fb7785ba6f5" providerId="ADAL" clId="{DEEE9C90-ED8D-4FCE-8D82-1E92928E1B47}" dt="2022-09-12T17:58:09.918" v="2667" actId="478"/>
          <ac:picMkLst>
            <pc:docMk/>
            <pc:sldMk cId="2494219119" sldId="286"/>
            <ac:picMk id="11" creationId="{42198545-7497-4694-0670-9CFA80BB01B9}"/>
          </ac:picMkLst>
        </pc:picChg>
      </pc:sldChg>
      <pc:sldChg chg="delSp modSp add mod">
        <pc:chgData name="Pauline Smyth" userId="de5ce227-53e3-42c9-b7e0-2fb7785ba6f5" providerId="ADAL" clId="{DEEE9C90-ED8D-4FCE-8D82-1E92928E1B47}" dt="2022-09-12T18:19:09.556" v="3515"/>
        <pc:sldMkLst>
          <pc:docMk/>
          <pc:sldMk cId="2217963579" sldId="287"/>
        </pc:sldMkLst>
        <pc:spChg chg="mod">
          <ac:chgData name="Pauline Smyth" userId="de5ce227-53e3-42c9-b7e0-2fb7785ba6f5" providerId="ADAL" clId="{DEEE9C90-ED8D-4FCE-8D82-1E92928E1B47}" dt="2022-09-12T18:19:09.556" v="3515"/>
          <ac:spMkLst>
            <pc:docMk/>
            <pc:sldMk cId="2217963579" sldId="287"/>
            <ac:spMk id="2" creationId="{8298A45F-5681-E0C5-F35C-7EF83CE4062E}"/>
          </ac:spMkLst>
        </pc:spChg>
        <pc:spChg chg="del">
          <ac:chgData name="Pauline Smyth" userId="de5ce227-53e3-42c9-b7e0-2fb7785ba6f5" providerId="ADAL" clId="{DEEE9C90-ED8D-4FCE-8D82-1E92928E1B47}" dt="2022-09-12T18:18:56.011" v="3513" actId="478"/>
          <ac:spMkLst>
            <pc:docMk/>
            <pc:sldMk cId="2217963579" sldId="287"/>
            <ac:spMk id="6" creationId="{7EFF33EB-9FE2-C934-639F-D570AE396BC0}"/>
          </ac:spMkLst>
        </pc:spChg>
        <pc:picChg chg="mod">
          <ac:chgData name="Pauline Smyth" userId="de5ce227-53e3-42c9-b7e0-2fb7785ba6f5" providerId="ADAL" clId="{DEEE9C90-ED8D-4FCE-8D82-1E92928E1B47}" dt="2022-09-12T18:18:58.269" v="3514" actId="1076"/>
          <ac:picMkLst>
            <pc:docMk/>
            <pc:sldMk cId="2217963579" sldId="287"/>
            <ac:picMk id="5" creationId="{A928D491-C796-5468-B05B-E9D0BB2E6386}"/>
          </ac:picMkLst>
        </pc:picChg>
      </pc:sldChg>
      <pc:sldChg chg="addSp delSp modSp add mod">
        <pc:chgData name="Pauline Smyth" userId="de5ce227-53e3-42c9-b7e0-2fb7785ba6f5" providerId="ADAL" clId="{DEEE9C90-ED8D-4FCE-8D82-1E92928E1B47}" dt="2022-09-12T18:18:46.818" v="3511" actId="20577"/>
        <pc:sldMkLst>
          <pc:docMk/>
          <pc:sldMk cId="2050739113" sldId="288"/>
        </pc:sldMkLst>
        <pc:spChg chg="mod">
          <ac:chgData name="Pauline Smyth" userId="de5ce227-53e3-42c9-b7e0-2fb7785ba6f5" providerId="ADAL" clId="{DEEE9C90-ED8D-4FCE-8D82-1E92928E1B47}" dt="2022-09-12T18:12:20.862" v="3193" actId="20577"/>
          <ac:spMkLst>
            <pc:docMk/>
            <pc:sldMk cId="2050739113" sldId="288"/>
            <ac:spMk id="2" creationId="{8298A45F-5681-E0C5-F35C-7EF83CE4062E}"/>
          </ac:spMkLst>
        </pc:spChg>
        <pc:spChg chg="del mod">
          <ac:chgData name="Pauline Smyth" userId="de5ce227-53e3-42c9-b7e0-2fb7785ba6f5" providerId="ADAL" clId="{DEEE9C90-ED8D-4FCE-8D82-1E92928E1B47}" dt="2022-09-12T18:12:43.866" v="3201" actId="478"/>
          <ac:spMkLst>
            <pc:docMk/>
            <pc:sldMk cId="2050739113" sldId="288"/>
            <ac:spMk id="3" creationId="{2871C01E-D159-02D8-E333-B5CE43FC6005}"/>
          </ac:spMkLst>
        </pc:spChg>
        <pc:spChg chg="add mod">
          <ac:chgData name="Pauline Smyth" userId="de5ce227-53e3-42c9-b7e0-2fb7785ba6f5" providerId="ADAL" clId="{DEEE9C90-ED8D-4FCE-8D82-1E92928E1B47}" dt="2022-09-12T18:18:46.818" v="3511" actId="20577"/>
          <ac:spMkLst>
            <pc:docMk/>
            <pc:sldMk cId="2050739113" sldId="288"/>
            <ac:spMk id="4" creationId="{856055C6-F86C-D98A-F57D-59AFD8383B12}"/>
          </ac:spMkLst>
        </pc:spChg>
        <pc:spChg chg="del mod">
          <ac:chgData name="Pauline Smyth" userId="de5ce227-53e3-42c9-b7e0-2fb7785ba6f5" providerId="ADAL" clId="{DEEE9C90-ED8D-4FCE-8D82-1E92928E1B47}" dt="2022-09-12T18:12:43.870" v="3203"/>
          <ac:spMkLst>
            <pc:docMk/>
            <pc:sldMk cId="2050739113" sldId="288"/>
            <ac:spMk id="6" creationId="{7EFF33EB-9FE2-C934-639F-D570AE396BC0}"/>
          </ac:spMkLst>
        </pc:spChg>
      </pc:sldChg>
      <pc:sldChg chg="addSp delSp modSp add mod">
        <pc:chgData name="Pauline Smyth" userId="de5ce227-53e3-42c9-b7e0-2fb7785ba6f5" providerId="ADAL" clId="{DEEE9C90-ED8D-4FCE-8D82-1E92928E1B47}" dt="2022-09-12T18:26:21.179" v="3810" actId="20577"/>
        <pc:sldMkLst>
          <pc:docMk/>
          <pc:sldMk cId="1540916841" sldId="289"/>
        </pc:sldMkLst>
        <pc:spChg chg="mod">
          <ac:chgData name="Pauline Smyth" userId="de5ce227-53e3-42c9-b7e0-2fb7785ba6f5" providerId="ADAL" clId="{DEEE9C90-ED8D-4FCE-8D82-1E92928E1B47}" dt="2022-09-12T18:23:40.727" v="3684" actId="1076"/>
          <ac:spMkLst>
            <pc:docMk/>
            <pc:sldMk cId="1540916841" sldId="289"/>
            <ac:spMk id="2" creationId="{8298A45F-5681-E0C5-F35C-7EF83CE4062E}"/>
          </ac:spMkLst>
        </pc:spChg>
        <pc:spChg chg="del mod">
          <ac:chgData name="Pauline Smyth" userId="de5ce227-53e3-42c9-b7e0-2fb7785ba6f5" providerId="ADAL" clId="{DEEE9C90-ED8D-4FCE-8D82-1E92928E1B47}" dt="2022-09-12T18:22:11.402" v="3616" actId="478"/>
          <ac:spMkLst>
            <pc:docMk/>
            <pc:sldMk cId="1540916841" sldId="289"/>
            <ac:spMk id="3" creationId="{2871C01E-D159-02D8-E333-B5CE43FC6005}"/>
          </ac:spMkLst>
        </pc:spChg>
        <pc:spChg chg="add mod">
          <ac:chgData name="Pauline Smyth" userId="de5ce227-53e3-42c9-b7e0-2fb7785ba6f5" providerId="ADAL" clId="{DEEE9C90-ED8D-4FCE-8D82-1E92928E1B47}" dt="2022-09-12T18:26:21.179" v="3810" actId="20577"/>
          <ac:spMkLst>
            <pc:docMk/>
            <pc:sldMk cId="1540916841" sldId="289"/>
            <ac:spMk id="4" creationId="{A9E162AF-AD56-D960-1396-77593E28E1AE}"/>
          </ac:spMkLst>
        </pc:spChg>
        <pc:picChg chg="del">
          <ac:chgData name="Pauline Smyth" userId="de5ce227-53e3-42c9-b7e0-2fb7785ba6f5" providerId="ADAL" clId="{DEEE9C90-ED8D-4FCE-8D82-1E92928E1B47}" dt="2022-09-12T18:20:08.239" v="3545" actId="478"/>
          <ac:picMkLst>
            <pc:docMk/>
            <pc:sldMk cId="1540916841" sldId="289"/>
            <ac:picMk id="5" creationId="{A928D491-C796-5468-B05B-E9D0BB2E6386}"/>
          </ac:picMkLst>
        </pc:picChg>
      </pc:sldChg>
      <pc:sldChg chg="addSp delSp modSp add mod">
        <pc:chgData name="Pauline Smyth" userId="de5ce227-53e3-42c9-b7e0-2fb7785ba6f5" providerId="ADAL" clId="{DEEE9C90-ED8D-4FCE-8D82-1E92928E1B47}" dt="2022-09-12T18:29:22.473" v="3815" actId="14100"/>
        <pc:sldMkLst>
          <pc:docMk/>
          <pc:sldMk cId="2517911161" sldId="290"/>
        </pc:sldMkLst>
        <pc:spChg chg="del">
          <ac:chgData name="Pauline Smyth" userId="de5ce227-53e3-42c9-b7e0-2fb7785ba6f5" providerId="ADAL" clId="{DEEE9C90-ED8D-4FCE-8D82-1E92928E1B47}" dt="2022-09-12T18:26:32.787" v="3812" actId="478"/>
          <ac:spMkLst>
            <pc:docMk/>
            <pc:sldMk cId="2517911161" sldId="290"/>
            <ac:spMk id="4" creationId="{A9E162AF-AD56-D960-1396-77593E28E1AE}"/>
          </ac:spMkLst>
        </pc:spChg>
        <pc:picChg chg="add mod">
          <ac:chgData name="Pauline Smyth" userId="de5ce227-53e3-42c9-b7e0-2fb7785ba6f5" providerId="ADAL" clId="{DEEE9C90-ED8D-4FCE-8D82-1E92928E1B47}" dt="2022-09-12T18:29:22.473" v="3815" actId="14100"/>
          <ac:picMkLst>
            <pc:docMk/>
            <pc:sldMk cId="2517911161" sldId="290"/>
            <ac:picMk id="5" creationId="{27601459-2F28-1B6D-1955-EB4AD103E8AA}"/>
          </ac:picMkLst>
        </pc:picChg>
      </pc:sldChg>
      <pc:sldChg chg="addSp delSp modSp add del mod">
        <pc:chgData name="Pauline Smyth" userId="de5ce227-53e3-42c9-b7e0-2fb7785ba6f5" providerId="ADAL" clId="{DEEE9C90-ED8D-4FCE-8D82-1E92928E1B47}" dt="2022-09-14T10:23:02.707" v="5165" actId="2696"/>
        <pc:sldMkLst>
          <pc:docMk/>
          <pc:sldMk cId="660399098" sldId="291"/>
        </pc:sldMkLst>
        <pc:spChg chg="mod">
          <ac:chgData name="Pauline Smyth" userId="de5ce227-53e3-42c9-b7e0-2fb7785ba6f5" providerId="ADAL" clId="{DEEE9C90-ED8D-4FCE-8D82-1E92928E1B47}" dt="2022-09-13T09:00:01.685" v="3851" actId="20577"/>
          <ac:spMkLst>
            <pc:docMk/>
            <pc:sldMk cId="660399098" sldId="291"/>
            <ac:spMk id="2" creationId="{8298A45F-5681-E0C5-F35C-7EF83CE4062E}"/>
          </ac:spMkLst>
        </pc:spChg>
        <pc:spChg chg="add del mod">
          <ac:chgData name="Pauline Smyth" userId="de5ce227-53e3-42c9-b7e0-2fb7785ba6f5" providerId="ADAL" clId="{DEEE9C90-ED8D-4FCE-8D82-1E92928E1B47}" dt="2022-09-13T09:28:37.339" v="3855" actId="478"/>
          <ac:spMkLst>
            <pc:docMk/>
            <pc:sldMk cId="660399098" sldId="291"/>
            <ac:spMk id="3" creationId="{6CEB7986-9338-128D-19F1-03072808932E}"/>
          </ac:spMkLst>
        </pc:spChg>
        <pc:spChg chg="add mod">
          <ac:chgData name="Pauline Smyth" userId="de5ce227-53e3-42c9-b7e0-2fb7785ba6f5" providerId="ADAL" clId="{DEEE9C90-ED8D-4FCE-8D82-1E92928E1B47}" dt="2022-09-13T09:41:07.732" v="4103" actId="20577"/>
          <ac:spMkLst>
            <pc:docMk/>
            <pc:sldMk cId="660399098" sldId="291"/>
            <ac:spMk id="9" creationId="{6E3AA01A-D530-C445-0D45-DC485E47F0E4}"/>
          </ac:spMkLst>
        </pc:spChg>
        <pc:picChg chg="del">
          <ac:chgData name="Pauline Smyth" userId="de5ce227-53e3-42c9-b7e0-2fb7785ba6f5" providerId="ADAL" clId="{DEEE9C90-ED8D-4FCE-8D82-1E92928E1B47}" dt="2022-09-13T08:59:13.968" v="3817" actId="478"/>
          <ac:picMkLst>
            <pc:docMk/>
            <pc:sldMk cId="660399098" sldId="291"/>
            <ac:picMk id="5" creationId="{27601459-2F28-1B6D-1955-EB4AD103E8AA}"/>
          </ac:picMkLst>
        </pc:picChg>
        <pc:picChg chg="add mod">
          <ac:chgData name="Pauline Smyth" userId="de5ce227-53e3-42c9-b7e0-2fb7785ba6f5" providerId="ADAL" clId="{DEEE9C90-ED8D-4FCE-8D82-1E92928E1B47}" dt="2022-09-13T09:28:46.896" v="3858" actId="14100"/>
          <ac:picMkLst>
            <pc:docMk/>
            <pc:sldMk cId="660399098" sldId="291"/>
            <ac:picMk id="6" creationId="{A43A4B62-208E-3CB0-675C-D2CD834F357D}"/>
          </ac:picMkLst>
        </pc:picChg>
        <pc:picChg chg="add mod">
          <ac:chgData name="Pauline Smyth" userId="de5ce227-53e3-42c9-b7e0-2fb7785ba6f5" providerId="ADAL" clId="{DEEE9C90-ED8D-4FCE-8D82-1E92928E1B47}" dt="2022-09-13T09:29:06.122" v="3861" actId="14100"/>
          <ac:picMkLst>
            <pc:docMk/>
            <pc:sldMk cId="660399098" sldId="291"/>
            <ac:picMk id="8" creationId="{4D84C5F2-CD70-83EF-5FB5-A077CACC1BB2}"/>
          </ac:picMkLst>
        </pc:picChg>
      </pc:sldChg>
      <pc:sldChg chg="addSp delSp modSp add mod">
        <pc:chgData name="Pauline Smyth" userId="de5ce227-53e3-42c9-b7e0-2fb7785ba6f5" providerId="ADAL" clId="{DEEE9C90-ED8D-4FCE-8D82-1E92928E1B47}" dt="2022-09-13T09:49:20.268" v="4493" actId="1076"/>
        <pc:sldMkLst>
          <pc:docMk/>
          <pc:sldMk cId="1715101899" sldId="292"/>
        </pc:sldMkLst>
        <pc:spChg chg="mod">
          <ac:chgData name="Pauline Smyth" userId="de5ce227-53e3-42c9-b7e0-2fb7785ba6f5" providerId="ADAL" clId="{DEEE9C90-ED8D-4FCE-8D82-1E92928E1B47}" dt="2022-09-13T09:48:14.888" v="4430" actId="1076"/>
          <ac:spMkLst>
            <pc:docMk/>
            <pc:sldMk cId="1715101899" sldId="292"/>
            <ac:spMk id="2" creationId="{8298A45F-5681-E0C5-F35C-7EF83CE4062E}"/>
          </ac:spMkLst>
        </pc:spChg>
        <pc:spChg chg="add mod">
          <ac:chgData name="Pauline Smyth" userId="de5ce227-53e3-42c9-b7e0-2fb7785ba6f5" providerId="ADAL" clId="{DEEE9C90-ED8D-4FCE-8D82-1E92928E1B47}" dt="2022-09-13T09:49:17.142" v="4492" actId="2710"/>
          <ac:spMkLst>
            <pc:docMk/>
            <pc:sldMk cId="1715101899" sldId="292"/>
            <ac:spMk id="3" creationId="{C58690B2-A92D-3998-CBBF-D7BA7F310FED}"/>
          </ac:spMkLst>
        </pc:spChg>
        <pc:spChg chg="del">
          <ac:chgData name="Pauline Smyth" userId="de5ce227-53e3-42c9-b7e0-2fb7785ba6f5" providerId="ADAL" clId="{DEEE9C90-ED8D-4FCE-8D82-1E92928E1B47}" dt="2022-09-13T09:42:01.943" v="4105" actId="478"/>
          <ac:spMkLst>
            <pc:docMk/>
            <pc:sldMk cId="1715101899" sldId="292"/>
            <ac:spMk id="9" creationId="{6E3AA01A-D530-C445-0D45-DC485E47F0E4}"/>
          </ac:spMkLst>
        </pc:spChg>
        <pc:picChg chg="add mod">
          <ac:chgData name="Pauline Smyth" userId="de5ce227-53e3-42c9-b7e0-2fb7785ba6f5" providerId="ADAL" clId="{DEEE9C90-ED8D-4FCE-8D82-1E92928E1B47}" dt="2022-09-13T09:49:20.268" v="4493" actId="1076"/>
          <ac:picMkLst>
            <pc:docMk/>
            <pc:sldMk cId="1715101899" sldId="292"/>
            <ac:picMk id="5" creationId="{EB509E67-A089-B767-8E14-859AB6FBF56D}"/>
          </ac:picMkLst>
        </pc:picChg>
        <pc:picChg chg="del">
          <ac:chgData name="Pauline Smyth" userId="de5ce227-53e3-42c9-b7e0-2fb7785ba6f5" providerId="ADAL" clId="{DEEE9C90-ED8D-4FCE-8D82-1E92928E1B47}" dt="2022-09-13T09:42:04.483" v="4106" actId="478"/>
          <ac:picMkLst>
            <pc:docMk/>
            <pc:sldMk cId="1715101899" sldId="292"/>
            <ac:picMk id="6" creationId="{A43A4B62-208E-3CB0-675C-D2CD834F357D}"/>
          </ac:picMkLst>
        </pc:picChg>
        <pc:picChg chg="del">
          <ac:chgData name="Pauline Smyth" userId="de5ce227-53e3-42c9-b7e0-2fb7785ba6f5" providerId="ADAL" clId="{DEEE9C90-ED8D-4FCE-8D82-1E92928E1B47}" dt="2022-09-13T09:42:06.352" v="4107" actId="478"/>
          <ac:picMkLst>
            <pc:docMk/>
            <pc:sldMk cId="1715101899" sldId="292"/>
            <ac:picMk id="8" creationId="{4D84C5F2-CD70-83EF-5FB5-A077CACC1BB2}"/>
          </ac:picMkLst>
        </pc:picChg>
      </pc:sldChg>
      <pc:sldChg chg="addSp delSp modSp add mod">
        <pc:chgData name="Pauline Smyth" userId="de5ce227-53e3-42c9-b7e0-2fb7785ba6f5" providerId="ADAL" clId="{DEEE9C90-ED8D-4FCE-8D82-1E92928E1B47}" dt="2022-09-13T10:30:45.475" v="5002" actId="2710"/>
        <pc:sldMkLst>
          <pc:docMk/>
          <pc:sldMk cId="1347115919" sldId="293"/>
        </pc:sldMkLst>
        <pc:spChg chg="mod">
          <ac:chgData name="Pauline Smyth" userId="de5ce227-53e3-42c9-b7e0-2fb7785ba6f5" providerId="ADAL" clId="{DEEE9C90-ED8D-4FCE-8D82-1E92928E1B47}" dt="2022-09-13T09:59:47.153" v="4806" actId="5793"/>
          <ac:spMkLst>
            <pc:docMk/>
            <pc:sldMk cId="1347115919" sldId="293"/>
            <ac:spMk id="2" creationId="{8298A45F-5681-E0C5-F35C-7EF83CE4062E}"/>
          </ac:spMkLst>
        </pc:spChg>
        <pc:spChg chg="add del mod">
          <ac:chgData name="Pauline Smyth" userId="de5ce227-53e3-42c9-b7e0-2fb7785ba6f5" providerId="ADAL" clId="{DEEE9C90-ED8D-4FCE-8D82-1E92928E1B47}" dt="2022-09-13T10:30:45.475" v="5002" actId="2710"/>
          <ac:spMkLst>
            <pc:docMk/>
            <pc:sldMk cId="1347115919" sldId="293"/>
            <ac:spMk id="3" creationId="{C58690B2-A92D-3998-CBBF-D7BA7F310FED}"/>
          </ac:spMkLst>
        </pc:spChg>
        <pc:picChg chg="del">
          <ac:chgData name="Pauline Smyth" userId="de5ce227-53e3-42c9-b7e0-2fb7785ba6f5" providerId="ADAL" clId="{DEEE9C90-ED8D-4FCE-8D82-1E92928E1B47}" dt="2022-09-13T09:56:07.313" v="4497" actId="478"/>
          <ac:picMkLst>
            <pc:docMk/>
            <pc:sldMk cId="1347115919" sldId="293"/>
            <ac:picMk id="5" creationId="{EB509E67-A089-B767-8E14-859AB6FBF56D}"/>
          </ac:picMkLst>
        </pc:picChg>
      </pc:sldChg>
      <pc:sldChg chg="modSp add mod">
        <pc:chgData name="Pauline Smyth" userId="de5ce227-53e3-42c9-b7e0-2fb7785ba6f5" providerId="ADAL" clId="{DEEE9C90-ED8D-4FCE-8D82-1E92928E1B47}" dt="2022-09-13T10:32:25.910" v="5163" actId="2710"/>
        <pc:sldMkLst>
          <pc:docMk/>
          <pc:sldMk cId="1773148375" sldId="294"/>
        </pc:sldMkLst>
        <pc:spChg chg="mod">
          <ac:chgData name="Pauline Smyth" userId="de5ce227-53e3-42c9-b7e0-2fb7785ba6f5" providerId="ADAL" clId="{DEEE9C90-ED8D-4FCE-8D82-1E92928E1B47}" dt="2022-09-13T10:32:25.910" v="5163" actId="2710"/>
          <ac:spMkLst>
            <pc:docMk/>
            <pc:sldMk cId="1773148375" sldId="294"/>
            <ac:spMk id="3" creationId="{C58690B2-A92D-3998-CBBF-D7BA7F310FED}"/>
          </ac:spMkLst>
        </pc:spChg>
      </pc:sldChg>
      <pc:sldChg chg="addSp delSp modSp add mod ord">
        <pc:chgData name="Pauline Smyth" userId="de5ce227-53e3-42c9-b7e0-2fb7785ba6f5" providerId="ADAL" clId="{DEEE9C90-ED8D-4FCE-8D82-1E92928E1B47}" dt="2022-09-14T10:29:26.782" v="5722" actId="20577"/>
        <pc:sldMkLst>
          <pc:docMk/>
          <pc:sldMk cId="3552688227" sldId="295"/>
        </pc:sldMkLst>
        <pc:spChg chg="mod">
          <ac:chgData name="Pauline Smyth" userId="de5ce227-53e3-42c9-b7e0-2fb7785ba6f5" providerId="ADAL" clId="{DEEE9C90-ED8D-4FCE-8D82-1E92928E1B47}" dt="2022-09-14T10:23:30.743" v="5190" actId="20577"/>
          <ac:spMkLst>
            <pc:docMk/>
            <pc:sldMk cId="3552688227" sldId="295"/>
            <ac:spMk id="2" creationId="{8298A45F-5681-E0C5-F35C-7EF83CE4062E}"/>
          </ac:spMkLst>
        </pc:spChg>
        <pc:spChg chg="add mod">
          <ac:chgData name="Pauline Smyth" userId="de5ce227-53e3-42c9-b7e0-2fb7785ba6f5" providerId="ADAL" clId="{DEEE9C90-ED8D-4FCE-8D82-1E92928E1B47}" dt="2022-09-14T10:29:26.782" v="5722" actId="20577"/>
          <ac:spMkLst>
            <pc:docMk/>
            <pc:sldMk cId="3552688227" sldId="295"/>
            <ac:spMk id="4" creationId="{25C6B909-FC3A-4945-66C6-1DA6615B3DE5}"/>
          </ac:spMkLst>
        </pc:spChg>
        <pc:spChg chg="del">
          <ac:chgData name="Pauline Smyth" userId="de5ce227-53e3-42c9-b7e0-2fb7785ba6f5" providerId="ADAL" clId="{DEEE9C90-ED8D-4FCE-8D82-1E92928E1B47}" dt="2022-09-14T10:23:19.906" v="5171" actId="478"/>
          <ac:spMkLst>
            <pc:docMk/>
            <pc:sldMk cId="3552688227" sldId="295"/>
            <ac:spMk id="9" creationId="{6E3AA01A-D530-C445-0D45-DC485E47F0E4}"/>
          </ac:spMkLst>
        </pc:spChg>
        <pc:picChg chg="add mod">
          <ac:chgData name="Pauline Smyth" userId="de5ce227-53e3-42c9-b7e0-2fb7785ba6f5" providerId="ADAL" clId="{DEEE9C90-ED8D-4FCE-8D82-1E92928E1B47}" dt="2022-09-14T10:24:53.400" v="5191"/>
          <ac:picMkLst>
            <pc:docMk/>
            <pc:sldMk cId="3552688227" sldId="295"/>
            <ac:picMk id="3" creationId="{701DAC26-F07C-FCF3-9D79-2D899FC1158B}"/>
          </ac:picMkLst>
        </pc:picChg>
        <pc:picChg chg="del">
          <ac:chgData name="Pauline Smyth" userId="de5ce227-53e3-42c9-b7e0-2fb7785ba6f5" providerId="ADAL" clId="{DEEE9C90-ED8D-4FCE-8D82-1E92928E1B47}" dt="2022-09-14T10:23:14.376" v="5169" actId="478"/>
          <ac:picMkLst>
            <pc:docMk/>
            <pc:sldMk cId="3552688227" sldId="295"/>
            <ac:picMk id="6" creationId="{A43A4B62-208E-3CB0-675C-D2CD834F357D}"/>
          </ac:picMkLst>
        </pc:picChg>
        <pc:picChg chg="del">
          <ac:chgData name="Pauline Smyth" userId="de5ce227-53e3-42c9-b7e0-2fb7785ba6f5" providerId="ADAL" clId="{DEEE9C90-ED8D-4FCE-8D82-1E92928E1B47}" dt="2022-09-14T10:23:16.451" v="5170" actId="478"/>
          <ac:picMkLst>
            <pc:docMk/>
            <pc:sldMk cId="3552688227" sldId="295"/>
            <ac:picMk id="8" creationId="{4D84C5F2-CD70-83EF-5FB5-A077CACC1BB2}"/>
          </ac:picMkLst>
        </pc:picChg>
      </pc:sldChg>
      <pc:sldChg chg="addSp delSp modSp add mod">
        <pc:chgData name="Pauline Smyth" userId="de5ce227-53e3-42c9-b7e0-2fb7785ba6f5" providerId="ADAL" clId="{DEEE9C90-ED8D-4FCE-8D82-1E92928E1B47}" dt="2022-09-14T10:36:36.228" v="5766" actId="14100"/>
        <pc:sldMkLst>
          <pc:docMk/>
          <pc:sldMk cId="998860125" sldId="296"/>
        </pc:sldMkLst>
        <pc:spChg chg="mod">
          <ac:chgData name="Pauline Smyth" userId="de5ce227-53e3-42c9-b7e0-2fb7785ba6f5" providerId="ADAL" clId="{DEEE9C90-ED8D-4FCE-8D82-1E92928E1B47}" dt="2022-09-14T10:30:10.847" v="5726" actId="1076"/>
          <ac:spMkLst>
            <pc:docMk/>
            <pc:sldMk cId="998860125" sldId="296"/>
            <ac:spMk id="2" creationId="{8298A45F-5681-E0C5-F35C-7EF83CE4062E}"/>
          </ac:spMkLst>
        </pc:spChg>
        <pc:spChg chg="mod">
          <ac:chgData name="Pauline Smyth" userId="de5ce227-53e3-42c9-b7e0-2fb7785ba6f5" providerId="ADAL" clId="{DEEE9C90-ED8D-4FCE-8D82-1E92928E1B47}" dt="2022-09-14T10:31:00.083" v="5759" actId="20577"/>
          <ac:spMkLst>
            <pc:docMk/>
            <pc:sldMk cId="998860125" sldId="296"/>
            <ac:spMk id="4" creationId="{25C6B909-FC3A-4945-66C6-1DA6615B3DE5}"/>
          </ac:spMkLst>
        </pc:spChg>
        <pc:picChg chg="del">
          <ac:chgData name="Pauline Smyth" userId="de5ce227-53e3-42c9-b7e0-2fb7785ba6f5" providerId="ADAL" clId="{DEEE9C90-ED8D-4FCE-8D82-1E92928E1B47}" dt="2022-09-14T10:29:56.668" v="5724" actId="478"/>
          <ac:picMkLst>
            <pc:docMk/>
            <pc:sldMk cId="998860125" sldId="296"/>
            <ac:picMk id="3" creationId="{701DAC26-F07C-FCF3-9D79-2D899FC1158B}"/>
          </ac:picMkLst>
        </pc:picChg>
        <pc:picChg chg="add del mod">
          <ac:chgData name="Pauline Smyth" userId="de5ce227-53e3-42c9-b7e0-2fb7785ba6f5" providerId="ADAL" clId="{DEEE9C90-ED8D-4FCE-8D82-1E92928E1B47}" dt="2022-09-14T10:36:28.624" v="5763" actId="478"/>
          <ac:picMkLst>
            <pc:docMk/>
            <pc:sldMk cId="998860125" sldId="296"/>
            <ac:picMk id="6" creationId="{638E95CE-A91A-4C63-975D-D713F9DA03C3}"/>
          </ac:picMkLst>
        </pc:picChg>
        <pc:picChg chg="add mod">
          <ac:chgData name="Pauline Smyth" userId="de5ce227-53e3-42c9-b7e0-2fb7785ba6f5" providerId="ADAL" clId="{DEEE9C90-ED8D-4FCE-8D82-1E92928E1B47}" dt="2022-09-14T10:36:36.228" v="5766" actId="14100"/>
          <ac:picMkLst>
            <pc:docMk/>
            <pc:sldMk cId="998860125" sldId="296"/>
            <ac:picMk id="8" creationId="{5444E990-7E90-F79B-B89D-28CE57CB32EB}"/>
          </ac:picMkLst>
        </pc:picChg>
      </pc:sldChg>
      <pc:sldChg chg="addSp delSp modSp add mod">
        <pc:chgData name="Pauline Smyth" userId="de5ce227-53e3-42c9-b7e0-2fb7785ba6f5" providerId="ADAL" clId="{DEEE9C90-ED8D-4FCE-8D82-1E92928E1B47}" dt="2022-09-14T11:33:44.085" v="5831" actId="403"/>
        <pc:sldMkLst>
          <pc:docMk/>
          <pc:sldMk cId="3181990968" sldId="297"/>
        </pc:sldMkLst>
        <pc:spChg chg="del mod">
          <ac:chgData name="Pauline Smyth" userId="de5ce227-53e3-42c9-b7e0-2fb7785ba6f5" providerId="ADAL" clId="{DEEE9C90-ED8D-4FCE-8D82-1E92928E1B47}" dt="2022-09-14T10:42:02.441" v="5771" actId="478"/>
          <ac:spMkLst>
            <pc:docMk/>
            <pc:sldMk cId="3181990968" sldId="297"/>
            <ac:spMk id="3" creationId="{C58690B2-A92D-3998-CBBF-D7BA7F310FED}"/>
          </ac:spMkLst>
        </pc:spChg>
        <pc:spChg chg="add mod">
          <ac:chgData name="Pauline Smyth" userId="de5ce227-53e3-42c9-b7e0-2fb7785ba6f5" providerId="ADAL" clId="{DEEE9C90-ED8D-4FCE-8D82-1E92928E1B47}" dt="2022-09-14T11:33:44.085" v="5831" actId="403"/>
          <ac:spMkLst>
            <pc:docMk/>
            <pc:sldMk cId="3181990968" sldId="297"/>
            <ac:spMk id="5" creationId="{9DF6F791-8A5E-0B8E-1582-60A36FCD309F}"/>
          </ac:spMkLst>
        </pc:spChg>
      </pc:sldChg>
      <pc:sldChg chg="delSp modSp add mod ord">
        <pc:chgData name="Pauline Smyth" userId="de5ce227-53e3-42c9-b7e0-2fb7785ba6f5" providerId="ADAL" clId="{DEEE9C90-ED8D-4FCE-8D82-1E92928E1B47}" dt="2022-09-14T11:42:12.577" v="6457" actId="20577"/>
        <pc:sldMkLst>
          <pc:docMk/>
          <pc:sldMk cId="140023862" sldId="298"/>
        </pc:sldMkLst>
        <pc:spChg chg="mod">
          <ac:chgData name="Pauline Smyth" userId="de5ce227-53e3-42c9-b7e0-2fb7785ba6f5" providerId="ADAL" clId="{DEEE9C90-ED8D-4FCE-8D82-1E92928E1B47}" dt="2022-09-14T11:41:59.656" v="6456" actId="1076"/>
          <ac:spMkLst>
            <pc:docMk/>
            <pc:sldMk cId="140023862" sldId="298"/>
            <ac:spMk id="2" creationId="{8298A45F-5681-E0C5-F35C-7EF83CE4062E}"/>
          </ac:spMkLst>
        </pc:spChg>
        <pc:spChg chg="mod">
          <ac:chgData name="Pauline Smyth" userId="de5ce227-53e3-42c9-b7e0-2fb7785ba6f5" providerId="ADAL" clId="{DEEE9C90-ED8D-4FCE-8D82-1E92928E1B47}" dt="2022-09-14T11:42:12.577" v="6457" actId="20577"/>
          <ac:spMkLst>
            <pc:docMk/>
            <pc:sldMk cId="140023862" sldId="298"/>
            <ac:spMk id="4" creationId="{25C6B909-FC3A-4945-66C6-1DA6615B3DE5}"/>
          </ac:spMkLst>
        </pc:spChg>
        <pc:picChg chg="del">
          <ac:chgData name="Pauline Smyth" userId="de5ce227-53e3-42c9-b7e0-2fb7785ba6f5" providerId="ADAL" clId="{DEEE9C90-ED8D-4FCE-8D82-1E92928E1B47}" dt="2022-09-14T11:35:06.821" v="5843" actId="478"/>
          <ac:picMkLst>
            <pc:docMk/>
            <pc:sldMk cId="140023862" sldId="298"/>
            <ac:picMk id="8" creationId="{5444E990-7E90-F79B-B89D-28CE57CB32EB}"/>
          </ac:picMkLst>
        </pc:picChg>
      </pc:sldChg>
      <pc:sldChg chg="add del">
        <pc:chgData name="Pauline Smyth" userId="de5ce227-53e3-42c9-b7e0-2fb7785ba6f5" providerId="ADAL" clId="{DEEE9C90-ED8D-4FCE-8D82-1E92928E1B47}" dt="2022-09-14T10:42:31.923" v="5773"/>
        <pc:sldMkLst>
          <pc:docMk/>
          <pc:sldMk cId="982912471" sldId="298"/>
        </pc:sldMkLst>
      </pc:sldChg>
      <pc:sldChg chg="addSp delSp modSp add mod">
        <pc:chgData name="Pauline Smyth" userId="de5ce227-53e3-42c9-b7e0-2fb7785ba6f5" providerId="ADAL" clId="{DEEE9C90-ED8D-4FCE-8D82-1E92928E1B47}" dt="2022-09-14T11:51:43.744" v="6574" actId="113"/>
        <pc:sldMkLst>
          <pc:docMk/>
          <pc:sldMk cId="362235148" sldId="299"/>
        </pc:sldMkLst>
        <pc:spChg chg="del mod">
          <ac:chgData name="Pauline Smyth" userId="de5ce227-53e3-42c9-b7e0-2fb7785ba6f5" providerId="ADAL" clId="{DEEE9C90-ED8D-4FCE-8D82-1E92928E1B47}" dt="2022-09-14T11:42:28.724" v="6460" actId="478"/>
          <ac:spMkLst>
            <pc:docMk/>
            <pc:sldMk cId="362235148" sldId="299"/>
            <ac:spMk id="4" creationId="{25C6B909-FC3A-4945-66C6-1DA6615B3DE5}"/>
          </ac:spMkLst>
        </pc:spChg>
        <pc:spChg chg="add mod">
          <ac:chgData name="Pauline Smyth" userId="de5ce227-53e3-42c9-b7e0-2fb7785ba6f5" providerId="ADAL" clId="{DEEE9C90-ED8D-4FCE-8D82-1E92928E1B47}" dt="2022-09-14T11:51:43.744" v="6574" actId="113"/>
          <ac:spMkLst>
            <pc:docMk/>
            <pc:sldMk cId="362235148" sldId="299"/>
            <ac:spMk id="6" creationId="{B8521221-DE3F-DC50-BA09-8E693980BF25}"/>
          </ac:spMkLst>
        </pc:spChg>
        <pc:picChg chg="add mod">
          <ac:chgData name="Pauline Smyth" userId="de5ce227-53e3-42c9-b7e0-2fb7785ba6f5" providerId="ADAL" clId="{DEEE9C90-ED8D-4FCE-8D82-1E92928E1B47}" dt="2022-09-14T11:49:44.031" v="6464" actId="14100"/>
          <ac:picMkLst>
            <pc:docMk/>
            <pc:sldMk cId="362235148" sldId="299"/>
            <ac:picMk id="5" creationId="{402F2B48-D1C4-8EA8-B3B8-254E411028D6}"/>
          </ac:picMkLst>
        </pc:picChg>
      </pc:sldChg>
      <pc:sldChg chg="addSp delSp modSp add mod">
        <pc:chgData name="Pauline Smyth" userId="de5ce227-53e3-42c9-b7e0-2fb7785ba6f5" providerId="ADAL" clId="{DEEE9C90-ED8D-4FCE-8D82-1E92928E1B47}" dt="2022-09-14T12:12:33.150" v="7007" actId="27636"/>
        <pc:sldMkLst>
          <pc:docMk/>
          <pc:sldMk cId="465516058" sldId="300"/>
        </pc:sldMkLst>
        <pc:spChg chg="mod">
          <ac:chgData name="Pauline Smyth" userId="de5ce227-53e3-42c9-b7e0-2fb7785ba6f5" providerId="ADAL" clId="{DEEE9C90-ED8D-4FCE-8D82-1E92928E1B47}" dt="2022-09-14T12:12:33.150" v="7007" actId="27636"/>
          <ac:spMkLst>
            <pc:docMk/>
            <pc:sldMk cId="465516058" sldId="300"/>
            <ac:spMk id="2" creationId="{8298A45F-5681-E0C5-F35C-7EF83CE4062E}"/>
          </ac:spMkLst>
        </pc:spChg>
        <pc:spChg chg="add mod">
          <ac:chgData name="Pauline Smyth" userId="de5ce227-53e3-42c9-b7e0-2fb7785ba6f5" providerId="ADAL" clId="{DEEE9C90-ED8D-4FCE-8D82-1E92928E1B47}" dt="2022-09-14T12:11:36.534" v="6993" actId="6549"/>
          <ac:spMkLst>
            <pc:docMk/>
            <pc:sldMk cId="465516058" sldId="300"/>
            <ac:spMk id="3" creationId="{11A8329A-29E7-62C1-6D9C-A7AA7CEA5CF0}"/>
          </ac:spMkLst>
        </pc:spChg>
        <pc:spChg chg="del">
          <ac:chgData name="Pauline Smyth" userId="de5ce227-53e3-42c9-b7e0-2fb7785ba6f5" providerId="ADAL" clId="{DEEE9C90-ED8D-4FCE-8D82-1E92928E1B47}" dt="2022-09-14T11:57:41.421" v="6590" actId="478"/>
          <ac:spMkLst>
            <pc:docMk/>
            <pc:sldMk cId="465516058" sldId="300"/>
            <ac:spMk id="6" creationId="{B8521221-DE3F-DC50-BA09-8E693980BF25}"/>
          </ac:spMkLst>
        </pc:spChg>
        <pc:picChg chg="del">
          <ac:chgData name="Pauline Smyth" userId="de5ce227-53e3-42c9-b7e0-2fb7785ba6f5" providerId="ADAL" clId="{DEEE9C90-ED8D-4FCE-8D82-1E92928E1B47}" dt="2022-09-14T11:57:37.826" v="6589" actId="478"/>
          <ac:picMkLst>
            <pc:docMk/>
            <pc:sldMk cId="465516058" sldId="300"/>
            <ac:picMk id="5" creationId="{402F2B48-D1C4-8EA8-B3B8-254E411028D6}"/>
          </ac:picMkLst>
        </pc:picChg>
      </pc:sldChg>
      <pc:sldChg chg="addSp delSp modSp add mod">
        <pc:chgData name="Pauline Smyth" userId="de5ce227-53e3-42c9-b7e0-2fb7785ba6f5" providerId="ADAL" clId="{DEEE9C90-ED8D-4FCE-8D82-1E92928E1B47}" dt="2022-09-15T11:17:32.395" v="7037" actId="14100"/>
        <pc:sldMkLst>
          <pc:docMk/>
          <pc:sldMk cId="2239939505" sldId="301"/>
        </pc:sldMkLst>
        <pc:spChg chg="mod">
          <ac:chgData name="Pauline Smyth" userId="de5ce227-53e3-42c9-b7e0-2fb7785ba6f5" providerId="ADAL" clId="{DEEE9C90-ED8D-4FCE-8D82-1E92928E1B47}" dt="2022-09-15T11:16:53.188" v="7034" actId="20577"/>
          <ac:spMkLst>
            <pc:docMk/>
            <pc:sldMk cId="2239939505" sldId="301"/>
            <ac:spMk id="2" creationId="{8298A45F-5681-E0C5-F35C-7EF83CE4062E}"/>
          </ac:spMkLst>
        </pc:spChg>
        <pc:spChg chg="del">
          <ac:chgData name="Pauline Smyth" userId="de5ce227-53e3-42c9-b7e0-2fb7785ba6f5" providerId="ADAL" clId="{DEEE9C90-ED8D-4FCE-8D82-1E92928E1B47}" dt="2022-09-15T11:16:26.187" v="7009" actId="478"/>
          <ac:spMkLst>
            <pc:docMk/>
            <pc:sldMk cId="2239939505" sldId="301"/>
            <ac:spMk id="3" creationId="{11A8329A-29E7-62C1-6D9C-A7AA7CEA5CF0}"/>
          </ac:spMkLst>
        </pc:spChg>
        <pc:picChg chg="add mod">
          <ac:chgData name="Pauline Smyth" userId="de5ce227-53e3-42c9-b7e0-2fb7785ba6f5" providerId="ADAL" clId="{DEEE9C90-ED8D-4FCE-8D82-1E92928E1B47}" dt="2022-09-15T11:17:32.395" v="7037" actId="14100"/>
          <ac:picMkLst>
            <pc:docMk/>
            <pc:sldMk cId="2239939505" sldId="301"/>
            <ac:picMk id="5" creationId="{455A29F4-E36C-2A8B-3E68-43FD17104684}"/>
          </ac:picMkLst>
        </pc:picChg>
      </pc:sldChg>
      <pc:sldChg chg="addSp delSp modSp add mod ord">
        <pc:chgData name="Pauline Smyth" userId="de5ce227-53e3-42c9-b7e0-2fb7785ba6f5" providerId="ADAL" clId="{DEEE9C90-ED8D-4FCE-8D82-1E92928E1B47}" dt="2022-09-15T12:12:50.782" v="7137" actId="404"/>
        <pc:sldMkLst>
          <pc:docMk/>
          <pc:sldMk cId="1284199016" sldId="302"/>
        </pc:sldMkLst>
        <pc:spChg chg="add mod">
          <ac:chgData name="Pauline Smyth" userId="de5ce227-53e3-42c9-b7e0-2fb7785ba6f5" providerId="ADAL" clId="{DEEE9C90-ED8D-4FCE-8D82-1E92928E1B47}" dt="2022-09-15T12:12:50.782" v="7137" actId="404"/>
          <ac:spMkLst>
            <pc:docMk/>
            <pc:sldMk cId="1284199016" sldId="302"/>
            <ac:spMk id="4" creationId="{36DE1A2B-18D9-9614-7455-5216111E7607}"/>
          </ac:spMkLst>
        </pc:spChg>
        <pc:picChg chg="del">
          <ac:chgData name="Pauline Smyth" userId="de5ce227-53e3-42c9-b7e0-2fb7785ba6f5" providerId="ADAL" clId="{DEEE9C90-ED8D-4FCE-8D82-1E92928E1B47}" dt="2022-09-15T12:09:52.185" v="7039" actId="478"/>
          <ac:picMkLst>
            <pc:docMk/>
            <pc:sldMk cId="1284199016" sldId="302"/>
            <ac:picMk id="5" creationId="{455A29F4-E36C-2A8B-3E68-43FD17104684}"/>
          </ac:picMkLst>
        </pc:picChg>
      </pc:sldChg>
      <pc:sldChg chg="addSp delSp modSp add mod">
        <pc:chgData name="Pauline Smyth" userId="de5ce227-53e3-42c9-b7e0-2fb7785ba6f5" providerId="ADAL" clId="{DEEE9C90-ED8D-4FCE-8D82-1E92928E1B47}" dt="2022-09-15T12:23:39.293" v="7221" actId="403"/>
        <pc:sldMkLst>
          <pc:docMk/>
          <pc:sldMk cId="441139956" sldId="303"/>
        </pc:sldMkLst>
        <pc:spChg chg="add mod">
          <ac:chgData name="Pauline Smyth" userId="de5ce227-53e3-42c9-b7e0-2fb7785ba6f5" providerId="ADAL" clId="{DEEE9C90-ED8D-4FCE-8D82-1E92928E1B47}" dt="2022-09-15T12:23:39.293" v="7221" actId="403"/>
          <ac:spMkLst>
            <pc:docMk/>
            <pc:sldMk cId="441139956" sldId="303"/>
            <ac:spMk id="4" creationId="{9277EEB6-2F50-C9D9-9B21-DAC2AEEDC7C6}"/>
          </ac:spMkLst>
        </pc:spChg>
        <pc:picChg chg="del">
          <ac:chgData name="Pauline Smyth" userId="de5ce227-53e3-42c9-b7e0-2fb7785ba6f5" providerId="ADAL" clId="{DEEE9C90-ED8D-4FCE-8D82-1E92928E1B47}" dt="2022-09-15T12:13:27.782" v="7139" actId="478"/>
          <ac:picMkLst>
            <pc:docMk/>
            <pc:sldMk cId="441139956" sldId="303"/>
            <ac:picMk id="5" creationId="{455A29F4-E36C-2A8B-3E68-43FD17104684}"/>
          </ac:picMkLst>
        </pc:picChg>
      </pc:sldChg>
      <pc:sldChg chg="addSp delSp modSp add mod">
        <pc:chgData name="Pauline Smyth" userId="de5ce227-53e3-42c9-b7e0-2fb7785ba6f5" providerId="ADAL" clId="{DEEE9C90-ED8D-4FCE-8D82-1E92928E1B47}" dt="2022-09-16T10:10:56.680" v="7227" actId="14100"/>
        <pc:sldMkLst>
          <pc:docMk/>
          <pc:sldMk cId="3230179847" sldId="304"/>
        </pc:sldMkLst>
        <pc:spChg chg="del">
          <ac:chgData name="Pauline Smyth" userId="de5ce227-53e3-42c9-b7e0-2fb7785ba6f5" providerId="ADAL" clId="{DEEE9C90-ED8D-4FCE-8D82-1E92928E1B47}" dt="2022-09-16T10:10:46.695" v="7223" actId="478"/>
          <ac:spMkLst>
            <pc:docMk/>
            <pc:sldMk cId="3230179847" sldId="304"/>
            <ac:spMk id="4" creationId="{36DE1A2B-18D9-9614-7455-5216111E7607}"/>
          </ac:spMkLst>
        </pc:spChg>
        <pc:picChg chg="add mod">
          <ac:chgData name="Pauline Smyth" userId="de5ce227-53e3-42c9-b7e0-2fb7785ba6f5" providerId="ADAL" clId="{DEEE9C90-ED8D-4FCE-8D82-1E92928E1B47}" dt="2022-09-16T10:10:56.680" v="7227" actId="14100"/>
          <ac:picMkLst>
            <pc:docMk/>
            <pc:sldMk cId="3230179847" sldId="304"/>
            <ac:picMk id="5" creationId="{FD2AE4A5-5C59-550D-992C-E1BAE02A501A}"/>
          </ac:picMkLst>
        </pc:picChg>
      </pc:sldChg>
      <pc:sldChg chg="addSp delSp modSp add mod ord">
        <pc:chgData name="Pauline Smyth" userId="de5ce227-53e3-42c9-b7e0-2fb7785ba6f5" providerId="ADAL" clId="{DEEE9C90-ED8D-4FCE-8D82-1E92928E1B47}" dt="2022-09-18T22:20:58.447" v="7338" actId="20577"/>
        <pc:sldMkLst>
          <pc:docMk/>
          <pc:sldMk cId="2585713771" sldId="305"/>
        </pc:sldMkLst>
        <pc:spChg chg="mod">
          <ac:chgData name="Pauline Smyth" userId="de5ce227-53e3-42c9-b7e0-2fb7785ba6f5" providerId="ADAL" clId="{DEEE9C90-ED8D-4FCE-8D82-1E92928E1B47}" dt="2022-09-18T22:20:58.447" v="7338" actId="20577"/>
          <ac:spMkLst>
            <pc:docMk/>
            <pc:sldMk cId="2585713771" sldId="305"/>
            <ac:spMk id="2" creationId="{8298A45F-5681-E0C5-F35C-7EF83CE4062E}"/>
          </ac:spMkLst>
        </pc:spChg>
        <pc:spChg chg="del mod">
          <ac:chgData name="Pauline Smyth" userId="de5ce227-53e3-42c9-b7e0-2fb7785ba6f5" providerId="ADAL" clId="{DEEE9C90-ED8D-4FCE-8D82-1E92928E1B47}" dt="2022-09-18T22:03:56.190" v="7232" actId="478"/>
          <ac:spMkLst>
            <pc:docMk/>
            <pc:sldMk cId="2585713771" sldId="305"/>
            <ac:spMk id="4" creationId="{9277EEB6-2F50-C9D9-9B21-DAC2AEEDC7C6}"/>
          </ac:spMkLst>
        </pc:spChg>
        <pc:picChg chg="add del mod">
          <ac:chgData name="Pauline Smyth" userId="de5ce227-53e3-42c9-b7e0-2fb7785ba6f5" providerId="ADAL" clId="{DEEE9C90-ED8D-4FCE-8D82-1E92928E1B47}" dt="2022-09-18T22:11:30.398" v="7273" actId="478"/>
          <ac:picMkLst>
            <pc:docMk/>
            <pc:sldMk cId="2585713771" sldId="305"/>
            <ac:picMk id="5" creationId="{B0B61D2D-3B10-F900-AF95-B927A3D52470}"/>
          </ac:picMkLst>
        </pc:picChg>
        <pc:picChg chg="add del mod">
          <ac:chgData name="Pauline Smyth" userId="de5ce227-53e3-42c9-b7e0-2fb7785ba6f5" providerId="ADAL" clId="{DEEE9C90-ED8D-4FCE-8D82-1E92928E1B47}" dt="2022-09-18T22:20:42.031" v="7314" actId="478"/>
          <ac:picMkLst>
            <pc:docMk/>
            <pc:sldMk cId="2585713771" sldId="305"/>
            <ac:picMk id="7" creationId="{8C889713-B91D-ADB2-4E69-F80AD65B7D71}"/>
          </ac:picMkLst>
        </pc:picChg>
        <pc:picChg chg="add mod">
          <ac:chgData name="Pauline Smyth" userId="de5ce227-53e3-42c9-b7e0-2fb7785ba6f5" providerId="ADAL" clId="{DEEE9C90-ED8D-4FCE-8D82-1E92928E1B47}" dt="2022-09-18T22:20:45.352" v="7316" actId="1076"/>
          <ac:picMkLst>
            <pc:docMk/>
            <pc:sldMk cId="2585713771" sldId="305"/>
            <ac:picMk id="9" creationId="{DC3A1AED-0C81-DA47-F664-410F6716C245}"/>
          </ac:picMkLst>
        </pc:picChg>
      </pc:sldChg>
      <pc:sldChg chg="addSp delSp modSp add mod">
        <pc:chgData name="Pauline Smyth" userId="de5ce227-53e3-42c9-b7e0-2fb7785ba6f5" providerId="ADAL" clId="{DEEE9C90-ED8D-4FCE-8D82-1E92928E1B47}" dt="2022-09-18T22:07:12.843" v="7268" actId="14100"/>
        <pc:sldMkLst>
          <pc:docMk/>
          <pc:sldMk cId="2080315413" sldId="306"/>
        </pc:sldMkLst>
        <pc:spChg chg="mod">
          <ac:chgData name="Pauline Smyth" userId="de5ce227-53e3-42c9-b7e0-2fb7785ba6f5" providerId="ADAL" clId="{DEEE9C90-ED8D-4FCE-8D82-1E92928E1B47}" dt="2022-09-18T22:07:06.396" v="7265" actId="20577"/>
          <ac:spMkLst>
            <pc:docMk/>
            <pc:sldMk cId="2080315413" sldId="306"/>
            <ac:spMk id="2" creationId="{8298A45F-5681-E0C5-F35C-7EF83CE4062E}"/>
          </ac:spMkLst>
        </pc:spChg>
        <pc:picChg chg="add mod">
          <ac:chgData name="Pauline Smyth" userId="de5ce227-53e3-42c9-b7e0-2fb7785ba6f5" providerId="ADAL" clId="{DEEE9C90-ED8D-4FCE-8D82-1E92928E1B47}" dt="2022-09-18T22:07:12.843" v="7268" actId="14100"/>
          <ac:picMkLst>
            <pc:docMk/>
            <pc:sldMk cId="2080315413" sldId="306"/>
            <ac:picMk id="4" creationId="{4F812C89-DE51-0524-F9AE-9EB08BB4A621}"/>
          </ac:picMkLst>
        </pc:picChg>
        <pc:picChg chg="del">
          <ac:chgData name="Pauline Smyth" userId="de5ce227-53e3-42c9-b7e0-2fb7785ba6f5" providerId="ADAL" clId="{DEEE9C90-ED8D-4FCE-8D82-1E92928E1B47}" dt="2022-09-18T22:07:00.955" v="7255" actId="478"/>
          <ac:picMkLst>
            <pc:docMk/>
            <pc:sldMk cId="2080315413" sldId="306"/>
            <ac:picMk id="5" creationId="{B0B61D2D-3B10-F900-AF95-B927A3D52470}"/>
          </ac:picMkLst>
        </pc:picChg>
      </pc:sldChg>
      <pc:sldChg chg="addSp delSp modSp add del mod">
        <pc:chgData name="Pauline Smyth" userId="de5ce227-53e3-42c9-b7e0-2fb7785ba6f5" providerId="ADAL" clId="{DEEE9C90-ED8D-4FCE-8D82-1E92928E1B47}" dt="2022-09-18T22:15:03.825" v="7291" actId="14100"/>
        <pc:sldMkLst>
          <pc:docMk/>
          <pc:sldMk cId="937586819" sldId="307"/>
        </pc:sldMkLst>
        <pc:picChg chg="del">
          <ac:chgData name="Pauline Smyth" userId="de5ce227-53e3-42c9-b7e0-2fb7785ba6f5" providerId="ADAL" clId="{DEEE9C90-ED8D-4FCE-8D82-1E92928E1B47}" dt="2022-09-18T22:12:03.700" v="7279" actId="478"/>
          <ac:picMkLst>
            <pc:docMk/>
            <pc:sldMk cId="937586819" sldId="307"/>
            <ac:picMk id="4" creationId="{4F812C89-DE51-0524-F9AE-9EB08BB4A621}"/>
          </ac:picMkLst>
        </pc:picChg>
        <pc:picChg chg="add del mod">
          <ac:chgData name="Pauline Smyth" userId="de5ce227-53e3-42c9-b7e0-2fb7785ba6f5" providerId="ADAL" clId="{DEEE9C90-ED8D-4FCE-8D82-1E92928E1B47}" dt="2022-09-18T22:14:57.279" v="7288" actId="478"/>
          <ac:picMkLst>
            <pc:docMk/>
            <pc:sldMk cId="937586819" sldId="307"/>
            <ac:picMk id="5" creationId="{3A44359A-DC3B-6893-DDD0-433E97122DF4}"/>
          </ac:picMkLst>
        </pc:picChg>
        <pc:picChg chg="add mod">
          <ac:chgData name="Pauline Smyth" userId="de5ce227-53e3-42c9-b7e0-2fb7785ba6f5" providerId="ADAL" clId="{DEEE9C90-ED8D-4FCE-8D82-1E92928E1B47}" dt="2022-09-18T22:15:03.825" v="7291" actId="14100"/>
          <ac:picMkLst>
            <pc:docMk/>
            <pc:sldMk cId="937586819" sldId="307"/>
            <ac:picMk id="7" creationId="{EDC793E2-EE0A-39A8-85A0-ED1ADEB2ABD3}"/>
          </ac:picMkLst>
        </pc:picChg>
      </pc:sldChg>
      <pc:sldChg chg="add">
        <pc:chgData name="Pauline Smyth" userId="de5ce227-53e3-42c9-b7e0-2fb7785ba6f5" providerId="ADAL" clId="{DEEE9C90-ED8D-4FCE-8D82-1E92928E1B47}" dt="2022-09-18T22:11:25.090" v="7270" actId="2890"/>
        <pc:sldMkLst>
          <pc:docMk/>
          <pc:sldMk cId="710502935" sldId="308"/>
        </pc:sldMkLst>
      </pc:sldChg>
      <pc:sldChg chg="addSp delSp modSp add mod">
        <pc:chgData name="Pauline Smyth" userId="de5ce227-53e3-42c9-b7e0-2fb7785ba6f5" providerId="ADAL" clId="{DEEE9C90-ED8D-4FCE-8D82-1E92928E1B47}" dt="2022-09-18T22:14:36.601" v="7287" actId="14100"/>
        <pc:sldMkLst>
          <pc:docMk/>
          <pc:sldMk cId="2323660272" sldId="309"/>
        </pc:sldMkLst>
        <pc:picChg chg="add mod">
          <ac:chgData name="Pauline Smyth" userId="de5ce227-53e3-42c9-b7e0-2fb7785ba6f5" providerId="ADAL" clId="{DEEE9C90-ED8D-4FCE-8D82-1E92928E1B47}" dt="2022-09-18T22:14:36.601" v="7287" actId="14100"/>
          <ac:picMkLst>
            <pc:docMk/>
            <pc:sldMk cId="2323660272" sldId="309"/>
            <ac:picMk id="4" creationId="{1E079D38-30EE-ED2D-476B-D62E1649C237}"/>
          </ac:picMkLst>
        </pc:picChg>
        <pc:picChg chg="del">
          <ac:chgData name="Pauline Smyth" userId="de5ce227-53e3-42c9-b7e0-2fb7785ba6f5" providerId="ADAL" clId="{DEEE9C90-ED8D-4FCE-8D82-1E92928E1B47}" dt="2022-09-18T22:14:28.255" v="7284" actId="478"/>
          <ac:picMkLst>
            <pc:docMk/>
            <pc:sldMk cId="2323660272" sldId="309"/>
            <ac:picMk id="7" creationId="{8C889713-B91D-ADB2-4E69-F80AD65B7D71}"/>
          </ac:picMkLst>
        </pc:picChg>
      </pc:sldChg>
      <pc:sldChg chg="addSp delSp modSp add mod ord">
        <pc:chgData name="Pauline Smyth" userId="de5ce227-53e3-42c9-b7e0-2fb7785ba6f5" providerId="ADAL" clId="{DEEE9C90-ED8D-4FCE-8D82-1E92928E1B47}" dt="2022-09-18T22:15:55.076" v="7298" actId="14100"/>
        <pc:sldMkLst>
          <pc:docMk/>
          <pc:sldMk cId="1980478140" sldId="310"/>
        </pc:sldMkLst>
        <pc:picChg chg="del">
          <ac:chgData name="Pauline Smyth" userId="de5ce227-53e3-42c9-b7e0-2fb7785ba6f5" providerId="ADAL" clId="{DEEE9C90-ED8D-4FCE-8D82-1E92928E1B47}" dt="2022-09-18T22:15:49.539" v="7295" actId="478"/>
          <ac:picMkLst>
            <pc:docMk/>
            <pc:sldMk cId="1980478140" sldId="310"/>
            <ac:picMk id="4" creationId="{1E079D38-30EE-ED2D-476B-D62E1649C237}"/>
          </ac:picMkLst>
        </pc:picChg>
        <pc:picChg chg="add mod">
          <ac:chgData name="Pauline Smyth" userId="de5ce227-53e3-42c9-b7e0-2fb7785ba6f5" providerId="ADAL" clId="{DEEE9C90-ED8D-4FCE-8D82-1E92928E1B47}" dt="2022-09-18T22:15:55.076" v="7298" actId="14100"/>
          <ac:picMkLst>
            <pc:docMk/>
            <pc:sldMk cId="1980478140" sldId="310"/>
            <ac:picMk id="5" creationId="{315B6515-F1AD-7ECF-A03D-61D027B304D1}"/>
          </ac:picMkLst>
        </pc:picChg>
      </pc:sldChg>
      <pc:sldChg chg="addSp delSp modSp add mod">
        <pc:chgData name="Pauline Smyth" userId="de5ce227-53e3-42c9-b7e0-2fb7785ba6f5" providerId="ADAL" clId="{DEEE9C90-ED8D-4FCE-8D82-1E92928E1B47}" dt="2022-09-18T22:17:04.255" v="7313" actId="14100"/>
        <pc:sldMkLst>
          <pc:docMk/>
          <pc:sldMk cId="3134669258" sldId="311"/>
        </pc:sldMkLst>
        <pc:spChg chg="mod">
          <ac:chgData name="Pauline Smyth" userId="de5ce227-53e3-42c9-b7e0-2fb7785ba6f5" providerId="ADAL" clId="{DEEE9C90-ED8D-4FCE-8D82-1E92928E1B47}" dt="2022-09-18T22:16:57.587" v="7310" actId="20577"/>
          <ac:spMkLst>
            <pc:docMk/>
            <pc:sldMk cId="3134669258" sldId="311"/>
            <ac:spMk id="2" creationId="{8298A45F-5681-E0C5-F35C-7EF83CE4062E}"/>
          </ac:spMkLst>
        </pc:spChg>
        <pc:picChg chg="add mod">
          <ac:chgData name="Pauline Smyth" userId="de5ce227-53e3-42c9-b7e0-2fb7785ba6f5" providerId="ADAL" clId="{DEEE9C90-ED8D-4FCE-8D82-1E92928E1B47}" dt="2022-09-18T22:17:04.255" v="7313" actId="14100"/>
          <ac:picMkLst>
            <pc:docMk/>
            <pc:sldMk cId="3134669258" sldId="311"/>
            <ac:picMk id="4" creationId="{30B8901B-8CAB-55F6-9E1A-9BE8B25415A5}"/>
          </ac:picMkLst>
        </pc:picChg>
        <pc:picChg chg="del">
          <ac:chgData name="Pauline Smyth" userId="de5ce227-53e3-42c9-b7e0-2fb7785ba6f5" providerId="ADAL" clId="{DEEE9C90-ED8D-4FCE-8D82-1E92928E1B47}" dt="2022-09-18T22:16:50.702" v="7300" actId="478"/>
          <ac:picMkLst>
            <pc:docMk/>
            <pc:sldMk cId="3134669258" sldId="311"/>
            <ac:picMk id="5" creationId="{315B6515-F1AD-7ECF-A03D-61D027B304D1}"/>
          </ac:picMkLst>
        </pc:picChg>
      </pc:sldChg>
      <pc:sldChg chg="addSp delSp modSp add mod">
        <pc:chgData name="Pauline Smyth" userId="de5ce227-53e3-42c9-b7e0-2fb7785ba6f5" providerId="ADAL" clId="{DEEE9C90-ED8D-4FCE-8D82-1E92928E1B47}" dt="2022-09-20T20:55:58.883" v="7552" actId="20577"/>
        <pc:sldMkLst>
          <pc:docMk/>
          <pc:sldMk cId="196963495" sldId="312"/>
        </pc:sldMkLst>
        <pc:spChg chg="mod">
          <ac:chgData name="Pauline Smyth" userId="de5ce227-53e3-42c9-b7e0-2fb7785ba6f5" providerId="ADAL" clId="{DEEE9C90-ED8D-4FCE-8D82-1E92928E1B47}" dt="2022-09-20T20:53:08.345" v="7374" actId="1076"/>
          <ac:spMkLst>
            <pc:docMk/>
            <pc:sldMk cId="196963495" sldId="312"/>
            <ac:spMk id="2" creationId="{8298A45F-5681-E0C5-F35C-7EF83CE4062E}"/>
          </ac:spMkLst>
        </pc:spChg>
        <pc:spChg chg="add mod">
          <ac:chgData name="Pauline Smyth" userId="de5ce227-53e3-42c9-b7e0-2fb7785ba6f5" providerId="ADAL" clId="{DEEE9C90-ED8D-4FCE-8D82-1E92928E1B47}" dt="2022-09-18T22:22:57.773" v="7354" actId="767"/>
          <ac:spMkLst>
            <pc:docMk/>
            <pc:sldMk cId="196963495" sldId="312"/>
            <ac:spMk id="3" creationId="{0BBC6677-78BB-810D-574F-E67FC1092768}"/>
          </ac:spMkLst>
        </pc:spChg>
        <pc:spChg chg="add mod">
          <ac:chgData name="Pauline Smyth" userId="de5ce227-53e3-42c9-b7e0-2fb7785ba6f5" providerId="ADAL" clId="{DEEE9C90-ED8D-4FCE-8D82-1E92928E1B47}" dt="2022-09-20T20:55:58.883" v="7552" actId="20577"/>
          <ac:spMkLst>
            <pc:docMk/>
            <pc:sldMk cId="196963495" sldId="312"/>
            <ac:spMk id="6" creationId="{6C92B45E-DDDA-CE6E-78AC-D04627920937}"/>
          </ac:spMkLst>
        </pc:spChg>
        <pc:picChg chg="del">
          <ac:chgData name="Pauline Smyth" userId="de5ce227-53e3-42c9-b7e0-2fb7785ba6f5" providerId="ADAL" clId="{DEEE9C90-ED8D-4FCE-8D82-1E92928E1B47}" dt="2022-09-18T22:22:47.654" v="7353" actId="478"/>
          <ac:picMkLst>
            <pc:docMk/>
            <pc:sldMk cId="196963495" sldId="312"/>
            <ac:picMk id="4" creationId="{30B8901B-8CAB-55F6-9E1A-9BE8B25415A5}"/>
          </ac:picMkLst>
        </pc:picChg>
        <pc:picChg chg="add mod">
          <ac:chgData name="Pauline Smyth" userId="de5ce227-53e3-42c9-b7e0-2fb7785ba6f5" providerId="ADAL" clId="{DEEE9C90-ED8D-4FCE-8D82-1E92928E1B47}" dt="2022-09-20T20:53:15.327" v="7376" actId="14100"/>
          <ac:picMkLst>
            <pc:docMk/>
            <pc:sldMk cId="196963495" sldId="312"/>
            <ac:picMk id="5" creationId="{EE0196BB-26FD-8BD3-6DA6-AABA6E8C5819}"/>
          </ac:picMkLst>
        </pc:picChg>
      </pc:sldChg>
      <pc:sldChg chg="delSp modSp add mod">
        <pc:chgData name="Pauline Smyth" userId="de5ce227-53e3-42c9-b7e0-2fb7785ba6f5" providerId="ADAL" clId="{DEEE9C90-ED8D-4FCE-8D82-1E92928E1B47}" dt="2022-09-20T21:01:19.308" v="7992" actId="2710"/>
        <pc:sldMkLst>
          <pc:docMk/>
          <pc:sldMk cId="2224379842" sldId="313"/>
        </pc:sldMkLst>
        <pc:spChg chg="mod">
          <ac:chgData name="Pauline Smyth" userId="de5ce227-53e3-42c9-b7e0-2fb7785ba6f5" providerId="ADAL" clId="{DEEE9C90-ED8D-4FCE-8D82-1E92928E1B47}" dt="2022-09-20T21:01:19.308" v="7992" actId="2710"/>
          <ac:spMkLst>
            <pc:docMk/>
            <pc:sldMk cId="2224379842" sldId="313"/>
            <ac:spMk id="6" creationId="{6C92B45E-DDDA-CE6E-78AC-D04627920937}"/>
          </ac:spMkLst>
        </pc:spChg>
        <pc:picChg chg="del">
          <ac:chgData name="Pauline Smyth" userId="de5ce227-53e3-42c9-b7e0-2fb7785ba6f5" providerId="ADAL" clId="{DEEE9C90-ED8D-4FCE-8D82-1E92928E1B47}" dt="2022-09-20T20:56:56.581" v="7554" actId="478"/>
          <ac:picMkLst>
            <pc:docMk/>
            <pc:sldMk cId="2224379842" sldId="313"/>
            <ac:picMk id="5" creationId="{EE0196BB-26FD-8BD3-6DA6-AABA6E8C5819}"/>
          </ac:picMkLst>
        </pc:picChg>
      </pc:sldChg>
      <pc:sldChg chg="modSp add mod">
        <pc:chgData name="Pauline Smyth" userId="de5ce227-53e3-42c9-b7e0-2fb7785ba6f5" providerId="ADAL" clId="{DEEE9C90-ED8D-4FCE-8D82-1E92928E1B47}" dt="2022-09-20T21:04:04.683" v="8206" actId="20577"/>
        <pc:sldMkLst>
          <pc:docMk/>
          <pc:sldMk cId="278080181" sldId="314"/>
        </pc:sldMkLst>
        <pc:spChg chg="mod">
          <ac:chgData name="Pauline Smyth" userId="de5ce227-53e3-42c9-b7e0-2fb7785ba6f5" providerId="ADAL" clId="{DEEE9C90-ED8D-4FCE-8D82-1E92928E1B47}" dt="2022-09-20T21:02:31.870" v="8010" actId="20577"/>
          <ac:spMkLst>
            <pc:docMk/>
            <pc:sldMk cId="278080181" sldId="314"/>
            <ac:spMk id="2" creationId="{8298A45F-5681-E0C5-F35C-7EF83CE4062E}"/>
          </ac:spMkLst>
        </pc:spChg>
        <pc:spChg chg="mod">
          <ac:chgData name="Pauline Smyth" userId="de5ce227-53e3-42c9-b7e0-2fb7785ba6f5" providerId="ADAL" clId="{DEEE9C90-ED8D-4FCE-8D82-1E92928E1B47}" dt="2022-09-20T21:04:04.683" v="8206" actId="20577"/>
          <ac:spMkLst>
            <pc:docMk/>
            <pc:sldMk cId="278080181" sldId="314"/>
            <ac:spMk id="6" creationId="{6C92B45E-DDDA-CE6E-78AC-D04627920937}"/>
          </ac:spMkLst>
        </pc:spChg>
      </pc:sldChg>
      <pc:sldChg chg="add">
        <pc:chgData name="Pauline Smyth" userId="de5ce227-53e3-42c9-b7e0-2fb7785ba6f5" providerId="ADAL" clId="{DEEE9C90-ED8D-4FCE-8D82-1E92928E1B47}" dt="2022-09-20T21:04:09.423" v="8207" actId="2890"/>
        <pc:sldMkLst>
          <pc:docMk/>
          <pc:sldMk cId="3572935620" sldId="315"/>
        </pc:sldMkLst>
      </pc:sldChg>
      <pc:sldChg chg="addSp delSp modSp add mod">
        <pc:chgData name="Pauline Smyth" userId="de5ce227-53e3-42c9-b7e0-2fb7785ba6f5" providerId="ADAL" clId="{DEEE9C90-ED8D-4FCE-8D82-1E92928E1B47}" dt="2022-09-20T21:15:27.913" v="8559" actId="404"/>
        <pc:sldMkLst>
          <pc:docMk/>
          <pc:sldMk cId="1822953068" sldId="316"/>
        </pc:sldMkLst>
        <pc:spChg chg="mod">
          <ac:chgData name="Pauline Smyth" userId="de5ce227-53e3-42c9-b7e0-2fb7785ba6f5" providerId="ADAL" clId="{DEEE9C90-ED8D-4FCE-8D82-1E92928E1B47}" dt="2022-09-20T21:11:40.863" v="8418" actId="20577"/>
          <ac:spMkLst>
            <pc:docMk/>
            <pc:sldMk cId="1822953068" sldId="316"/>
            <ac:spMk id="2" creationId="{8298A45F-5681-E0C5-F35C-7EF83CE4062E}"/>
          </ac:spMkLst>
        </pc:spChg>
        <pc:spChg chg="del mod">
          <ac:chgData name="Pauline Smyth" userId="de5ce227-53e3-42c9-b7e0-2fb7785ba6f5" providerId="ADAL" clId="{DEEE9C90-ED8D-4FCE-8D82-1E92928E1B47}" dt="2022-09-20T21:11:44.884" v="8419" actId="478"/>
          <ac:spMkLst>
            <pc:docMk/>
            <pc:sldMk cId="1822953068" sldId="316"/>
            <ac:spMk id="6" creationId="{6C92B45E-DDDA-CE6E-78AC-D04627920937}"/>
          </ac:spMkLst>
        </pc:spChg>
        <pc:spChg chg="add mod">
          <ac:chgData name="Pauline Smyth" userId="de5ce227-53e3-42c9-b7e0-2fb7785ba6f5" providerId="ADAL" clId="{DEEE9C90-ED8D-4FCE-8D82-1E92928E1B47}" dt="2022-09-20T21:15:27.913" v="8559" actId="404"/>
          <ac:spMkLst>
            <pc:docMk/>
            <pc:sldMk cId="1822953068" sldId="316"/>
            <ac:spMk id="9" creationId="{434C9E79-AEE3-59F2-7846-8A39584F1D7F}"/>
          </ac:spMkLst>
        </pc:spChg>
        <pc:picChg chg="add del mod">
          <ac:chgData name="Pauline Smyth" userId="de5ce227-53e3-42c9-b7e0-2fb7785ba6f5" providerId="ADAL" clId="{DEEE9C90-ED8D-4FCE-8D82-1E92928E1B47}" dt="2022-09-20T21:13:38.065" v="8423" actId="478"/>
          <ac:picMkLst>
            <pc:docMk/>
            <pc:sldMk cId="1822953068" sldId="316"/>
            <ac:picMk id="5" creationId="{0B421860-810F-BAB2-B77B-9086EF7B143A}"/>
          </ac:picMkLst>
        </pc:picChg>
        <pc:picChg chg="add mod">
          <ac:chgData name="Pauline Smyth" userId="de5ce227-53e3-42c9-b7e0-2fb7785ba6f5" providerId="ADAL" clId="{DEEE9C90-ED8D-4FCE-8D82-1E92928E1B47}" dt="2022-09-20T21:13:57.723" v="8426" actId="14100"/>
          <ac:picMkLst>
            <pc:docMk/>
            <pc:sldMk cId="1822953068" sldId="316"/>
            <ac:picMk id="8" creationId="{ACBEA024-D79C-B0EB-0B97-9C7DBA045A88}"/>
          </ac:picMkLst>
        </pc:picChg>
      </pc:sldChg>
      <pc:sldChg chg="addSp delSp modSp add mod">
        <pc:chgData name="Pauline Smyth" userId="de5ce227-53e3-42c9-b7e0-2fb7785ba6f5" providerId="ADAL" clId="{DEEE9C90-ED8D-4FCE-8D82-1E92928E1B47}" dt="2022-09-20T21:22:40.764" v="8829" actId="1076"/>
        <pc:sldMkLst>
          <pc:docMk/>
          <pc:sldMk cId="3716273849" sldId="317"/>
        </pc:sldMkLst>
        <pc:spChg chg="add del mod">
          <ac:chgData name="Pauline Smyth" userId="de5ce227-53e3-42c9-b7e0-2fb7785ba6f5" providerId="ADAL" clId="{DEEE9C90-ED8D-4FCE-8D82-1E92928E1B47}" dt="2022-09-20T21:20:20.674" v="8690" actId="20577"/>
          <ac:spMkLst>
            <pc:docMk/>
            <pc:sldMk cId="3716273849" sldId="317"/>
            <ac:spMk id="3" creationId="{0BBC6677-78BB-810D-574F-E67FC1092768}"/>
          </ac:spMkLst>
        </pc:spChg>
        <pc:spChg chg="add mod">
          <ac:chgData name="Pauline Smyth" userId="de5ce227-53e3-42c9-b7e0-2fb7785ba6f5" providerId="ADAL" clId="{DEEE9C90-ED8D-4FCE-8D82-1E92928E1B47}" dt="2022-09-20T21:22:40.764" v="8829" actId="1076"/>
          <ac:spMkLst>
            <pc:docMk/>
            <pc:sldMk cId="3716273849" sldId="317"/>
            <ac:spMk id="6" creationId="{C9415C34-B032-0C90-1B10-FF3EFE2DB234}"/>
          </ac:spMkLst>
        </pc:spChg>
        <pc:spChg chg="del">
          <ac:chgData name="Pauline Smyth" userId="de5ce227-53e3-42c9-b7e0-2fb7785ba6f5" providerId="ADAL" clId="{DEEE9C90-ED8D-4FCE-8D82-1E92928E1B47}" dt="2022-09-20T21:15:46.559" v="8562" actId="478"/>
          <ac:spMkLst>
            <pc:docMk/>
            <pc:sldMk cId="3716273849" sldId="317"/>
            <ac:spMk id="9" creationId="{434C9E79-AEE3-59F2-7846-8A39584F1D7F}"/>
          </ac:spMkLst>
        </pc:spChg>
        <pc:picChg chg="add mod">
          <ac:chgData name="Pauline Smyth" userId="de5ce227-53e3-42c9-b7e0-2fb7785ba6f5" providerId="ADAL" clId="{DEEE9C90-ED8D-4FCE-8D82-1E92928E1B47}" dt="2022-09-20T21:18:21.648" v="8568" actId="14100"/>
          <ac:picMkLst>
            <pc:docMk/>
            <pc:sldMk cId="3716273849" sldId="317"/>
            <ac:picMk id="5" creationId="{42F6A9B1-C925-28EB-744D-FE128D9400BB}"/>
          </ac:picMkLst>
        </pc:picChg>
        <pc:picChg chg="del">
          <ac:chgData name="Pauline Smyth" userId="de5ce227-53e3-42c9-b7e0-2fb7785ba6f5" providerId="ADAL" clId="{DEEE9C90-ED8D-4FCE-8D82-1E92928E1B47}" dt="2022-09-20T21:15:42.899" v="8561" actId="478"/>
          <ac:picMkLst>
            <pc:docMk/>
            <pc:sldMk cId="3716273849" sldId="317"/>
            <ac:picMk id="8" creationId="{ACBEA024-D79C-B0EB-0B97-9C7DBA045A88}"/>
          </ac:picMkLst>
        </pc:picChg>
      </pc:sldChg>
      <pc:sldChg chg="addSp delSp modSp add mod">
        <pc:chgData name="Pauline Smyth" userId="de5ce227-53e3-42c9-b7e0-2fb7785ba6f5" providerId="ADAL" clId="{DEEE9C90-ED8D-4FCE-8D82-1E92928E1B47}" dt="2022-09-20T21:27:19.374" v="8985" actId="20577"/>
        <pc:sldMkLst>
          <pc:docMk/>
          <pc:sldMk cId="2038724971" sldId="318"/>
        </pc:sldMkLst>
        <pc:spChg chg="mod">
          <ac:chgData name="Pauline Smyth" userId="de5ce227-53e3-42c9-b7e0-2fb7785ba6f5" providerId="ADAL" clId="{DEEE9C90-ED8D-4FCE-8D82-1E92928E1B47}" dt="2022-09-20T21:23:06.547" v="8832" actId="6549"/>
          <ac:spMkLst>
            <pc:docMk/>
            <pc:sldMk cId="2038724971" sldId="318"/>
            <ac:spMk id="3" creationId="{0BBC6677-78BB-810D-574F-E67FC1092768}"/>
          </ac:spMkLst>
        </pc:spChg>
        <pc:spChg chg="mod">
          <ac:chgData name="Pauline Smyth" userId="de5ce227-53e3-42c9-b7e0-2fb7785ba6f5" providerId="ADAL" clId="{DEEE9C90-ED8D-4FCE-8D82-1E92928E1B47}" dt="2022-09-20T21:27:19.374" v="8985" actId="20577"/>
          <ac:spMkLst>
            <pc:docMk/>
            <pc:sldMk cId="2038724971" sldId="318"/>
            <ac:spMk id="6" creationId="{C9415C34-B032-0C90-1B10-FF3EFE2DB234}"/>
          </ac:spMkLst>
        </pc:spChg>
        <pc:picChg chg="del">
          <ac:chgData name="Pauline Smyth" userId="de5ce227-53e3-42c9-b7e0-2fb7785ba6f5" providerId="ADAL" clId="{DEEE9C90-ED8D-4FCE-8D82-1E92928E1B47}" dt="2022-09-20T21:22:58.597" v="8831" actId="478"/>
          <ac:picMkLst>
            <pc:docMk/>
            <pc:sldMk cId="2038724971" sldId="318"/>
            <ac:picMk id="5" creationId="{42F6A9B1-C925-28EB-744D-FE128D9400BB}"/>
          </ac:picMkLst>
        </pc:picChg>
        <pc:picChg chg="add mod">
          <ac:chgData name="Pauline Smyth" userId="de5ce227-53e3-42c9-b7e0-2fb7785ba6f5" providerId="ADAL" clId="{DEEE9C90-ED8D-4FCE-8D82-1E92928E1B47}" dt="2022-09-20T21:26:01.428" v="8834" actId="1076"/>
          <ac:picMkLst>
            <pc:docMk/>
            <pc:sldMk cId="2038724971" sldId="318"/>
            <ac:picMk id="7" creationId="{8AA40377-C721-9243-699C-EE86E9DFE2AC}"/>
          </ac:picMkLst>
        </pc:picChg>
      </pc:sldChg>
      <pc:sldChg chg="addSp delSp modSp add mod">
        <pc:chgData name="Pauline Smyth" userId="de5ce227-53e3-42c9-b7e0-2fb7785ba6f5" providerId="ADAL" clId="{DEEE9C90-ED8D-4FCE-8D82-1E92928E1B47}" dt="2022-09-20T21:35:54.548" v="9197" actId="20577"/>
        <pc:sldMkLst>
          <pc:docMk/>
          <pc:sldMk cId="910818800" sldId="319"/>
        </pc:sldMkLst>
        <pc:spChg chg="del mod">
          <ac:chgData name="Pauline Smyth" userId="de5ce227-53e3-42c9-b7e0-2fb7785ba6f5" providerId="ADAL" clId="{DEEE9C90-ED8D-4FCE-8D82-1E92928E1B47}" dt="2022-09-20T21:31:54.248" v="8989" actId="478"/>
          <ac:spMkLst>
            <pc:docMk/>
            <pc:sldMk cId="910818800" sldId="319"/>
            <ac:spMk id="6" creationId="{C9415C34-B032-0C90-1B10-FF3EFE2DB234}"/>
          </ac:spMkLst>
        </pc:spChg>
        <pc:spChg chg="add mod">
          <ac:chgData name="Pauline Smyth" userId="de5ce227-53e3-42c9-b7e0-2fb7785ba6f5" providerId="ADAL" clId="{DEEE9C90-ED8D-4FCE-8D82-1E92928E1B47}" dt="2022-09-20T21:34:38.091" v="9099" actId="20577"/>
          <ac:spMkLst>
            <pc:docMk/>
            <pc:sldMk cId="910818800" sldId="319"/>
            <ac:spMk id="8" creationId="{5F5C4D51-1A80-E216-403D-752E2A4925D6}"/>
          </ac:spMkLst>
        </pc:spChg>
        <pc:spChg chg="add mod">
          <ac:chgData name="Pauline Smyth" userId="de5ce227-53e3-42c9-b7e0-2fb7785ba6f5" providerId="ADAL" clId="{DEEE9C90-ED8D-4FCE-8D82-1E92928E1B47}" dt="2022-09-20T21:35:54.548" v="9197" actId="20577"/>
          <ac:spMkLst>
            <pc:docMk/>
            <pc:sldMk cId="910818800" sldId="319"/>
            <ac:spMk id="9" creationId="{B5DCACE3-E3C0-EA89-68B5-5DF9A08B861D}"/>
          </ac:spMkLst>
        </pc:spChg>
        <pc:picChg chg="add mod">
          <ac:chgData name="Pauline Smyth" userId="de5ce227-53e3-42c9-b7e0-2fb7785ba6f5" providerId="ADAL" clId="{DEEE9C90-ED8D-4FCE-8D82-1E92928E1B47}" dt="2022-09-20T21:33:15.149" v="8993" actId="14100"/>
          <ac:picMkLst>
            <pc:docMk/>
            <pc:sldMk cId="910818800" sldId="319"/>
            <ac:picMk id="5" creationId="{19EB571C-BAE4-A87F-D5A9-9E91EB1305B7}"/>
          </ac:picMkLst>
        </pc:picChg>
        <pc:picChg chg="del">
          <ac:chgData name="Pauline Smyth" userId="de5ce227-53e3-42c9-b7e0-2fb7785ba6f5" providerId="ADAL" clId="{DEEE9C90-ED8D-4FCE-8D82-1E92928E1B47}" dt="2022-09-20T21:31:46.385" v="8987" actId="478"/>
          <ac:picMkLst>
            <pc:docMk/>
            <pc:sldMk cId="910818800" sldId="319"/>
            <ac:picMk id="7" creationId="{8AA40377-C721-9243-699C-EE86E9DFE2AC}"/>
          </ac:picMkLst>
        </pc:picChg>
      </pc:sldChg>
      <pc:sldChg chg="addSp delSp modSp add mod">
        <pc:chgData name="Pauline Smyth" userId="de5ce227-53e3-42c9-b7e0-2fb7785ba6f5" providerId="ADAL" clId="{DEEE9C90-ED8D-4FCE-8D82-1E92928E1B47}" dt="2022-09-20T21:53:03.954" v="9603" actId="1076"/>
        <pc:sldMkLst>
          <pc:docMk/>
          <pc:sldMk cId="2872033883" sldId="320"/>
        </pc:sldMkLst>
        <pc:spChg chg="add mod">
          <ac:chgData name="Pauline Smyth" userId="de5ce227-53e3-42c9-b7e0-2fb7785ba6f5" providerId="ADAL" clId="{DEEE9C90-ED8D-4FCE-8D82-1E92928E1B47}" dt="2022-09-20T21:52:07.421" v="9602" actId="20577"/>
          <ac:spMkLst>
            <pc:docMk/>
            <pc:sldMk cId="2872033883" sldId="320"/>
            <ac:spMk id="7" creationId="{4C95D08F-F593-BA6A-82E5-4F3A57710164}"/>
          </ac:spMkLst>
        </pc:spChg>
        <pc:spChg chg="mod">
          <ac:chgData name="Pauline Smyth" userId="de5ce227-53e3-42c9-b7e0-2fb7785ba6f5" providerId="ADAL" clId="{DEEE9C90-ED8D-4FCE-8D82-1E92928E1B47}" dt="2022-09-20T21:50:04.466" v="9442" actId="14100"/>
          <ac:spMkLst>
            <pc:docMk/>
            <pc:sldMk cId="2872033883" sldId="320"/>
            <ac:spMk id="8" creationId="{5F5C4D51-1A80-E216-403D-752E2A4925D6}"/>
          </ac:spMkLst>
        </pc:spChg>
        <pc:spChg chg="mod">
          <ac:chgData name="Pauline Smyth" userId="de5ce227-53e3-42c9-b7e0-2fb7785ba6f5" providerId="ADAL" clId="{DEEE9C90-ED8D-4FCE-8D82-1E92928E1B47}" dt="2022-09-20T21:53:03.954" v="9603" actId="1076"/>
          <ac:spMkLst>
            <pc:docMk/>
            <pc:sldMk cId="2872033883" sldId="320"/>
            <ac:spMk id="9" creationId="{B5DCACE3-E3C0-EA89-68B5-5DF9A08B861D}"/>
          </ac:spMkLst>
        </pc:spChg>
        <pc:picChg chg="del">
          <ac:chgData name="Pauline Smyth" userId="de5ce227-53e3-42c9-b7e0-2fb7785ba6f5" providerId="ADAL" clId="{DEEE9C90-ED8D-4FCE-8D82-1E92928E1B47}" dt="2022-09-20T21:38:30.354" v="9199" actId="478"/>
          <ac:picMkLst>
            <pc:docMk/>
            <pc:sldMk cId="2872033883" sldId="320"/>
            <ac:picMk id="5" creationId="{19EB571C-BAE4-A87F-D5A9-9E91EB1305B7}"/>
          </ac:picMkLst>
        </pc:picChg>
        <pc:picChg chg="add mod">
          <ac:chgData name="Pauline Smyth" userId="de5ce227-53e3-42c9-b7e0-2fb7785ba6f5" providerId="ADAL" clId="{DEEE9C90-ED8D-4FCE-8D82-1E92928E1B47}" dt="2022-09-20T21:43:05.881" v="9201" actId="1076"/>
          <ac:picMkLst>
            <pc:docMk/>
            <pc:sldMk cId="2872033883" sldId="320"/>
            <ac:picMk id="6" creationId="{5630AD1A-0D8F-5F59-53D5-19B07F2E749C}"/>
          </ac:picMkLst>
        </pc:picChg>
      </pc:sldChg>
      <pc:sldChg chg="addSp delSp modSp add mod">
        <pc:chgData name="Pauline Smyth" userId="de5ce227-53e3-42c9-b7e0-2fb7785ba6f5" providerId="ADAL" clId="{DEEE9C90-ED8D-4FCE-8D82-1E92928E1B47}" dt="2022-09-20T21:57:46.234" v="9757" actId="20577"/>
        <pc:sldMkLst>
          <pc:docMk/>
          <pc:sldMk cId="3301290894" sldId="321"/>
        </pc:sldMkLst>
        <pc:spChg chg="mod">
          <ac:chgData name="Pauline Smyth" userId="de5ce227-53e3-42c9-b7e0-2fb7785ba6f5" providerId="ADAL" clId="{DEEE9C90-ED8D-4FCE-8D82-1E92928E1B47}" dt="2022-09-20T21:57:23.325" v="9745" actId="1076"/>
          <ac:spMkLst>
            <pc:docMk/>
            <pc:sldMk cId="3301290894" sldId="321"/>
            <ac:spMk id="3" creationId="{0BBC6677-78BB-810D-574F-E67FC1092768}"/>
          </ac:spMkLst>
        </pc:spChg>
        <pc:spChg chg="mod">
          <ac:chgData name="Pauline Smyth" userId="de5ce227-53e3-42c9-b7e0-2fb7785ba6f5" providerId="ADAL" clId="{DEEE9C90-ED8D-4FCE-8D82-1E92928E1B47}" dt="2022-09-20T21:57:27.280" v="9746" actId="1076"/>
          <ac:spMkLst>
            <pc:docMk/>
            <pc:sldMk cId="3301290894" sldId="321"/>
            <ac:spMk id="7" creationId="{4C95D08F-F593-BA6A-82E5-4F3A57710164}"/>
          </ac:spMkLst>
        </pc:spChg>
        <pc:spChg chg="del">
          <ac:chgData name="Pauline Smyth" userId="de5ce227-53e3-42c9-b7e0-2fb7785ba6f5" providerId="ADAL" clId="{DEEE9C90-ED8D-4FCE-8D82-1E92928E1B47}" dt="2022-09-20T21:53:16.141" v="9606" actId="478"/>
          <ac:spMkLst>
            <pc:docMk/>
            <pc:sldMk cId="3301290894" sldId="321"/>
            <ac:spMk id="8" creationId="{5F5C4D51-1A80-E216-403D-752E2A4925D6}"/>
          </ac:spMkLst>
        </pc:spChg>
        <pc:spChg chg="del">
          <ac:chgData name="Pauline Smyth" userId="de5ce227-53e3-42c9-b7e0-2fb7785ba6f5" providerId="ADAL" clId="{DEEE9C90-ED8D-4FCE-8D82-1E92928E1B47}" dt="2022-09-20T21:53:19.135" v="9607" actId="478"/>
          <ac:spMkLst>
            <pc:docMk/>
            <pc:sldMk cId="3301290894" sldId="321"/>
            <ac:spMk id="9" creationId="{B5DCACE3-E3C0-EA89-68B5-5DF9A08B861D}"/>
          </ac:spMkLst>
        </pc:spChg>
        <pc:spChg chg="add mod">
          <ac:chgData name="Pauline Smyth" userId="de5ce227-53e3-42c9-b7e0-2fb7785ba6f5" providerId="ADAL" clId="{DEEE9C90-ED8D-4FCE-8D82-1E92928E1B47}" dt="2022-09-20T21:57:46.234" v="9757" actId="20577"/>
          <ac:spMkLst>
            <pc:docMk/>
            <pc:sldMk cId="3301290894" sldId="321"/>
            <ac:spMk id="10" creationId="{77DB279C-4611-215D-3CB4-80BF66F4481A}"/>
          </ac:spMkLst>
        </pc:spChg>
        <pc:picChg chg="add mod">
          <ac:chgData name="Pauline Smyth" userId="de5ce227-53e3-42c9-b7e0-2fb7785ba6f5" providerId="ADAL" clId="{DEEE9C90-ED8D-4FCE-8D82-1E92928E1B47}" dt="2022-09-20T21:55:11.806" v="9611" actId="14100"/>
          <ac:picMkLst>
            <pc:docMk/>
            <pc:sldMk cId="3301290894" sldId="321"/>
            <ac:picMk id="5" creationId="{5F030691-5F95-BBBB-D336-FBB93F7BE9C8}"/>
          </ac:picMkLst>
        </pc:picChg>
        <pc:picChg chg="del">
          <ac:chgData name="Pauline Smyth" userId="de5ce227-53e3-42c9-b7e0-2fb7785ba6f5" providerId="ADAL" clId="{DEEE9C90-ED8D-4FCE-8D82-1E92928E1B47}" dt="2022-09-20T21:53:11.690" v="9605" actId="478"/>
          <ac:picMkLst>
            <pc:docMk/>
            <pc:sldMk cId="3301290894" sldId="321"/>
            <ac:picMk id="6" creationId="{5630AD1A-0D8F-5F59-53D5-19B07F2E749C}"/>
          </ac:picMkLst>
        </pc:picChg>
      </pc:sldChg>
      <pc:sldChg chg="addSp delSp modSp add mod">
        <pc:chgData name="Pauline Smyth" userId="de5ce227-53e3-42c9-b7e0-2fb7785ba6f5" providerId="ADAL" clId="{DEEE9C90-ED8D-4FCE-8D82-1E92928E1B47}" dt="2022-09-20T22:03:06.532" v="9766" actId="1076"/>
        <pc:sldMkLst>
          <pc:docMk/>
          <pc:sldMk cId="2515098623" sldId="322"/>
        </pc:sldMkLst>
        <pc:spChg chg="del mod">
          <ac:chgData name="Pauline Smyth" userId="de5ce227-53e3-42c9-b7e0-2fb7785ba6f5" providerId="ADAL" clId="{DEEE9C90-ED8D-4FCE-8D82-1E92928E1B47}" dt="2022-09-20T22:02:44.069" v="9761" actId="478"/>
          <ac:spMkLst>
            <pc:docMk/>
            <pc:sldMk cId="2515098623" sldId="322"/>
            <ac:spMk id="7" creationId="{4C95D08F-F593-BA6A-82E5-4F3A57710164}"/>
          </ac:spMkLst>
        </pc:spChg>
        <pc:spChg chg="del">
          <ac:chgData name="Pauline Smyth" userId="de5ce227-53e3-42c9-b7e0-2fb7785ba6f5" providerId="ADAL" clId="{DEEE9C90-ED8D-4FCE-8D82-1E92928E1B47}" dt="2022-09-20T22:02:50.347" v="9762" actId="478"/>
          <ac:spMkLst>
            <pc:docMk/>
            <pc:sldMk cId="2515098623" sldId="322"/>
            <ac:spMk id="10" creationId="{77DB279C-4611-215D-3CB4-80BF66F4481A}"/>
          </ac:spMkLst>
        </pc:spChg>
        <pc:picChg chg="del">
          <ac:chgData name="Pauline Smyth" userId="de5ce227-53e3-42c9-b7e0-2fb7785ba6f5" providerId="ADAL" clId="{DEEE9C90-ED8D-4FCE-8D82-1E92928E1B47}" dt="2022-09-20T22:02:38.502" v="9759" actId="478"/>
          <ac:picMkLst>
            <pc:docMk/>
            <pc:sldMk cId="2515098623" sldId="322"/>
            <ac:picMk id="5" creationId="{5F030691-5F95-BBBB-D336-FBB93F7BE9C8}"/>
          </ac:picMkLst>
        </pc:picChg>
        <pc:picChg chg="add mod">
          <ac:chgData name="Pauline Smyth" userId="de5ce227-53e3-42c9-b7e0-2fb7785ba6f5" providerId="ADAL" clId="{DEEE9C90-ED8D-4FCE-8D82-1E92928E1B47}" dt="2022-09-20T22:03:06.532" v="9766" actId="1076"/>
          <ac:picMkLst>
            <pc:docMk/>
            <pc:sldMk cId="2515098623" sldId="322"/>
            <ac:picMk id="6" creationId="{07223C26-5F67-48F0-9FA1-CBD214811210}"/>
          </ac:picMkLst>
        </pc:picChg>
      </pc:sldChg>
      <pc:sldChg chg="addSp delSp modSp add mod">
        <pc:chgData name="Pauline Smyth" userId="de5ce227-53e3-42c9-b7e0-2fb7785ba6f5" providerId="ADAL" clId="{DEEE9C90-ED8D-4FCE-8D82-1E92928E1B47}" dt="2022-09-20T22:13:14.048" v="10156" actId="2710"/>
        <pc:sldMkLst>
          <pc:docMk/>
          <pc:sldMk cId="2012183919" sldId="323"/>
        </pc:sldMkLst>
        <pc:spChg chg="mod">
          <ac:chgData name="Pauline Smyth" userId="de5ce227-53e3-42c9-b7e0-2fb7785ba6f5" providerId="ADAL" clId="{DEEE9C90-ED8D-4FCE-8D82-1E92928E1B47}" dt="2022-09-20T22:09:20.139" v="9794" actId="20577"/>
          <ac:spMkLst>
            <pc:docMk/>
            <pc:sldMk cId="2012183919" sldId="323"/>
            <ac:spMk id="2" creationId="{8298A45F-5681-E0C5-F35C-7EF83CE4062E}"/>
          </ac:spMkLst>
        </pc:spChg>
        <pc:spChg chg="del mod">
          <ac:chgData name="Pauline Smyth" userId="de5ce227-53e3-42c9-b7e0-2fb7785ba6f5" providerId="ADAL" clId="{DEEE9C90-ED8D-4FCE-8D82-1E92928E1B47}" dt="2022-09-20T22:09:45.305" v="9798" actId="478"/>
          <ac:spMkLst>
            <pc:docMk/>
            <pc:sldMk cId="2012183919" sldId="323"/>
            <ac:spMk id="3" creationId="{0BBC6677-78BB-810D-574F-E67FC1092768}"/>
          </ac:spMkLst>
        </pc:spChg>
        <pc:spChg chg="add mod">
          <ac:chgData name="Pauline Smyth" userId="de5ce227-53e3-42c9-b7e0-2fb7785ba6f5" providerId="ADAL" clId="{DEEE9C90-ED8D-4FCE-8D82-1E92928E1B47}" dt="2022-09-20T22:13:14.048" v="10156" actId="2710"/>
          <ac:spMkLst>
            <pc:docMk/>
            <pc:sldMk cId="2012183919" sldId="323"/>
            <ac:spMk id="4" creationId="{065E7AB0-9982-720E-5EFF-7E3929E4FAD2}"/>
          </ac:spMkLst>
        </pc:spChg>
        <pc:picChg chg="del">
          <ac:chgData name="Pauline Smyth" userId="de5ce227-53e3-42c9-b7e0-2fb7785ba6f5" providerId="ADAL" clId="{DEEE9C90-ED8D-4FCE-8D82-1E92928E1B47}" dt="2022-09-20T22:07:55.730" v="9768" actId="478"/>
          <ac:picMkLst>
            <pc:docMk/>
            <pc:sldMk cId="2012183919" sldId="323"/>
            <ac:picMk id="6" creationId="{07223C26-5F67-48F0-9FA1-CBD214811210}"/>
          </ac:picMkLst>
        </pc:picChg>
      </pc:sldChg>
      <pc:sldChg chg="modSp add mod">
        <pc:chgData name="Pauline Smyth" userId="de5ce227-53e3-42c9-b7e0-2fb7785ba6f5" providerId="ADAL" clId="{DEEE9C90-ED8D-4FCE-8D82-1E92928E1B47}" dt="2022-09-21T21:45:13.393" v="10963" actId="20577"/>
        <pc:sldMkLst>
          <pc:docMk/>
          <pc:sldMk cId="4175950268" sldId="324"/>
        </pc:sldMkLst>
        <pc:spChg chg="mod">
          <ac:chgData name="Pauline Smyth" userId="de5ce227-53e3-42c9-b7e0-2fb7785ba6f5" providerId="ADAL" clId="{DEEE9C90-ED8D-4FCE-8D82-1E92928E1B47}" dt="2022-09-21T21:19:38.291" v="10181" actId="20577"/>
          <ac:spMkLst>
            <pc:docMk/>
            <pc:sldMk cId="4175950268" sldId="324"/>
            <ac:spMk id="2" creationId="{8298A45F-5681-E0C5-F35C-7EF83CE4062E}"/>
          </ac:spMkLst>
        </pc:spChg>
        <pc:spChg chg="mod">
          <ac:chgData name="Pauline Smyth" userId="de5ce227-53e3-42c9-b7e0-2fb7785ba6f5" providerId="ADAL" clId="{DEEE9C90-ED8D-4FCE-8D82-1E92928E1B47}" dt="2022-09-21T21:45:13.393" v="10963" actId="20577"/>
          <ac:spMkLst>
            <pc:docMk/>
            <pc:sldMk cId="4175950268" sldId="324"/>
            <ac:spMk id="4" creationId="{065E7AB0-9982-720E-5EFF-7E3929E4FAD2}"/>
          </ac:spMkLst>
        </pc:spChg>
      </pc:sldChg>
      <pc:sldChg chg="modSp add mod">
        <pc:chgData name="Pauline Smyth" userId="de5ce227-53e3-42c9-b7e0-2fb7785ba6f5" providerId="ADAL" clId="{DEEE9C90-ED8D-4FCE-8D82-1E92928E1B47}" dt="2022-09-21T21:45:27.161" v="10964" actId="6549"/>
        <pc:sldMkLst>
          <pc:docMk/>
          <pc:sldMk cId="2059989373" sldId="325"/>
        </pc:sldMkLst>
        <pc:spChg chg="mod">
          <ac:chgData name="Pauline Smyth" userId="de5ce227-53e3-42c9-b7e0-2fb7785ba6f5" providerId="ADAL" clId="{DEEE9C90-ED8D-4FCE-8D82-1E92928E1B47}" dt="2022-09-21T21:45:27.161" v="10964" actId="6549"/>
          <ac:spMkLst>
            <pc:docMk/>
            <pc:sldMk cId="2059989373" sldId="325"/>
            <ac:spMk id="4" creationId="{065E7AB0-9982-720E-5EFF-7E3929E4FAD2}"/>
          </ac:spMkLst>
        </pc:spChg>
      </pc:sldChg>
      <pc:sldChg chg="modSp add mod">
        <pc:chgData name="Pauline Smyth" userId="de5ce227-53e3-42c9-b7e0-2fb7785ba6f5" providerId="ADAL" clId="{DEEE9C90-ED8D-4FCE-8D82-1E92928E1B47}" dt="2022-09-21T21:52:57.266" v="11258" actId="20577"/>
        <pc:sldMkLst>
          <pc:docMk/>
          <pc:sldMk cId="4119840735" sldId="326"/>
        </pc:sldMkLst>
        <pc:spChg chg="mod">
          <ac:chgData name="Pauline Smyth" userId="de5ce227-53e3-42c9-b7e0-2fb7785ba6f5" providerId="ADAL" clId="{DEEE9C90-ED8D-4FCE-8D82-1E92928E1B47}" dt="2022-09-21T21:52:57.266" v="11258" actId="20577"/>
          <ac:spMkLst>
            <pc:docMk/>
            <pc:sldMk cId="4119840735" sldId="326"/>
            <ac:spMk id="4" creationId="{065E7AB0-9982-720E-5EFF-7E3929E4FAD2}"/>
          </ac:spMkLst>
        </pc:spChg>
      </pc:sldChg>
      <pc:sldChg chg="addSp modSp add mod ord">
        <pc:chgData name="Pauline Smyth" userId="de5ce227-53e3-42c9-b7e0-2fb7785ba6f5" providerId="ADAL" clId="{DEEE9C90-ED8D-4FCE-8D82-1E92928E1B47}" dt="2022-09-21T22:06:29.890" v="11583" actId="115"/>
        <pc:sldMkLst>
          <pc:docMk/>
          <pc:sldMk cId="4040580804" sldId="327"/>
        </pc:sldMkLst>
        <pc:spChg chg="mod">
          <ac:chgData name="Pauline Smyth" userId="de5ce227-53e3-42c9-b7e0-2fb7785ba6f5" providerId="ADAL" clId="{DEEE9C90-ED8D-4FCE-8D82-1E92928E1B47}" dt="2022-09-21T22:06:29.890" v="11583" actId="115"/>
          <ac:spMkLst>
            <pc:docMk/>
            <pc:sldMk cId="4040580804" sldId="327"/>
            <ac:spMk id="4" creationId="{065E7AB0-9982-720E-5EFF-7E3929E4FAD2}"/>
          </ac:spMkLst>
        </pc:spChg>
        <pc:picChg chg="add mod">
          <ac:chgData name="Pauline Smyth" userId="de5ce227-53e3-42c9-b7e0-2fb7785ba6f5" providerId="ADAL" clId="{DEEE9C90-ED8D-4FCE-8D82-1E92928E1B47}" dt="2022-09-21T22:06:14.794" v="11581" actId="14100"/>
          <ac:picMkLst>
            <pc:docMk/>
            <pc:sldMk cId="4040580804" sldId="327"/>
            <ac:picMk id="5" creationId="{C59B26EE-B90D-4E2A-ED85-53861D057A69}"/>
          </ac:picMkLst>
        </pc:picChg>
      </pc:sldChg>
      <pc:sldChg chg="addSp delSp modSp add mod">
        <pc:chgData name="Pauline Smyth" userId="de5ce227-53e3-42c9-b7e0-2fb7785ba6f5" providerId="ADAL" clId="{DEEE9C90-ED8D-4FCE-8D82-1E92928E1B47}" dt="2022-09-21T22:00:28.318" v="11318" actId="14100"/>
        <pc:sldMkLst>
          <pc:docMk/>
          <pc:sldMk cId="3824853958" sldId="328"/>
        </pc:sldMkLst>
        <pc:spChg chg="del">
          <ac:chgData name="Pauline Smyth" userId="de5ce227-53e3-42c9-b7e0-2fb7785ba6f5" providerId="ADAL" clId="{DEEE9C90-ED8D-4FCE-8D82-1E92928E1B47}" dt="2022-09-21T22:00:01.639" v="11310" actId="478"/>
          <ac:spMkLst>
            <pc:docMk/>
            <pc:sldMk cId="3824853958" sldId="328"/>
            <ac:spMk id="2" creationId="{8298A45F-5681-E0C5-F35C-7EF83CE4062E}"/>
          </ac:spMkLst>
        </pc:spChg>
        <pc:spChg chg="mod">
          <ac:chgData name="Pauline Smyth" userId="de5ce227-53e3-42c9-b7e0-2fb7785ba6f5" providerId="ADAL" clId="{DEEE9C90-ED8D-4FCE-8D82-1E92928E1B47}" dt="2022-09-21T22:00:23.932" v="11317" actId="1076"/>
          <ac:spMkLst>
            <pc:docMk/>
            <pc:sldMk cId="3824853958" sldId="328"/>
            <ac:spMk id="4" creationId="{065E7AB0-9982-720E-5EFF-7E3929E4FAD2}"/>
          </ac:spMkLst>
        </pc:spChg>
        <pc:spChg chg="add del mod">
          <ac:chgData name="Pauline Smyth" userId="de5ce227-53e3-42c9-b7e0-2fb7785ba6f5" providerId="ADAL" clId="{DEEE9C90-ED8D-4FCE-8D82-1E92928E1B47}" dt="2022-09-21T22:00:04.270" v="11311" actId="478"/>
          <ac:spMkLst>
            <pc:docMk/>
            <pc:sldMk cId="3824853958" sldId="328"/>
            <ac:spMk id="7" creationId="{1A2D8A70-2808-1AC5-24B2-A878C850B636}"/>
          </ac:spMkLst>
        </pc:spChg>
        <pc:picChg chg="add mod">
          <ac:chgData name="Pauline Smyth" userId="de5ce227-53e3-42c9-b7e0-2fb7785ba6f5" providerId="ADAL" clId="{DEEE9C90-ED8D-4FCE-8D82-1E92928E1B47}" dt="2022-09-21T22:00:28.318" v="11318" actId="14100"/>
          <ac:picMkLst>
            <pc:docMk/>
            <pc:sldMk cId="3824853958" sldId="328"/>
            <ac:picMk id="5" creationId="{E1FC87E8-C49D-9178-F635-8A912F1A5358}"/>
          </ac:picMkLst>
        </pc:picChg>
      </pc:sldChg>
      <pc:sldChg chg="modSp add mod">
        <pc:chgData name="Pauline Smyth" userId="de5ce227-53e3-42c9-b7e0-2fb7785ba6f5" providerId="ADAL" clId="{DEEE9C90-ED8D-4FCE-8D82-1E92928E1B47}" dt="2022-09-21T22:40:16.725" v="12595" actId="6549"/>
        <pc:sldMkLst>
          <pc:docMk/>
          <pc:sldMk cId="1035103177" sldId="329"/>
        </pc:sldMkLst>
        <pc:spChg chg="mod">
          <ac:chgData name="Pauline Smyth" userId="de5ce227-53e3-42c9-b7e0-2fb7785ba6f5" providerId="ADAL" clId="{DEEE9C90-ED8D-4FCE-8D82-1E92928E1B47}" dt="2022-09-21T22:40:16.725" v="12595" actId="6549"/>
          <ac:spMkLst>
            <pc:docMk/>
            <pc:sldMk cId="1035103177" sldId="329"/>
            <ac:spMk id="4" creationId="{065E7AB0-9982-720E-5EFF-7E3929E4FAD2}"/>
          </ac:spMkLst>
        </pc:spChg>
      </pc:sldChg>
      <pc:sldChg chg="addSp delSp modSp add mod">
        <pc:chgData name="Pauline Smyth" userId="de5ce227-53e3-42c9-b7e0-2fb7785ba6f5" providerId="ADAL" clId="{DEEE9C90-ED8D-4FCE-8D82-1E92928E1B47}" dt="2022-09-21T22:10:37.641" v="11784" actId="115"/>
        <pc:sldMkLst>
          <pc:docMk/>
          <pc:sldMk cId="2479505310" sldId="330"/>
        </pc:sldMkLst>
        <pc:spChg chg="mod">
          <ac:chgData name="Pauline Smyth" userId="de5ce227-53e3-42c9-b7e0-2fb7785ba6f5" providerId="ADAL" clId="{DEEE9C90-ED8D-4FCE-8D82-1E92928E1B47}" dt="2022-09-21T22:10:37.641" v="11784" actId="115"/>
          <ac:spMkLst>
            <pc:docMk/>
            <pc:sldMk cId="2479505310" sldId="330"/>
            <ac:spMk id="4" creationId="{065E7AB0-9982-720E-5EFF-7E3929E4FAD2}"/>
          </ac:spMkLst>
        </pc:spChg>
        <pc:picChg chg="del">
          <ac:chgData name="Pauline Smyth" userId="de5ce227-53e3-42c9-b7e0-2fb7785ba6f5" providerId="ADAL" clId="{DEEE9C90-ED8D-4FCE-8D82-1E92928E1B47}" dt="2022-09-21T22:06:42.375" v="11585" actId="478"/>
          <ac:picMkLst>
            <pc:docMk/>
            <pc:sldMk cId="2479505310" sldId="330"/>
            <ac:picMk id="5" creationId="{C59B26EE-B90D-4E2A-ED85-53861D057A69}"/>
          </ac:picMkLst>
        </pc:picChg>
        <pc:picChg chg="add mod">
          <ac:chgData name="Pauline Smyth" userId="de5ce227-53e3-42c9-b7e0-2fb7785ba6f5" providerId="ADAL" clId="{DEEE9C90-ED8D-4FCE-8D82-1E92928E1B47}" dt="2022-09-21T22:07:39.032" v="11629" actId="14100"/>
          <ac:picMkLst>
            <pc:docMk/>
            <pc:sldMk cId="2479505310" sldId="330"/>
            <ac:picMk id="6" creationId="{C68C0D9E-C2F2-4474-8DA6-9D20B778C81C}"/>
          </ac:picMkLst>
        </pc:picChg>
      </pc:sldChg>
      <pc:sldChg chg="addSp delSp modSp add mod">
        <pc:chgData name="Pauline Smyth" userId="de5ce227-53e3-42c9-b7e0-2fb7785ba6f5" providerId="ADAL" clId="{DEEE9C90-ED8D-4FCE-8D82-1E92928E1B47}" dt="2022-09-21T22:26:36.397" v="12224" actId="14100"/>
        <pc:sldMkLst>
          <pc:docMk/>
          <pc:sldMk cId="1391511325" sldId="331"/>
        </pc:sldMkLst>
        <pc:spChg chg="mod">
          <ac:chgData name="Pauline Smyth" userId="de5ce227-53e3-42c9-b7e0-2fb7785ba6f5" providerId="ADAL" clId="{DEEE9C90-ED8D-4FCE-8D82-1E92928E1B47}" dt="2022-09-21T22:20:39.511" v="12011" actId="1076"/>
          <ac:spMkLst>
            <pc:docMk/>
            <pc:sldMk cId="1391511325" sldId="331"/>
            <ac:spMk id="2" creationId="{8298A45F-5681-E0C5-F35C-7EF83CE4062E}"/>
          </ac:spMkLst>
        </pc:spChg>
        <pc:spChg chg="mod">
          <ac:chgData name="Pauline Smyth" userId="de5ce227-53e3-42c9-b7e0-2fb7785ba6f5" providerId="ADAL" clId="{DEEE9C90-ED8D-4FCE-8D82-1E92928E1B47}" dt="2022-09-21T22:20:43.824" v="12012" actId="1076"/>
          <ac:spMkLst>
            <pc:docMk/>
            <pc:sldMk cId="1391511325" sldId="331"/>
            <ac:spMk id="4" creationId="{065E7AB0-9982-720E-5EFF-7E3929E4FAD2}"/>
          </ac:spMkLst>
        </pc:spChg>
        <pc:picChg chg="add del mod">
          <ac:chgData name="Pauline Smyth" userId="de5ce227-53e3-42c9-b7e0-2fb7785ba6f5" providerId="ADAL" clId="{DEEE9C90-ED8D-4FCE-8D82-1E92928E1B47}" dt="2022-09-21T22:24:42.404" v="12221" actId="478"/>
          <ac:picMkLst>
            <pc:docMk/>
            <pc:sldMk cId="1391511325" sldId="331"/>
            <ac:picMk id="5" creationId="{AC1595A5-A31D-D452-5E7F-AEF8D8191424}"/>
          </ac:picMkLst>
        </pc:picChg>
        <pc:picChg chg="del">
          <ac:chgData name="Pauline Smyth" userId="de5ce227-53e3-42c9-b7e0-2fb7785ba6f5" providerId="ADAL" clId="{DEEE9C90-ED8D-4FCE-8D82-1E92928E1B47}" dt="2022-09-21T22:10:42.354" v="11785" actId="478"/>
          <ac:picMkLst>
            <pc:docMk/>
            <pc:sldMk cId="1391511325" sldId="331"/>
            <ac:picMk id="6" creationId="{C68C0D9E-C2F2-4474-8DA6-9D20B778C81C}"/>
          </ac:picMkLst>
        </pc:picChg>
        <pc:picChg chg="add mod">
          <ac:chgData name="Pauline Smyth" userId="de5ce227-53e3-42c9-b7e0-2fb7785ba6f5" providerId="ADAL" clId="{DEEE9C90-ED8D-4FCE-8D82-1E92928E1B47}" dt="2022-09-21T22:26:36.397" v="12224" actId="14100"/>
          <ac:picMkLst>
            <pc:docMk/>
            <pc:sldMk cId="1391511325" sldId="331"/>
            <ac:picMk id="8" creationId="{B8D49E5F-05DD-57DC-A3A0-51FFAB4CAF3C}"/>
          </ac:picMkLst>
        </pc:picChg>
      </pc:sldChg>
      <pc:sldChg chg="delSp modSp add mod">
        <pc:chgData name="Pauline Smyth" userId="de5ce227-53e3-42c9-b7e0-2fb7785ba6f5" providerId="ADAL" clId="{DEEE9C90-ED8D-4FCE-8D82-1E92928E1B47}" dt="2022-09-21T22:34:49.574" v="12308" actId="403"/>
        <pc:sldMkLst>
          <pc:docMk/>
          <pc:sldMk cId="3174003376" sldId="332"/>
        </pc:sldMkLst>
        <pc:spChg chg="mod">
          <ac:chgData name="Pauline Smyth" userId="de5ce227-53e3-42c9-b7e0-2fb7785ba6f5" providerId="ADAL" clId="{DEEE9C90-ED8D-4FCE-8D82-1E92928E1B47}" dt="2022-09-21T22:34:49.574" v="12308" actId="403"/>
          <ac:spMkLst>
            <pc:docMk/>
            <pc:sldMk cId="3174003376" sldId="332"/>
            <ac:spMk id="4" creationId="{065E7AB0-9982-720E-5EFF-7E3929E4FAD2}"/>
          </ac:spMkLst>
        </pc:spChg>
        <pc:picChg chg="del">
          <ac:chgData name="Pauline Smyth" userId="de5ce227-53e3-42c9-b7e0-2fb7785ba6f5" providerId="ADAL" clId="{DEEE9C90-ED8D-4FCE-8D82-1E92928E1B47}" dt="2022-09-21T22:22:30.305" v="12014" actId="478"/>
          <ac:picMkLst>
            <pc:docMk/>
            <pc:sldMk cId="3174003376" sldId="332"/>
            <ac:picMk id="6" creationId="{C68C0D9E-C2F2-4474-8DA6-9D20B778C81C}"/>
          </ac:picMkLst>
        </pc:picChg>
      </pc:sldChg>
      <pc:sldChg chg="modSp add del mod">
        <pc:chgData name="Pauline Smyth" userId="de5ce227-53e3-42c9-b7e0-2fb7785ba6f5" providerId="ADAL" clId="{DEEE9C90-ED8D-4FCE-8D82-1E92928E1B47}" dt="2022-09-21T22:49:27.936" v="12725" actId="47"/>
        <pc:sldMkLst>
          <pc:docMk/>
          <pc:sldMk cId="4263774884" sldId="333"/>
        </pc:sldMkLst>
        <pc:spChg chg="mod">
          <ac:chgData name="Pauline Smyth" userId="de5ce227-53e3-42c9-b7e0-2fb7785ba6f5" providerId="ADAL" clId="{DEEE9C90-ED8D-4FCE-8D82-1E92928E1B47}" dt="2022-09-21T22:36:22.476" v="12317" actId="20577"/>
          <ac:spMkLst>
            <pc:docMk/>
            <pc:sldMk cId="4263774884" sldId="333"/>
            <ac:spMk id="2" creationId="{8298A45F-5681-E0C5-F35C-7EF83CE4062E}"/>
          </ac:spMkLst>
        </pc:spChg>
        <pc:spChg chg="mod">
          <ac:chgData name="Pauline Smyth" userId="de5ce227-53e3-42c9-b7e0-2fb7785ba6f5" providerId="ADAL" clId="{DEEE9C90-ED8D-4FCE-8D82-1E92928E1B47}" dt="2022-09-21T22:40:04.517" v="12593" actId="20577"/>
          <ac:spMkLst>
            <pc:docMk/>
            <pc:sldMk cId="4263774884" sldId="333"/>
            <ac:spMk id="4" creationId="{065E7AB0-9982-720E-5EFF-7E3929E4FAD2}"/>
          </ac:spMkLst>
        </pc:spChg>
      </pc:sldChg>
      <pc:sldChg chg="addSp modSp add mod modAnim">
        <pc:chgData name="Pauline Smyth" userId="de5ce227-53e3-42c9-b7e0-2fb7785ba6f5" providerId="ADAL" clId="{DEEE9C90-ED8D-4FCE-8D82-1E92928E1B47}" dt="2022-09-21T22:50:49.193" v="12802" actId="6549"/>
        <pc:sldMkLst>
          <pc:docMk/>
          <pc:sldMk cId="2514875321" sldId="334"/>
        </pc:sldMkLst>
        <pc:spChg chg="mod">
          <ac:chgData name="Pauline Smyth" userId="de5ce227-53e3-42c9-b7e0-2fb7785ba6f5" providerId="ADAL" clId="{DEEE9C90-ED8D-4FCE-8D82-1E92928E1B47}" dt="2022-09-21T22:40:35.405" v="12600" actId="27636"/>
          <ac:spMkLst>
            <pc:docMk/>
            <pc:sldMk cId="2514875321" sldId="334"/>
            <ac:spMk id="2" creationId="{8298A45F-5681-E0C5-F35C-7EF83CE4062E}"/>
          </ac:spMkLst>
        </pc:spChg>
        <pc:spChg chg="add mod">
          <ac:chgData name="Pauline Smyth" userId="de5ce227-53e3-42c9-b7e0-2fb7785ba6f5" providerId="ADAL" clId="{DEEE9C90-ED8D-4FCE-8D82-1E92928E1B47}" dt="2022-09-21T22:50:49.193" v="12802" actId="6549"/>
          <ac:spMkLst>
            <pc:docMk/>
            <pc:sldMk cId="2514875321" sldId="334"/>
            <ac:spMk id="3" creationId="{16CE1B67-147C-B5D9-FCA8-4DAC76B244B3}"/>
          </ac:spMkLst>
        </pc:spChg>
        <pc:spChg chg="mod">
          <ac:chgData name="Pauline Smyth" userId="de5ce227-53e3-42c9-b7e0-2fb7785ba6f5" providerId="ADAL" clId="{DEEE9C90-ED8D-4FCE-8D82-1E92928E1B47}" dt="2022-09-21T22:48:25.485" v="12722" actId="20577"/>
          <ac:spMkLst>
            <pc:docMk/>
            <pc:sldMk cId="2514875321" sldId="334"/>
            <ac:spMk id="4" creationId="{065E7AB0-9982-720E-5EFF-7E3929E4FAD2}"/>
          </ac:spMkLst>
        </pc:spChg>
      </pc:sldChg>
      <pc:sldChg chg="modSp add ord">
        <pc:chgData name="Pauline Smyth" userId="de5ce227-53e3-42c9-b7e0-2fb7785ba6f5" providerId="ADAL" clId="{DEEE9C90-ED8D-4FCE-8D82-1E92928E1B47}" dt="2022-09-21T22:48:19.526" v="12721" actId="20577"/>
        <pc:sldMkLst>
          <pc:docMk/>
          <pc:sldMk cId="2783399380" sldId="335"/>
        </pc:sldMkLst>
        <pc:spChg chg="mod">
          <ac:chgData name="Pauline Smyth" userId="de5ce227-53e3-42c9-b7e0-2fb7785ba6f5" providerId="ADAL" clId="{DEEE9C90-ED8D-4FCE-8D82-1E92928E1B47}" dt="2022-09-21T22:48:19.526" v="12721" actId="20577"/>
          <ac:spMkLst>
            <pc:docMk/>
            <pc:sldMk cId="2783399380" sldId="335"/>
            <ac:spMk id="4" creationId="{065E7AB0-9982-720E-5EFF-7E3929E4FAD2}"/>
          </ac:spMkLst>
        </pc:spChg>
      </pc:sldChg>
      <pc:sldChg chg="modSp add mod">
        <pc:chgData name="Pauline Smyth" userId="de5ce227-53e3-42c9-b7e0-2fb7785ba6f5" providerId="ADAL" clId="{DEEE9C90-ED8D-4FCE-8D82-1E92928E1B47}" dt="2022-09-21T22:51:18.324" v="12809" actId="20577"/>
        <pc:sldMkLst>
          <pc:docMk/>
          <pc:sldMk cId="3041219283" sldId="336"/>
        </pc:sldMkLst>
        <pc:spChg chg="mod">
          <ac:chgData name="Pauline Smyth" userId="de5ce227-53e3-42c9-b7e0-2fb7785ba6f5" providerId="ADAL" clId="{DEEE9C90-ED8D-4FCE-8D82-1E92928E1B47}" dt="2022-09-21T22:51:18.324" v="12809" actId="20577"/>
          <ac:spMkLst>
            <pc:docMk/>
            <pc:sldMk cId="3041219283" sldId="336"/>
            <ac:spMk id="3" creationId="{16CE1B67-147C-B5D9-FCA8-4DAC76B244B3}"/>
          </ac:spMkLst>
        </pc:spChg>
        <pc:spChg chg="mod">
          <ac:chgData name="Pauline Smyth" userId="de5ce227-53e3-42c9-b7e0-2fb7785ba6f5" providerId="ADAL" clId="{DEEE9C90-ED8D-4FCE-8D82-1E92928E1B47}" dt="2022-09-21T22:51:04.976" v="12805" actId="20577"/>
          <ac:spMkLst>
            <pc:docMk/>
            <pc:sldMk cId="3041219283" sldId="336"/>
            <ac:spMk id="4" creationId="{065E7AB0-9982-720E-5EFF-7E3929E4FAD2}"/>
          </ac:spMkLst>
        </pc:spChg>
      </pc:sldChg>
      <pc:sldChg chg="modSp add mod modAnim">
        <pc:chgData name="Pauline Smyth" userId="de5ce227-53e3-42c9-b7e0-2fb7785ba6f5" providerId="ADAL" clId="{DEEE9C90-ED8D-4FCE-8D82-1E92928E1B47}" dt="2022-09-21T22:52:45.120" v="12855" actId="20577"/>
        <pc:sldMkLst>
          <pc:docMk/>
          <pc:sldMk cId="1282491189" sldId="337"/>
        </pc:sldMkLst>
        <pc:spChg chg="mod">
          <ac:chgData name="Pauline Smyth" userId="de5ce227-53e3-42c9-b7e0-2fb7785ba6f5" providerId="ADAL" clId="{DEEE9C90-ED8D-4FCE-8D82-1E92928E1B47}" dt="2022-09-21T22:52:45.120" v="12855" actId="20577"/>
          <ac:spMkLst>
            <pc:docMk/>
            <pc:sldMk cId="1282491189" sldId="337"/>
            <ac:spMk id="3" creationId="{16CE1B67-147C-B5D9-FCA8-4DAC76B244B3}"/>
          </ac:spMkLst>
        </pc:spChg>
        <pc:spChg chg="mod">
          <ac:chgData name="Pauline Smyth" userId="de5ce227-53e3-42c9-b7e0-2fb7785ba6f5" providerId="ADAL" clId="{DEEE9C90-ED8D-4FCE-8D82-1E92928E1B47}" dt="2022-09-21T22:52:02.272" v="12813"/>
          <ac:spMkLst>
            <pc:docMk/>
            <pc:sldMk cId="1282491189" sldId="337"/>
            <ac:spMk id="4" creationId="{065E7AB0-9982-720E-5EFF-7E3929E4FAD2}"/>
          </ac:spMkLst>
        </pc:spChg>
      </pc:sldChg>
      <pc:sldChg chg="addSp delSp modSp add mod delAnim">
        <pc:chgData name="Pauline Smyth" userId="de5ce227-53e3-42c9-b7e0-2fb7785ba6f5" providerId="ADAL" clId="{DEEE9C90-ED8D-4FCE-8D82-1E92928E1B47}" dt="2022-09-21T23:15:55.272" v="12862" actId="14100"/>
        <pc:sldMkLst>
          <pc:docMk/>
          <pc:sldMk cId="1784121900" sldId="338"/>
        </pc:sldMkLst>
        <pc:spChg chg="del">
          <ac:chgData name="Pauline Smyth" userId="de5ce227-53e3-42c9-b7e0-2fb7785ba6f5" providerId="ADAL" clId="{DEEE9C90-ED8D-4FCE-8D82-1E92928E1B47}" dt="2022-09-21T22:53:18.433" v="12858" actId="478"/>
          <ac:spMkLst>
            <pc:docMk/>
            <pc:sldMk cId="1784121900" sldId="338"/>
            <ac:spMk id="3" creationId="{16CE1B67-147C-B5D9-FCA8-4DAC76B244B3}"/>
          </ac:spMkLst>
        </pc:spChg>
        <pc:spChg chg="mod">
          <ac:chgData name="Pauline Smyth" userId="de5ce227-53e3-42c9-b7e0-2fb7785ba6f5" providerId="ADAL" clId="{DEEE9C90-ED8D-4FCE-8D82-1E92928E1B47}" dt="2022-09-21T22:53:14.608" v="12857" actId="6549"/>
          <ac:spMkLst>
            <pc:docMk/>
            <pc:sldMk cId="1784121900" sldId="338"/>
            <ac:spMk id="4" creationId="{065E7AB0-9982-720E-5EFF-7E3929E4FAD2}"/>
          </ac:spMkLst>
        </pc:spChg>
        <pc:picChg chg="add mod">
          <ac:chgData name="Pauline Smyth" userId="de5ce227-53e3-42c9-b7e0-2fb7785ba6f5" providerId="ADAL" clId="{DEEE9C90-ED8D-4FCE-8D82-1E92928E1B47}" dt="2022-09-21T23:15:55.272" v="12862" actId="14100"/>
          <ac:picMkLst>
            <pc:docMk/>
            <pc:sldMk cId="1784121900" sldId="338"/>
            <ac:picMk id="6" creationId="{D50F1D2F-32CB-8D3D-3E05-2FB6DDA24B7A}"/>
          </ac:picMkLst>
        </pc:picChg>
      </pc:sldChg>
      <pc:sldChg chg="addSp delSp modSp add mod">
        <pc:chgData name="Pauline Smyth" userId="de5ce227-53e3-42c9-b7e0-2fb7785ba6f5" providerId="ADAL" clId="{DEEE9C90-ED8D-4FCE-8D82-1E92928E1B47}" dt="2022-09-21T23:20:07.415" v="12871" actId="1076"/>
        <pc:sldMkLst>
          <pc:docMk/>
          <pc:sldMk cId="2216750361" sldId="339"/>
        </pc:sldMkLst>
        <pc:spChg chg="del mod">
          <ac:chgData name="Pauline Smyth" userId="de5ce227-53e3-42c9-b7e0-2fb7785ba6f5" providerId="ADAL" clId="{DEEE9C90-ED8D-4FCE-8D82-1E92928E1B47}" dt="2022-09-21T23:16:19.955" v="12867"/>
          <ac:spMkLst>
            <pc:docMk/>
            <pc:sldMk cId="2216750361" sldId="339"/>
            <ac:spMk id="4" creationId="{065E7AB0-9982-720E-5EFF-7E3929E4FAD2}"/>
          </ac:spMkLst>
        </pc:spChg>
        <pc:picChg chg="add mod">
          <ac:chgData name="Pauline Smyth" userId="de5ce227-53e3-42c9-b7e0-2fb7785ba6f5" providerId="ADAL" clId="{DEEE9C90-ED8D-4FCE-8D82-1E92928E1B47}" dt="2022-09-21T23:18:07.125" v="12869" actId="1076"/>
          <ac:picMkLst>
            <pc:docMk/>
            <pc:sldMk cId="2216750361" sldId="339"/>
            <ac:picMk id="5" creationId="{14863B5F-D010-D342-D490-2C3430BF1D29}"/>
          </ac:picMkLst>
        </pc:picChg>
        <pc:picChg chg="add mod">
          <ac:chgData name="Pauline Smyth" userId="de5ce227-53e3-42c9-b7e0-2fb7785ba6f5" providerId="ADAL" clId="{DEEE9C90-ED8D-4FCE-8D82-1E92928E1B47}" dt="2022-09-21T23:20:07.415" v="12871" actId="1076"/>
          <ac:picMkLst>
            <pc:docMk/>
            <pc:sldMk cId="2216750361" sldId="339"/>
            <ac:picMk id="7" creationId="{8E3521DA-4567-8D36-554F-B750E1B1476B}"/>
          </ac:picMkLst>
        </pc:picChg>
        <pc:picChg chg="del">
          <ac:chgData name="Pauline Smyth" userId="de5ce227-53e3-42c9-b7e0-2fb7785ba6f5" providerId="ADAL" clId="{DEEE9C90-ED8D-4FCE-8D82-1E92928E1B47}" dt="2022-09-21T23:16:19.951" v="12865" actId="478"/>
          <ac:picMkLst>
            <pc:docMk/>
            <pc:sldMk cId="2216750361" sldId="339"/>
            <ac:picMk id="8" creationId="{B8D49E5F-05DD-57DC-A3A0-51FFAB4CAF3C}"/>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accent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109980" y="882376"/>
            <a:ext cx="9966960" cy="2926080"/>
          </a:xfrm>
        </p:spPr>
        <p:txBody>
          <a:bodyPr anchor="b">
            <a:normAutofit/>
          </a:bodyPr>
          <a:lstStyle>
            <a:lvl1pPr algn="ctr">
              <a:lnSpc>
                <a:spcPct val="85000"/>
              </a:lnSpc>
              <a:defRPr sz="7200" b="1" cap="all" baseline="0">
                <a:solidFill>
                  <a:srgbClr val="FFFFFF"/>
                </a:solidFill>
              </a:defRPr>
            </a:lvl1pPr>
          </a:lstStyle>
          <a:p>
            <a:r>
              <a:rPr lang="en-US"/>
              <a:t>Click to edit Master title style</a:t>
            </a:r>
          </a:p>
        </p:txBody>
      </p:sp>
      <p:sp>
        <p:nvSpPr>
          <p:cNvPr id="3" name="Subtitle 2"/>
          <p:cNvSpPr>
            <a:spLocks noGrp="1"/>
          </p:cNvSpPr>
          <p:nvPr>
            <p:ph type="subTitle" idx="1"/>
          </p:nvPr>
        </p:nvSpPr>
        <p:spPr>
          <a:xfrm>
            <a:off x="1709530" y="3869634"/>
            <a:ext cx="8767860" cy="1388165"/>
          </a:xfrm>
        </p:spPr>
        <p:txBody>
          <a:bodyPr>
            <a:normAutofit/>
          </a:bodyPr>
          <a:lstStyle>
            <a:lvl1pPr marL="0" indent="0" algn="ctr">
              <a:buNone/>
              <a:defRPr sz="2200">
                <a:solidFill>
                  <a:srgbClr val="FFFFFF"/>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p>
        </p:txBody>
      </p:sp>
      <p:sp>
        <p:nvSpPr>
          <p:cNvPr id="4" name="Date Placeholder 3"/>
          <p:cNvSpPr>
            <a:spLocks noGrp="1"/>
          </p:cNvSpPr>
          <p:nvPr>
            <p:ph type="dt" sz="half" idx="10"/>
          </p:nvPr>
        </p:nvSpPr>
        <p:spPr/>
        <p:txBody>
          <a:bodyPr/>
          <a:lstStyle>
            <a:lvl1pPr>
              <a:defRPr>
                <a:solidFill>
                  <a:srgbClr val="FFFFFF"/>
                </a:solidFill>
              </a:defRPr>
            </a:lvl1pPr>
          </a:lstStyle>
          <a:p>
            <a:fld id="{6ABED2CA-186C-4853-8F3B-71CCE86A6D6F}" type="datetimeFigureOut">
              <a:rPr lang="en-IE" smtClean="0"/>
              <a:t>22/09/2022</a:t>
            </a:fld>
            <a:endParaRPr lang="en-IE"/>
          </a:p>
        </p:txBody>
      </p:sp>
      <p:sp>
        <p:nvSpPr>
          <p:cNvPr id="5" name="Footer Placeholder 4"/>
          <p:cNvSpPr>
            <a:spLocks noGrp="1"/>
          </p:cNvSpPr>
          <p:nvPr>
            <p:ph type="ftr" sz="quarter" idx="11"/>
          </p:nvPr>
        </p:nvSpPr>
        <p:spPr/>
        <p:txBody>
          <a:bodyPr/>
          <a:lstStyle>
            <a:lvl1pPr>
              <a:defRPr>
                <a:solidFill>
                  <a:srgbClr val="FFFFFF"/>
                </a:solidFill>
              </a:defRPr>
            </a:lvl1pPr>
          </a:lstStyle>
          <a:p>
            <a:endParaRPr lang="en-IE"/>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A2E5D9AE-F91E-4A0F-B832-641626FF009C}" type="slidenum">
              <a:rPr lang="en-IE" smtClean="0"/>
              <a:t>‹#›</a:t>
            </a:fld>
            <a:endParaRPr lang="en-IE"/>
          </a:p>
        </p:txBody>
      </p:sp>
      <p:cxnSp>
        <p:nvCxnSpPr>
          <p:cNvPr id="8" name="Straight Connector 7"/>
          <p:cNvCxnSpPr/>
          <p:nvPr/>
        </p:nvCxnSpPr>
        <p:spPr>
          <a:xfrm>
            <a:off x="1978660" y="3733800"/>
            <a:ext cx="8229601" cy="0"/>
          </a:xfrm>
          <a:prstGeom prst="line">
            <a:avLst/>
          </a:prstGeom>
          <a:ln>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382378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ABED2CA-186C-4853-8F3B-71CCE86A6D6F}" type="datetimeFigureOut">
              <a:rPr lang="en-IE" smtClean="0"/>
              <a:t>22/09/2022</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A2E5D9AE-F91E-4A0F-B832-641626FF009C}" type="slidenum">
              <a:rPr lang="en-IE" smtClean="0"/>
              <a:t>‹#›</a:t>
            </a:fld>
            <a:endParaRPr lang="en-IE"/>
          </a:p>
        </p:txBody>
      </p:sp>
    </p:spTree>
    <p:extLst>
      <p:ext uri="{BB962C8B-B14F-4D97-AF65-F5344CB8AC3E}">
        <p14:creationId xmlns:p14="http://schemas.microsoft.com/office/powerpoint/2010/main" val="23609897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06424" y="1173575"/>
            <a:ext cx="9966960" cy="2926080"/>
          </a:xfrm>
        </p:spPr>
        <p:txBody>
          <a:bodyPr anchor="b">
            <a:noAutofit/>
          </a:bodyPr>
          <a:lstStyle>
            <a:lvl1pPr algn="ctr">
              <a:lnSpc>
                <a:spcPct val="85000"/>
              </a:lnSpc>
              <a:defRPr sz="7200" b="0" cap="all" baseline="0"/>
            </a:lvl1pPr>
          </a:lstStyle>
          <a:p>
            <a:r>
              <a:rPr lang="en-US"/>
              <a:t>Click to edit Master title style</a:t>
            </a:r>
          </a:p>
        </p:txBody>
      </p:sp>
      <p:sp>
        <p:nvSpPr>
          <p:cNvPr id="3" name="Text Placeholder 2"/>
          <p:cNvSpPr>
            <a:spLocks noGrp="1"/>
          </p:cNvSpPr>
          <p:nvPr>
            <p:ph type="body" idx="1"/>
          </p:nvPr>
        </p:nvSpPr>
        <p:spPr>
          <a:xfrm>
            <a:off x="1709928" y="4154520"/>
            <a:ext cx="8769096" cy="1363806"/>
          </a:xfrm>
        </p:spPr>
        <p:txBody>
          <a:bodyPr anchor="t">
            <a:normAutofit/>
          </a:bodyPr>
          <a:lstStyle>
            <a:lvl1pPr marL="0" indent="0" algn="ctr">
              <a:buNone/>
              <a:defRPr sz="2200">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ABED2CA-186C-4853-8F3B-71CCE86A6D6F}" type="datetimeFigureOut">
              <a:rPr lang="en-IE" smtClean="0"/>
              <a:t>22/09/2022</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A2E5D9AE-F91E-4A0F-B832-641626FF009C}" type="slidenum">
              <a:rPr lang="en-IE" smtClean="0"/>
              <a:t>‹#›</a:t>
            </a:fld>
            <a:endParaRPr lang="en-IE"/>
          </a:p>
        </p:txBody>
      </p:sp>
      <p:cxnSp>
        <p:nvCxnSpPr>
          <p:cNvPr id="7" name="Straight Connector 6"/>
          <p:cNvCxnSpPr/>
          <p:nvPr/>
        </p:nvCxnSpPr>
        <p:spPr>
          <a:xfrm>
            <a:off x="1981200" y="4020408"/>
            <a:ext cx="8229601"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527949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143000" y="2057399"/>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67612" y="2057400"/>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ABED2CA-186C-4853-8F3B-71CCE86A6D6F}" type="datetimeFigureOut">
              <a:rPr lang="en-IE" smtClean="0"/>
              <a:t>22/09/2022</a:t>
            </a:fld>
            <a:endParaRPr lang="en-IE"/>
          </a:p>
        </p:txBody>
      </p:sp>
      <p:sp>
        <p:nvSpPr>
          <p:cNvPr id="6" name="Footer Placeholder 5"/>
          <p:cNvSpPr>
            <a:spLocks noGrp="1"/>
          </p:cNvSpPr>
          <p:nvPr>
            <p:ph type="ftr" sz="quarter" idx="11"/>
          </p:nvPr>
        </p:nvSpPr>
        <p:spPr/>
        <p:txBody>
          <a:bodyPr/>
          <a:lstStyle/>
          <a:p>
            <a:endParaRPr lang="en-IE"/>
          </a:p>
        </p:txBody>
      </p:sp>
      <p:sp>
        <p:nvSpPr>
          <p:cNvPr id="7" name="Slide Number Placeholder 6"/>
          <p:cNvSpPr>
            <a:spLocks noGrp="1"/>
          </p:cNvSpPr>
          <p:nvPr>
            <p:ph type="sldNum" sz="quarter" idx="12"/>
          </p:nvPr>
        </p:nvSpPr>
        <p:spPr/>
        <p:txBody>
          <a:bodyPr/>
          <a:lstStyle/>
          <a:p>
            <a:fld id="{A2E5D9AE-F91E-4A0F-B832-641626FF009C}" type="slidenum">
              <a:rPr lang="en-IE" smtClean="0"/>
              <a:t>‹#›</a:t>
            </a:fld>
            <a:endParaRPr lang="en-IE"/>
          </a:p>
        </p:txBody>
      </p:sp>
    </p:spTree>
    <p:extLst>
      <p:ext uri="{BB962C8B-B14F-4D97-AF65-F5344CB8AC3E}">
        <p14:creationId xmlns:p14="http://schemas.microsoft.com/office/powerpoint/2010/main" val="17900894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a:xfrm>
            <a:off x="1143000" y="2001511"/>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3000" y="2721483"/>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269173" y="1999032"/>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69173" y="2719322"/>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ABED2CA-186C-4853-8F3B-71CCE86A6D6F}" type="datetimeFigureOut">
              <a:rPr lang="en-IE" smtClean="0"/>
              <a:t>22/09/2022</a:t>
            </a:fld>
            <a:endParaRPr lang="en-IE"/>
          </a:p>
        </p:txBody>
      </p:sp>
      <p:sp>
        <p:nvSpPr>
          <p:cNvPr id="8" name="Footer Placeholder 7"/>
          <p:cNvSpPr>
            <a:spLocks noGrp="1"/>
          </p:cNvSpPr>
          <p:nvPr>
            <p:ph type="ftr" sz="quarter" idx="11"/>
          </p:nvPr>
        </p:nvSpPr>
        <p:spPr/>
        <p:txBody>
          <a:bodyPr/>
          <a:lstStyle/>
          <a:p>
            <a:endParaRPr lang="en-IE"/>
          </a:p>
        </p:txBody>
      </p:sp>
      <p:sp>
        <p:nvSpPr>
          <p:cNvPr id="9" name="Slide Number Placeholder 8"/>
          <p:cNvSpPr>
            <a:spLocks noGrp="1"/>
          </p:cNvSpPr>
          <p:nvPr>
            <p:ph type="sldNum" sz="quarter" idx="12"/>
          </p:nvPr>
        </p:nvSpPr>
        <p:spPr/>
        <p:txBody>
          <a:bodyPr/>
          <a:lstStyle/>
          <a:p>
            <a:fld id="{A2E5D9AE-F91E-4A0F-B832-641626FF009C}" type="slidenum">
              <a:rPr lang="en-IE" smtClean="0"/>
              <a:t>‹#›</a:t>
            </a:fld>
            <a:endParaRPr lang="en-IE"/>
          </a:p>
        </p:txBody>
      </p:sp>
    </p:spTree>
    <p:extLst>
      <p:ext uri="{BB962C8B-B14F-4D97-AF65-F5344CB8AC3E}">
        <p14:creationId xmlns:p14="http://schemas.microsoft.com/office/powerpoint/2010/main" val="20503930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ABED2CA-186C-4853-8F3B-71CCE86A6D6F}" type="datetimeFigureOut">
              <a:rPr lang="en-IE" smtClean="0"/>
              <a:t>22/09/2022</a:t>
            </a:fld>
            <a:endParaRPr lang="en-IE"/>
          </a:p>
        </p:txBody>
      </p:sp>
      <p:sp>
        <p:nvSpPr>
          <p:cNvPr id="4" name="Footer Placeholder 3"/>
          <p:cNvSpPr>
            <a:spLocks noGrp="1"/>
          </p:cNvSpPr>
          <p:nvPr>
            <p:ph type="ftr" sz="quarter" idx="11"/>
          </p:nvPr>
        </p:nvSpPr>
        <p:spPr/>
        <p:txBody>
          <a:bodyPr/>
          <a:lstStyle/>
          <a:p>
            <a:endParaRPr lang="en-IE"/>
          </a:p>
        </p:txBody>
      </p:sp>
      <p:sp>
        <p:nvSpPr>
          <p:cNvPr id="5" name="Slide Number Placeholder 4"/>
          <p:cNvSpPr>
            <a:spLocks noGrp="1"/>
          </p:cNvSpPr>
          <p:nvPr>
            <p:ph type="sldNum" sz="quarter" idx="12"/>
          </p:nvPr>
        </p:nvSpPr>
        <p:spPr/>
        <p:txBody>
          <a:bodyPr/>
          <a:lstStyle/>
          <a:p>
            <a:fld id="{A2E5D9AE-F91E-4A0F-B832-641626FF009C}" type="slidenum">
              <a:rPr lang="en-IE" smtClean="0"/>
              <a:t>‹#›</a:t>
            </a:fld>
            <a:endParaRPr lang="en-IE"/>
          </a:p>
        </p:txBody>
      </p:sp>
    </p:spTree>
    <p:extLst>
      <p:ext uri="{BB962C8B-B14F-4D97-AF65-F5344CB8AC3E}">
        <p14:creationId xmlns:p14="http://schemas.microsoft.com/office/powerpoint/2010/main" val="39159694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ABED2CA-186C-4853-8F3B-71CCE86A6D6F}" type="datetimeFigureOut">
              <a:rPr lang="en-IE" smtClean="0"/>
              <a:t>22/09/2022</a:t>
            </a:fld>
            <a:endParaRPr lang="en-IE"/>
          </a:p>
        </p:txBody>
      </p:sp>
      <p:sp>
        <p:nvSpPr>
          <p:cNvPr id="3" name="Footer Placeholder 2"/>
          <p:cNvSpPr>
            <a:spLocks noGrp="1"/>
          </p:cNvSpPr>
          <p:nvPr>
            <p:ph type="ftr" sz="quarter" idx="11"/>
          </p:nvPr>
        </p:nvSpPr>
        <p:spPr/>
        <p:txBody>
          <a:bodyPr/>
          <a:lstStyle/>
          <a:p>
            <a:endParaRPr lang="en-IE"/>
          </a:p>
        </p:txBody>
      </p:sp>
      <p:sp>
        <p:nvSpPr>
          <p:cNvPr id="4" name="Slide Number Placeholder 3"/>
          <p:cNvSpPr>
            <a:spLocks noGrp="1"/>
          </p:cNvSpPr>
          <p:nvPr>
            <p:ph type="sldNum" sz="quarter" idx="12"/>
          </p:nvPr>
        </p:nvSpPr>
        <p:spPr/>
        <p:txBody>
          <a:bodyPr/>
          <a:lstStyle/>
          <a:p>
            <a:fld id="{A2E5D9AE-F91E-4A0F-B832-641626FF009C}" type="slidenum">
              <a:rPr lang="en-IE" smtClean="0"/>
              <a:t>‹#›</a:t>
            </a:fld>
            <a:endParaRPr lang="en-IE"/>
          </a:p>
        </p:txBody>
      </p:sp>
    </p:spTree>
    <p:extLst>
      <p:ext uri="{BB962C8B-B14F-4D97-AF65-F5344CB8AC3E}">
        <p14:creationId xmlns:p14="http://schemas.microsoft.com/office/powerpoint/2010/main" val="29510713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p>
        </p:txBody>
      </p:sp>
      <p:sp>
        <p:nvSpPr>
          <p:cNvPr id="3" name="Content Placeholder 2"/>
          <p:cNvSpPr>
            <a:spLocks noGrp="1"/>
          </p:cNvSpPr>
          <p:nvPr>
            <p:ph idx="1"/>
          </p:nvPr>
        </p:nvSpPr>
        <p:spPr>
          <a:xfrm>
            <a:off x="5852159" y="1097280"/>
            <a:ext cx="5212080" cy="46634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143000" y="2834640"/>
            <a:ext cx="3931920" cy="301752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ABED2CA-186C-4853-8F3B-71CCE86A6D6F}" type="datetimeFigureOut">
              <a:rPr lang="en-IE" smtClean="0"/>
              <a:t>22/09/2022</a:t>
            </a:fld>
            <a:endParaRPr lang="en-IE"/>
          </a:p>
        </p:txBody>
      </p:sp>
      <p:sp>
        <p:nvSpPr>
          <p:cNvPr id="6" name="Footer Placeholder 5"/>
          <p:cNvSpPr>
            <a:spLocks noGrp="1"/>
          </p:cNvSpPr>
          <p:nvPr>
            <p:ph type="ftr" sz="quarter" idx="11"/>
          </p:nvPr>
        </p:nvSpPr>
        <p:spPr/>
        <p:txBody>
          <a:bodyPr/>
          <a:lstStyle/>
          <a:p>
            <a:endParaRPr lang="en-IE"/>
          </a:p>
        </p:txBody>
      </p:sp>
      <p:sp>
        <p:nvSpPr>
          <p:cNvPr id="7" name="Slide Number Placeholder 6"/>
          <p:cNvSpPr>
            <a:spLocks noGrp="1"/>
          </p:cNvSpPr>
          <p:nvPr>
            <p:ph type="sldNum" sz="quarter" idx="12"/>
          </p:nvPr>
        </p:nvSpPr>
        <p:spPr/>
        <p:txBody>
          <a:bodyPr/>
          <a:lstStyle/>
          <a:p>
            <a:fld id="{A2E5D9AE-F91E-4A0F-B832-641626FF009C}" type="slidenum">
              <a:rPr lang="en-IE" smtClean="0"/>
              <a:t>‹#›</a:t>
            </a:fld>
            <a:endParaRPr lang="en-IE"/>
          </a:p>
        </p:txBody>
      </p:sp>
    </p:spTree>
    <p:extLst>
      <p:ext uri="{BB962C8B-B14F-4D97-AF65-F5344CB8AC3E}">
        <p14:creationId xmlns:p14="http://schemas.microsoft.com/office/powerpoint/2010/main" val="20928291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p>
        </p:txBody>
      </p:sp>
      <p:sp>
        <p:nvSpPr>
          <p:cNvPr id="3" name="Picture Placeholder 2"/>
          <p:cNvSpPr>
            <a:spLocks noGrp="1" noChangeAspect="1"/>
          </p:cNvSpPr>
          <p:nvPr>
            <p:ph type="pic" idx="1"/>
          </p:nvPr>
        </p:nvSpPr>
        <p:spPr>
          <a:xfrm>
            <a:off x="5413248" y="1069847"/>
            <a:ext cx="6099048" cy="4800600"/>
          </a:xfrm>
        </p:spPr>
        <p:txBody>
          <a:bodyPr lIns="274320" tIns="182880" anchor="t">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143000" y="2834640"/>
            <a:ext cx="3931920" cy="288036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ABED2CA-186C-4853-8F3B-71CCE86A6D6F}" type="datetimeFigureOut">
              <a:rPr lang="en-IE" smtClean="0"/>
              <a:t>22/09/2022</a:t>
            </a:fld>
            <a:endParaRPr lang="en-IE"/>
          </a:p>
        </p:txBody>
      </p:sp>
      <p:sp>
        <p:nvSpPr>
          <p:cNvPr id="6" name="Footer Placeholder 5"/>
          <p:cNvSpPr>
            <a:spLocks noGrp="1"/>
          </p:cNvSpPr>
          <p:nvPr>
            <p:ph type="ftr" sz="quarter" idx="11"/>
          </p:nvPr>
        </p:nvSpPr>
        <p:spPr/>
        <p:txBody>
          <a:bodyPr/>
          <a:lstStyle/>
          <a:p>
            <a:endParaRPr lang="en-IE"/>
          </a:p>
        </p:txBody>
      </p:sp>
      <p:sp>
        <p:nvSpPr>
          <p:cNvPr id="7" name="Slide Number Placeholder 6"/>
          <p:cNvSpPr>
            <a:spLocks noGrp="1"/>
          </p:cNvSpPr>
          <p:nvPr>
            <p:ph type="sldNum" sz="quarter" idx="12"/>
          </p:nvPr>
        </p:nvSpPr>
        <p:spPr/>
        <p:txBody>
          <a:bodyPr/>
          <a:lstStyle/>
          <a:p>
            <a:fld id="{A2E5D9AE-F91E-4A0F-B832-641626FF009C}" type="slidenum">
              <a:rPr lang="en-IE" smtClean="0"/>
              <a:t>‹#›</a:t>
            </a:fld>
            <a:endParaRPr lang="en-IE"/>
          </a:p>
        </p:txBody>
      </p:sp>
    </p:spTree>
    <p:extLst>
      <p:ext uri="{BB962C8B-B14F-4D97-AF65-F5344CB8AC3E}">
        <p14:creationId xmlns:p14="http://schemas.microsoft.com/office/powerpoint/2010/main" val="25233349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ABED2CA-186C-4853-8F3B-71CCE86A6D6F}" type="datetimeFigureOut">
              <a:rPr lang="en-IE" smtClean="0"/>
              <a:t>22/09/2022</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A2E5D9AE-F91E-4A0F-B832-641626FF009C}" type="slidenum">
              <a:rPr lang="en-IE" smtClean="0"/>
              <a:t>‹#›</a:t>
            </a:fld>
            <a:endParaRPr lang="en-IE"/>
          </a:p>
        </p:txBody>
      </p:sp>
    </p:spTree>
    <p:extLst>
      <p:ext uri="{BB962C8B-B14F-4D97-AF65-F5344CB8AC3E}">
        <p14:creationId xmlns:p14="http://schemas.microsoft.com/office/powerpoint/2010/main" val="23947192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762000"/>
            <a:ext cx="2324100" cy="54102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143000" y="762000"/>
            <a:ext cx="74295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ABED2CA-186C-4853-8F3B-71CCE86A6D6F}" type="datetimeFigureOut">
              <a:rPr lang="en-IE" smtClean="0"/>
              <a:t>22/09/2022</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A2E5D9AE-F91E-4A0F-B832-641626FF009C}" type="slidenum">
              <a:rPr lang="en-IE" smtClean="0"/>
              <a:t>‹#›</a:t>
            </a:fld>
            <a:endParaRPr lang="en-IE"/>
          </a:p>
        </p:txBody>
      </p:sp>
    </p:spTree>
    <p:extLst>
      <p:ext uri="{BB962C8B-B14F-4D97-AF65-F5344CB8AC3E}">
        <p14:creationId xmlns:p14="http://schemas.microsoft.com/office/powerpoint/2010/main" val="8433725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143000" y="609600"/>
            <a:ext cx="9875520" cy="135636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1143000" y="2057400"/>
            <a:ext cx="9872871" cy="4038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1142996" y="6223828"/>
            <a:ext cx="2329074" cy="365125"/>
          </a:xfrm>
          <a:prstGeom prst="rect">
            <a:avLst/>
          </a:prstGeom>
        </p:spPr>
        <p:txBody>
          <a:bodyPr vert="horz" lIns="91440" tIns="45720" rIns="91440" bIns="45720" rtlCol="0" anchor="ctr"/>
          <a:lstStyle>
            <a:lvl1pPr algn="l">
              <a:defRPr sz="1200">
                <a:solidFill>
                  <a:schemeClr val="accent1"/>
                </a:solidFill>
              </a:defRPr>
            </a:lvl1pPr>
          </a:lstStyle>
          <a:p>
            <a:fld id="{6ABED2CA-186C-4853-8F3B-71CCE86A6D6F}" type="datetimeFigureOut">
              <a:rPr lang="en-IE" smtClean="0"/>
              <a:t>22/09/2022</a:t>
            </a:fld>
            <a:endParaRPr lang="en-IE"/>
          </a:p>
        </p:txBody>
      </p:sp>
      <p:sp>
        <p:nvSpPr>
          <p:cNvPr id="5" name="Footer Placeholder 4"/>
          <p:cNvSpPr>
            <a:spLocks noGrp="1"/>
          </p:cNvSpPr>
          <p:nvPr>
            <p:ph type="ftr" sz="quarter" idx="3"/>
          </p:nvPr>
        </p:nvSpPr>
        <p:spPr>
          <a:xfrm>
            <a:off x="3949148" y="6223828"/>
            <a:ext cx="4717774" cy="365125"/>
          </a:xfrm>
          <a:prstGeom prst="rect">
            <a:avLst/>
          </a:prstGeom>
        </p:spPr>
        <p:txBody>
          <a:bodyPr vert="horz" lIns="91440" tIns="45720" rIns="91440" bIns="45720" rtlCol="0" anchor="ctr"/>
          <a:lstStyle>
            <a:lvl1pPr algn="ctr">
              <a:defRPr sz="1200">
                <a:solidFill>
                  <a:schemeClr val="accent1"/>
                </a:solidFill>
              </a:defRPr>
            </a:lvl1pPr>
          </a:lstStyle>
          <a:p>
            <a:endParaRPr lang="en-IE"/>
          </a:p>
        </p:txBody>
      </p:sp>
      <p:sp>
        <p:nvSpPr>
          <p:cNvPr id="6" name="Slide Number Placeholder 5"/>
          <p:cNvSpPr>
            <a:spLocks noGrp="1"/>
          </p:cNvSpPr>
          <p:nvPr>
            <p:ph type="sldNum" sz="quarter" idx="4"/>
          </p:nvPr>
        </p:nvSpPr>
        <p:spPr>
          <a:xfrm>
            <a:off x="9329530" y="6223828"/>
            <a:ext cx="1706217" cy="365125"/>
          </a:xfrm>
          <a:prstGeom prst="rect">
            <a:avLst/>
          </a:prstGeom>
        </p:spPr>
        <p:txBody>
          <a:bodyPr vert="horz" lIns="91440" tIns="45720" rIns="91440" bIns="45720" rtlCol="0" anchor="ctr"/>
          <a:lstStyle>
            <a:lvl1pPr algn="r">
              <a:defRPr sz="1200">
                <a:solidFill>
                  <a:schemeClr val="accent1"/>
                </a:solidFill>
              </a:defRPr>
            </a:lvl1pPr>
          </a:lstStyle>
          <a:p>
            <a:fld id="{A2E5D9AE-F91E-4A0F-B832-641626FF009C}" type="slidenum">
              <a:rPr lang="en-IE" smtClean="0"/>
              <a:t>‹#›</a:t>
            </a:fld>
            <a:endParaRPr lang="en-IE"/>
          </a:p>
        </p:txBody>
      </p:sp>
    </p:spTree>
    <p:extLst>
      <p:ext uri="{BB962C8B-B14F-4D97-AF65-F5344CB8AC3E}">
        <p14:creationId xmlns:p14="http://schemas.microsoft.com/office/powerpoint/2010/main" val="1768851574"/>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defTabSz="914400" rtl="0" eaLnBrk="1" latinLnBrk="0" hangingPunct="1">
        <a:lnSpc>
          <a:spcPct val="90000"/>
        </a:lnSpc>
        <a:spcBef>
          <a:spcPct val="0"/>
        </a:spcBef>
        <a:buNone/>
        <a:defRPr sz="4400" kern="1200">
          <a:solidFill>
            <a:schemeClr val="accent1"/>
          </a:solidFill>
          <a:latin typeface="+mj-lt"/>
          <a:ea typeface="+mj-ea"/>
          <a:cs typeface="+mj-cs"/>
        </a:defRPr>
      </a:lvl1pPr>
    </p:titleStyle>
    <p:bodyStyle>
      <a:lvl1pPr marL="228600" indent="-182880" algn="l" defTabSz="914400" rtl="0" eaLnBrk="1" latinLnBrk="0" hangingPunct="1">
        <a:lnSpc>
          <a:spcPct val="90000"/>
        </a:lnSpc>
        <a:spcBef>
          <a:spcPts val="1400"/>
        </a:spcBef>
        <a:buClr>
          <a:schemeClr val="accent1"/>
        </a:buClr>
        <a:buSzPct val="80000"/>
        <a:buFont typeface="Corbel" pitchFamily="34" charset="0"/>
        <a:buChar char="•"/>
        <a:defRPr sz="2200" kern="1200">
          <a:solidFill>
            <a:schemeClr val="accent1"/>
          </a:solidFill>
          <a:latin typeface="+mn-lt"/>
          <a:ea typeface="+mn-ea"/>
          <a:cs typeface="+mn-cs"/>
        </a:defRPr>
      </a:lvl1pPr>
      <a:lvl2pPr marL="45720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2000" kern="1200">
          <a:solidFill>
            <a:schemeClr val="accent1"/>
          </a:solidFill>
          <a:latin typeface="+mn-lt"/>
          <a:ea typeface="+mn-ea"/>
          <a:cs typeface="+mn-cs"/>
        </a:defRPr>
      </a:lvl2pPr>
      <a:lvl3pPr marL="73152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800" kern="1200">
          <a:solidFill>
            <a:schemeClr val="accent1"/>
          </a:solidFill>
          <a:latin typeface="+mn-lt"/>
          <a:ea typeface="+mn-ea"/>
          <a:cs typeface="+mn-cs"/>
        </a:defRPr>
      </a:lvl3pPr>
      <a:lvl4pPr marL="100584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4pPr>
      <a:lvl5pPr marL="128016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5pPr>
      <a:lvl6pPr marL="16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6pPr>
      <a:lvl7pPr marL="19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7pPr>
      <a:lvl8pPr marL="22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8pPr>
      <a:lvl9pPr marL="25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www.w3resource.com/python-exercises/python-basic-exercises.php" TargetMode="Externa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30.png"/></Relationships>
</file>

<file path=ppt/slides/_rels/slide19.xml.rels><?xml version="1.0" encoding="UTF-8" standalone="yes"?>
<Relationships xmlns="http://schemas.openxmlformats.org/package/2006/relationships"><Relationship Id="rId2" Type="http://schemas.openxmlformats.org/officeDocument/2006/relationships/hyperlink" Target="https://www.youtube.com/watch?v=qk3q8n4EUE4"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5" Type="http://schemas.openxmlformats.org/officeDocument/2006/relationships/image" Target="../media/image33.png"/><Relationship Id="rId4" Type="http://schemas.openxmlformats.org/officeDocument/2006/relationships/image" Target="../media/image32.png"/></Relationships>
</file>

<file path=ppt/slides/_rels/slide2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hyperlink" Target="https://pynative.com/print-pattern-python-examples/#h-pyramid-pattern-of-stars-in-python"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7862E66-32A6-4723-A3EF-996BEACE90BD}"/>
              </a:ext>
            </a:extLst>
          </p:cNvPr>
          <p:cNvPicPr>
            <a:picLocks noChangeAspect="1"/>
          </p:cNvPicPr>
          <p:nvPr/>
        </p:nvPicPr>
        <p:blipFill rotWithShape="1">
          <a:blip r:embed="rId2">
            <a:alphaModFix amt="50000"/>
          </a:blip>
          <a:srcRect/>
          <a:stretch/>
        </p:blipFill>
        <p:spPr>
          <a:xfrm>
            <a:off x="20" y="1"/>
            <a:ext cx="12191980" cy="6857999"/>
          </a:xfrm>
          <a:prstGeom prst="rect">
            <a:avLst/>
          </a:prstGeom>
        </p:spPr>
      </p:pic>
      <p:sp>
        <p:nvSpPr>
          <p:cNvPr id="2" name="Title 1">
            <a:extLst>
              <a:ext uri="{FF2B5EF4-FFF2-40B4-BE49-F238E27FC236}">
                <a16:creationId xmlns:a16="http://schemas.microsoft.com/office/drawing/2014/main" id="{FAFF7980-E175-A756-35BC-F0FDAF407473}"/>
              </a:ext>
            </a:extLst>
          </p:cNvPr>
          <p:cNvSpPr>
            <a:spLocks noGrp="1"/>
          </p:cNvSpPr>
          <p:nvPr>
            <p:ph type="ctrTitle"/>
          </p:nvPr>
        </p:nvSpPr>
        <p:spPr>
          <a:xfrm>
            <a:off x="1524000" y="1122362"/>
            <a:ext cx="9144000" cy="2900518"/>
          </a:xfrm>
        </p:spPr>
        <p:txBody>
          <a:bodyPr>
            <a:normAutofit/>
          </a:bodyPr>
          <a:lstStyle/>
          <a:p>
            <a:r>
              <a:rPr lang="en-IE">
                <a:solidFill>
                  <a:srgbClr val="FFFFFF"/>
                </a:solidFill>
              </a:rPr>
              <a:t>More about Python</a:t>
            </a:r>
          </a:p>
        </p:txBody>
      </p:sp>
      <p:sp>
        <p:nvSpPr>
          <p:cNvPr id="3" name="Subtitle 2">
            <a:extLst>
              <a:ext uri="{FF2B5EF4-FFF2-40B4-BE49-F238E27FC236}">
                <a16:creationId xmlns:a16="http://schemas.microsoft.com/office/drawing/2014/main" id="{CB7AD822-7FCA-5653-D94F-4329B53E9581}"/>
              </a:ext>
            </a:extLst>
          </p:cNvPr>
          <p:cNvSpPr>
            <a:spLocks noGrp="1"/>
          </p:cNvSpPr>
          <p:nvPr>
            <p:ph type="subTitle" idx="1"/>
          </p:nvPr>
        </p:nvSpPr>
        <p:spPr>
          <a:xfrm>
            <a:off x="1524000" y="4159404"/>
            <a:ext cx="9144000" cy="1098395"/>
          </a:xfrm>
        </p:spPr>
        <p:txBody>
          <a:bodyPr>
            <a:normAutofit/>
          </a:bodyPr>
          <a:lstStyle/>
          <a:p>
            <a:endParaRPr lang="en-IE">
              <a:solidFill>
                <a:srgbClr val="FFFFFF"/>
              </a:solidFill>
            </a:endParaRPr>
          </a:p>
        </p:txBody>
      </p:sp>
    </p:spTree>
    <p:extLst>
      <p:ext uri="{BB962C8B-B14F-4D97-AF65-F5344CB8AC3E}">
        <p14:creationId xmlns:p14="http://schemas.microsoft.com/office/powerpoint/2010/main" val="1664436617"/>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03B3A3-1D64-F985-2E35-71C801987BDE}"/>
              </a:ext>
            </a:extLst>
          </p:cNvPr>
          <p:cNvSpPr>
            <a:spLocks noGrp="1"/>
          </p:cNvSpPr>
          <p:nvPr>
            <p:ph type="title"/>
          </p:nvPr>
        </p:nvSpPr>
        <p:spPr>
          <a:xfrm>
            <a:off x="838200" y="-96838"/>
            <a:ext cx="10515600" cy="1325563"/>
          </a:xfrm>
        </p:spPr>
        <p:txBody>
          <a:bodyPr/>
          <a:lstStyle/>
          <a:p>
            <a:r>
              <a:rPr lang="en-IE"/>
              <a:t>Recap of what we covered last year</a:t>
            </a:r>
          </a:p>
        </p:txBody>
      </p:sp>
      <p:sp>
        <p:nvSpPr>
          <p:cNvPr id="3" name="Content Placeholder 2">
            <a:extLst>
              <a:ext uri="{FF2B5EF4-FFF2-40B4-BE49-F238E27FC236}">
                <a16:creationId xmlns:a16="http://schemas.microsoft.com/office/drawing/2014/main" id="{71E2503F-9A3A-5E3F-6CFB-DF9007CA500D}"/>
              </a:ext>
            </a:extLst>
          </p:cNvPr>
          <p:cNvSpPr>
            <a:spLocks noGrp="1"/>
          </p:cNvSpPr>
          <p:nvPr>
            <p:ph idx="1"/>
          </p:nvPr>
        </p:nvSpPr>
        <p:spPr>
          <a:xfrm>
            <a:off x="838200" y="1228725"/>
            <a:ext cx="10515600" cy="4948238"/>
          </a:xfrm>
        </p:spPr>
        <p:txBody>
          <a:bodyPr/>
          <a:lstStyle/>
          <a:p>
            <a:endParaRPr lang="en-IE"/>
          </a:p>
          <a:p>
            <a:r>
              <a:rPr lang="en-IE">
                <a:hlinkClick r:id="rId2"/>
              </a:rPr>
              <a:t>https://www.w3resource.com/python-exercises/python-basic-exercises.php</a:t>
            </a:r>
            <a:endParaRPr lang="en-IE"/>
          </a:p>
          <a:p>
            <a:r>
              <a:rPr lang="en-IE"/>
              <a:t>Python basics -&gt; exercises, practice and solutions</a:t>
            </a:r>
          </a:p>
          <a:p>
            <a:endParaRPr lang="en-IE"/>
          </a:p>
          <a:p>
            <a:r>
              <a:rPr lang="en-IE"/>
              <a:t>The print() function</a:t>
            </a:r>
          </a:p>
          <a:p>
            <a:endParaRPr lang="en-IE"/>
          </a:p>
          <a:p>
            <a:endParaRPr lang="en-IE"/>
          </a:p>
          <a:p>
            <a:endParaRPr lang="en-IE"/>
          </a:p>
          <a:p>
            <a:endParaRPr lang="en-IE"/>
          </a:p>
          <a:p>
            <a:endParaRPr lang="en-IE"/>
          </a:p>
          <a:p>
            <a:pPr marL="0" indent="0">
              <a:buNone/>
            </a:pPr>
            <a:endParaRPr lang="en-IE"/>
          </a:p>
          <a:p>
            <a:endParaRPr lang="en-IE"/>
          </a:p>
        </p:txBody>
      </p:sp>
      <p:pic>
        <p:nvPicPr>
          <p:cNvPr id="5" name="Picture 4">
            <a:extLst>
              <a:ext uri="{FF2B5EF4-FFF2-40B4-BE49-F238E27FC236}">
                <a16:creationId xmlns:a16="http://schemas.microsoft.com/office/drawing/2014/main" id="{F7D7E5AA-ECC9-CAF2-99AE-15A32ED4EF45}"/>
              </a:ext>
            </a:extLst>
          </p:cNvPr>
          <p:cNvPicPr>
            <a:picLocks noChangeAspect="1"/>
          </p:cNvPicPr>
          <p:nvPr/>
        </p:nvPicPr>
        <p:blipFill>
          <a:blip r:embed="rId3"/>
          <a:stretch>
            <a:fillRect/>
          </a:stretch>
        </p:blipFill>
        <p:spPr>
          <a:xfrm>
            <a:off x="1123949" y="3162299"/>
            <a:ext cx="2400485" cy="2184225"/>
          </a:xfrm>
          <a:prstGeom prst="rect">
            <a:avLst/>
          </a:prstGeom>
        </p:spPr>
      </p:pic>
      <p:pic>
        <p:nvPicPr>
          <p:cNvPr id="7" name="Picture 6">
            <a:extLst>
              <a:ext uri="{FF2B5EF4-FFF2-40B4-BE49-F238E27FC236}">
                <a16:creationId xmlns:a16="http://schemas.microsoft.com/office/drawing/2014/main" id="{753754CC-2841-44A6-287A-5AF1B27940E4}"/>
              </a:ext>
            </a:extLst>
          </p:cNvPr>
          <p:cNvPicPr>
            <a:picLocks noChangeAspect="1"/>
          </p:cNvPicPr>
          <p:nvPr/>
        </p:nvPicPr>
        <p:blipFill>
          <a:blip r:embed="rId4"/>
          <a:stretch>
            <a:fillRect/>
          </a:stretch>
        </p:blipFill>
        <p:spPr>
          <a:xfrm>
            <a:off x="6767512" y="2647950"/>
            <a:ext cx="2027670" cy="2812246"/>
          </a:xfrm>
          <a:prstGeom prst="rect">
            <a:avLst/>
          </a:prstGeom>
        </p:spPr>
      </p:pic>
    </p:spTree>
    <p:extLst>
      <p:ext uri="{BB962C8B-B14F-4D97-AF65-F5344CB8AC3E}">
        <p14:creationId xmlns:p14="http://schemas.microsoft.com/office/powerpoint/2010/main" val="41483912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E2503F-9A3A-5E3F-6CFB-DF9007CA500D}"/>
              </a:ext>
            </a:extLst>
          </p:cNvPr>
          <p:cNvSpPr>
            <a:spLocks noGrp="1"/>
          </p:cNvSpPr>
          <p:nvPr>
            <p:ph idx="1"/>
          </p:nvPr>
        </p:nvSpPr>
        <p:spPr>
          <a:xfrm>
            <a:off x="838200" y="1228725"/>
            <a:ext cx="10515600" cy="4948238"/>
          </a:xfrm>
        </p:spPr>
        <p:txBody>
          <a:bodyPr/>
          <a:lstStyle/>
          <a:p>
            <a:endParaRPr lang="en-IE"/>
          </a:p>
          <a:p>
            <a:endParaRPr lang="en-IE"/>
          </a:p>
          <a:p>
            <a:endParaRPr lang="en-IE"/>
          </a:p>
          <a:p>
            <a:endParaRPr lang="en-IE"/>
          </a:p>
          <a:p>
            <a:endParaRPr lang="en-IE"/>
          </a:p>
          <a:p>
            <a:pPr marL="0" indent="0">
              <a:buNone/>
            </a:pPr>
            <a:endParaRPr lang="en-IE"/>
          </a:p>
          <a:p>
            <a:endParaRPr lang="en-IE"/>
          </a:p>
        </p:txBody>
      </p:sp>
      <p:pic>
        <p:nvPicPr>
          <p:cNvPr id="6" name="Picture 5">
            <a:extLst>
              <a:ext uri="{FF2B5EF4-FFF2-40B4-BE49-F238E27FC236}">
                <a16:creationId xmlns:a16="http://schemas.microsoft.com/office/drawing/2014/main" id="{53C66BB3-E259-3094-F0B0-74607D061671}"/>
              </a:ext>
            </a:extLst>
          </p:cNvPr>
          <p:cNvPicPr>
            <a:picLocks noChangeAspect="1"/>
          </p:cNvPicPr>
          <p:nvPr/>
        </p:nvPicPr>
        <p:blipFill>
          <a:blip r:embed="rId2"/>
          <a:stretch>
            <a:fillRect/>
          </a:stretch>
        </p:blipFill>
        <p:spPr>
          <a:xfrm>
            <a:off x="700087" y="495299"/>
            <a:ext cx="4643438" cy="2488791"/>
          </a:xfrm>
          <a:prstGeom prst="rect">
            <a:avLst/>
          </a:prstGeom>
        </p:spPr>
      </p:pic>
      <p:pic>
        <p:nvPicPr>
          <p:cNvPr id="11" name="Picture 10">
            <a:extLst>
              <a:ext uri="{FF2B5EF4-FFF2-40B4-BE49-F238E27FC236}">
                <a16:creationId xmlns:a16="http://schemas.microsoft.com/office/drawing/2014/main" id="{52E43CFB-D32A-3889-3DD9-10D8D3CB336F}"/>
              </a:ext>
            </a:extLst>
          </p:cNvPr>
          <p:cNvPicPr>
            <a:picLocks noChangeAspect="1"/>
          </p:cNvPicPr>
          <p:nvPr/>
        </p:nvPicPr>
        <p:blipFill>
          <a:blip r:embed="rId3"/>
          <a:stretch>
            <a:fillRect/>
          </a:stretch>
        </p:blipFill>
        <p:spPr>
          <a:xfrm>
            <a:off x="700087" y="3900488"/>
            <a:ext cx="8048625" cy="2276475"/>
          </a:xfrm>
          <a:prstGeom prst="rect">
            <a:avLst/>
          </a:prstGeom>
        </p:spPr>
      </p:pic>
    </p:spTree>
    <p:extLst>
      <p:ext uri="{BB962C8B-B14F-4D97-AF65-F5344CB8AC3E}">
        <p14:creationId xmlns:p14="http://schemas.microsoft.com/office/powerpoint/2010/main" val="5653617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E2503F-9A3A-5E3F-6CFB-DF9007CA500D}"/>
              </a:ext>
            </a:extLst>
          </p:cNvPr>
          <p:cNvSpPr>
            <a:spLocks noGrp="1"/>
          </p:cNvSpPr>
          <p:nvPr>
            <p:ph idx="1"/>
          </p:nvPr>
        </p:nvSpPr>
        <p:spPr>
          <a:xfrm>
            <a:off x="838200" y="1228725"/>
            <a:ext cx="10515600" cy="4948238"/>
          </a:xfrm>
        </p:spPr>
        <p:txBody>
          <a:bodyPr/>
          <a:lstStyle/>
          <a:p>
            <a:endParaRPr lang="en-IE"/>
          </a:p>
          <a:p>
            <a:endParaRPr lang="en-IE"/>
          </a:p>
          <a:p>
            <a:endParaRPr lang="en-IE"/>
          </a:p>
          <a:p>
            <a:endParaRPr lang="en-IE"/>
          </a:p>
          <a:p>
            <a:endParaRPr lang="en-IE"/>
          </a:p>
          <a:p>
            <a:pPr marL="0" indent="0">
              <a:buNone/>
            </a:pPr>
            <a:endParaRPr lang="en-IE"/>
          </a:p>
          <a:p>
            <a:endParaRPr lang="en-IE"/>
          </a:p>
        </p:txBody>
      </p:sp>
      <p:pic>
        <p:nvPicPr>
          <p:cNvPr id="4" name="Picture 3">
            <a:extLst>
              <a:ext uri="{FF2B5EF4-FFF2-40B4-BE49-F238E27FC236}">
                <a16:creationId xmlns:a16="http://schemas.microsoft.com/office/drawing/2014/main" id="{716A4332-C2E0-7877-1B78-F24176B0D34E}"/>
              </a:ext>
            </a:extLst>
          </p:cNvPr>
          <p:cNvPicPr>
            <a:picLocks noChangeAspect="1"/>
          </p:cNvPicPr>
          <p:nvPr/>
        </p:nvPicPr>
        <p:blipFill>
          <a:blip r:embed="rId2"/>
          <a:stretch>
            <a:fillRect/>
          </a:stretch>
        </p:blipFill>
        <p:spPr>
          <a:xfrm>
            <a:off x="566737" y="295275"/>
            <a:ext cx="5076825" cy="2838450"/>
          </a:xfrm>
          <a:prstGeom prst="rect">
            <a:avLst/>
          </a:prstGeom>
        </p:spPr>
      </p:pic>
      <p:pic>
        <p:nvPicPr>
          <p:cNvPr id="7" name="Picture 6">
            <a:extLst>
              <a:ext uri="{FF2B5EF4-FFF2-40B4-BE49-F238E27FC236}">
                <a16:creationId xmlns:a16="http://schemas.microsoft.com/office/drawing/2014/main" id="{090BF1E6-9330-F6D1-5268-C27B4664C5F6}"/>
              </a:ext>
            </a:extLst>
          </p:cNvPr>
          <p:cNvPicPr>
            <a:picLocks noChangeAspect="1"/>
          </p:cNvPicPr>
          <p:nvPr/>
        </p:nvPicPr>
        <p:blipFill>
          <a:blip r:embed="rId3"/>
          <a:stretch>
            <a:fillRect/>
          </a:stretch>
        </p:blipFill>
        <p:spPr>
          <a:xfrm>
            <a:off x="566737" y="3562350"/>
            <a:ext cx="5724525" cy="504825"/>
          </a:xfrm>
          <a:prstGeom prst="rect">
            <a:avLst/>
          </a:prstGeom>
        </p:spPr>
      </p:pic>
      <p:pic>
        <p:nvPicPr>
          <p:cNvPr id="9" name="Picture 8">
            <a:extLst>
              <a:ext uri="{FF2B5EF4-FFF2-40B4-BE49-F238E27FC236}">
                <a16:creationId xmlns:a16="http://schemas.microsoft.com/office/drawing/2014/main" id="{4D4EF582-9000-A1C0-58AA-BD4AB1FF7851}"/>
              </a:ext>
            </a:extLst>
          </p:cNvPr>
          <p:cNvPicPr>
            <a:picLocks noChangeAspect="1"/>
          </p:cNvPicPr>
          <p:nvPr/>
        </p:nvPicPr>
        <p:blipFill>
          <a:blip r:embed="rId4"/>
          <a:stretch>
            <a:fillRect/>
          </a:stretch>
        </p:blipFill>
        <p:spPr>
          <a:xfrm>
            <a:off x="428625" y="3976688"/>
            <a:ext cx="5667375" cy="2200275"/>
          </a:xfrm>
          <a:prstGeom prst="rect">
            <a:avLst/>
          </a:prstGeom>
        </p:spPr>
      </p:pic>
    </p:spTree>
    <p:extLst>
      <p:ext uri="{BB962C8B-B14F-4D97-AF65-F5344CB8AC3E}">
        <p14:creationId xmlns:p14="http://schemas.microsoft.com/office/powerpoint/2010/main" val="16122487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E2503F-9A3A-5E3F-6CFB-DF9007CA500D}"/>
              </a:ext>
            </a:extLst>
          </p:cNvPr>
          <p:cNvSpPr>
            <a:spLocks noGrp="1"/>
          </p:cNvSpPr>
          <p:nvPr>
            <p:ph idx="1"/>
          </p:nvPr>
        </p:nvSpPr>
        <p:spPr>
          <a:xfrm>
            <a:off x="838200" y="1228725"/>
            <a:ext cx="10515600" cy="4948238"/>
          </a:xfrm>
        </p:spPr>
        <p:txBody>
          <a:bodyPr/>
          <a:lstStyle/>
          <a:p>
            <a:endParaRPr lang="en-IE"/>
          </a:p>
          <a:p>
            <a:endParaRPr lang="en-IE"/>
          </a:p>
          <a:p>
            <a:endParaRPr lang="en-IE"/>
          </a:p>
          <a:p>
            <a:endParaRPr lang="en-IE"/>
          </a:p>
          <a:p>
            <a:endParaRPr lang="en-IE"/>
          </a:p>
          <a:p>
            <a:pPr marL="0" indent="0">
              <a:buNone/>
            </a:pPr>
            <a:endParaRPr lang="en-IE"/>
          </a:p>
          <a:p>
            <a:endParaRPr lang="en-IE"/>
          </a:p>
        </p:txBody>
      </p:sp>
      <p:pic>
        <p:nvPicPr>
          <p:cNvPr id="7" name="Picture 6">
            <a:extLst>
              <a:ext uri="{FF2B5EF4-FFF2-40B4-BE49-F238E27FC236}">
                <a16:creationId xmlns:a16="http://schemas.microsoft.com/office/drawing/2014/main" id="{090BF1E6-9330-F6D1-5268-C27B4664C5F6}"/>
              </a:ext>
            </a:extLst>
          </p:cNvPr>
          <p:cNvPicPr>
            <a:picLocks noChangeAspect="1"/>
          </p:cNvPicPr>
          <p:nvPr/>
        </p:nvPicPr>
        <p:blipFill>
          <a:blip r:embed="rId2"/>
          <a:stretch>
            <a:fillRect/>
          </a:stretch>
        </p:blipFill>
        <p:spPr>
          <a:xfrm>
            <a:off x="500062" y="428624"/>
            <a:ext cx="5724525" cy="504825"/>
          </a:xfrm>
          <a:prstGeom prst="rect">
            <a:avLst/>
          </a:prstGeom>
        </p:spPr>
      </p:pic>
      <p:pic>
        <p:nvPicPr>
          <p:cNvPr id="5" name="Picture 4">
            <a:extLst>
              <a:ext uri="{FF2B5EF4-FFF2-40B4-BE49-F238E27FC236}">
                <a16:creationId xmlns:a16="http://schemas.microsoft.com/office/drawing/2014/main" id="{9B32670A-6680-8B19-F948-ABFF8915155F}"/>
              </a:ext>
            </a:extLst>
          </p:cNvPr>
          <p:cNvPicPr>
            <a:picLocks noChangeAspect="1"/>
          </p:cNvPicPr>
          <p:nvPr/>
        </p:nvPicPr>
        <p:blipFill>
          <a:blip r:embed="rId3"/>
          <a:stretch>
            <a:fillRect/>
          </a:stretch>
        </p:blipFill>
        <p:spPr>
          <a:xfrm>
            <a:off x="500062" y="1228725"/>
            <a:ext cx="9844088" cy="2019300"/>
          </a:xfrm>
          <a:prstGeom prst="rect">
            <a:avLst/>
          </a:prstGeom>
        </p:spPr>
      </p:pic>
    </p:spTree>
    <p:extLst>
      <p:ext uri="{BB962C8B-B14F-4D97-AF65-F5344CB8AC3E}">
        <p14:creationId xmlns:p14="http://schemas.microsoft.com/office/powerpoint/2010/main" val="6316404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53AF33-3417-9CC5-D18C-C6730C2A4EFF}"/>
              </a:ext>
            </a:extLst>
          </p:cNvPr>
          <p:cNvSpPr>
            <a:spLocks noGrp="1"/>
          </p:cNvSpPr>
          <p:nvPr>
            <p:ph type="title"/>
          </p:nvPr>
        </p:nvSpPr>
        <p:spPr>
          <a:xfrm>
            <a:off x="1143000" y="609600"/>
            <a:ext cx="9875520" cy="600075"/>
          </a:xfrm>
        </p:spPr>
        <p:txBody>
          <a:bodyPr>
            <a:normAutofit fontScale="90000"/>
          </a:bodyPr>
          <a:lstStyle/>
          <a:p>
            <a:r>
              <a:rPr lang="en-IE"/>
              <a:t>Basic if statement</a:t>
            </a:r>
          </a:p>
        </p:txBody>
      </p:sp>
      <p:sp>
        <p:nvSpPr>
          <p:cNvPr id="3" name="Content Placeholder 2">
            <a:extLst>
              <a:ext uri="{FF2B5EF4-FFF2-40B4-BE49-F238E27FC236}">
                <a16:creationId xmlns:a16="http://schemas.microsoft.com/office/drawing/2014/main" id="{71E2503F-9A3A-5E3F-6CFB-DF9007CA500D}"/>
              </a:ext>
            </a:extLst>
          </p:cNvPr>
          <p:cNvSpPr>
            <a:spLocks noGrp="1"/>
          </p:cNvSpPr>
          <p:nvPr>
            <p:ph idx="1"/>
          </p:nvPr>
        </p:nvSpPr>
        <p:spPr/>
        <p:txBody>
          <a:bodyPr/>
          <a:lstStyle/>
          <a:p>
            <a:endParaRPr lang="en-IE"/>
          </a:p>
          <a:p>
            <a:endParaRPr lang="en-IE"/>
          </a:p>
          <a:p>
            <a:endParaRPr lang="en-IE"/>
          </a:p>
          <a:p>
            <a:endParaRPr lang="en-IE"/>
          </a:p>
          <a:p>
            <a:endParaRPr lang="en-IE"/>
          </a:p>
          <a:p>
            <a:pPr marL="0" indent="0">
              <a:buNone/>
            </a:pPr>
            <a:endParaRPr lang="en-IE"/>
          </a:p>
          <a:p>
            <a:endParaRPr lang="en-IE"/>
          </a:p>
        </p:txBody>
      </p:sp>
      <p:pic>
        <p:nvPicPr>
          <p:cNvPr id="5" name="Picture 4">
            <a:extLst>
              <a:ext uri="{FF2B5EF4-FFF2-40B4-BE49-F238E27FC236}">
                <a16:creationId xmlns:a16="http://schemas.microsoft.com/office/drawing/2014/main" id="{8AE95EE2-1AA7-9316-E5F0-DEB6729EFEF0}"/>
              </a:ext>
            </a:extLst>
          </p:cNvPr>
          <p:cNvPicPr>
            <a:picLocks noChangeAspect="1"/>
          </p:cNvPicPr>
          <p:nvPr/>
        </p:nvPicPr>
        <p:blipFill>
          <a:blip r:embed="rId2"/>
          <a:stretch>
            <a:fillRect/>
          </a:stretch>
        </p:blipFill>
        <p:spPr>
          <a:xfrm>
            <a:off x="966787" y="1495425"/>
            <a:ext cx="6181725" cy="3867150"/>
          </a:xfrm>
          <a:prstGeom prst="rect">
            <a:avLst/>
          </a:prstGeom>
        </p:spPr>
      </p:pic>
    </p:spTree>
    <p:extLst>
      <p:ext uri="{BB962C8B-B14F-4D97-AF65-F5344CB8AC3E}">
        <p14:creationId xmlns:p14="http://schemas.microsoft.com/office/powerpoint/2010/main" val="26181739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98A45F-5681-E0C5-F35C-7EF83CE4062E}"/>
              </a:ext>
            </a:extLst>
          </p:cNvPr>
          <p:cNvSpPr>
            <a:spLocks noGrp="1"/>
          </p:cNvSpPr>
          <p:nvPr>
            <p:ph type="title"/>
          </p:nvPr>
        </p:nvSpPr>
        <p:spPr>
          <a:xfrm>
            <a:off x="1143000" y="609600"/>
            <a:ext cx="9875520" cy="561975"/>
          </a:xfrm>
        </p:spPr>
        <p:txBody>
          <a:bodyPr>
            <a:normAutofit fontScale="90000"/>
          </a:bodyPr>
          <a:lstStyle/>
          <a:p>
            <a:r>
              <a:rPr lang="en-IE">
                <a:solidFill>
                  <a:schemeClr val="tx1"/>
                </a:solidFill>
              </a:rPr>
              <a:t>Basic while loop</a:t>
            </a:r>
          </a:p>
        </p:txBody>
      </p:sp>
      <p:sp>
        <p:nvSpPr>
          <p:cNvPr id="3" name="Content Placeholder 2">
            <a:extLst>
              <a:ext uri="{FF2B5EF4-FFF2-40B4-BE49-F238E27FC236}">
                <a16:creationId xmlns:a16="http://schemas.microsoft.com/office/drawing/2014/main" id="{71E2503F-9A3A-5E3F-6CFB-DF9007CA500D}"/>
              </a:ext>
            </a:extLst>
          </p:cNvPr>
          <p:cNvSpPr>
            <a:spLocks noGrp="1"/>
          </p:cNvSpPr>
          <p:nvPr>
            <p:ph idx="1"/>
          </p:nvPr>
        </p:nvSpPr>
        <p:spPr>
          <a:xfrm>
            <a:off x="1143000" y="1390650"/>
            <a:ext cx="9872871" cy="4705350"/>
          </a:xfrm>
        </p:spPr>
        <p:txBody>
          <a:bodyPr/>
          <a:lstStyle/>
          <a:p>
            <a:pPr marL="45720" indent="0">
              <a:buNone/>
            </a:pPr>
            <a:endParaRPr lang="en-IE" sz="2400" b="1"/>
          </a:p>
          <a:p>
            <a:pPr marL="45720" indent="0">
              <a:buNone/>
            </a:pPr>
            <a:endParaRPr lang="en-IE" sz="2400" b="1"/>
          </a:p>
          <a:p>
            <a:pPr marL="45720" indent="0">
              <a:buNone/>
            </a:pPr>
            <a:endParaRPr lang="en-IE" sz="2400" b="1"/>
          </a:p>
          <a:p>
            <a:pPr marL="45720" indent="0">
              <a:buNone/>
            </a:pPr>
            <a:endParaRPr lang="en-IE" sz="2400" b="1"/>
          </a:p>
          <a:p>
            <a:pPr marL="45720" indent="0">
              <a:buNone/>
            </a:pPr>
            <a:r>
              <a:rPr lang="en-IE" sz="2400" b="1"/>
              <a:t>The Output:</a:t>
            </a:r>
          </a:p>
          <a:p>
            <a:pPr marL="45720" indent="0">
              <a:buNone/>
            </a:pPr>
            <a:endParaRPr lang="en-IE" sz="2400" b="1"/>
          </a:p>
          <a:p>
            <a:endParaRPr lang="en-IE" sz="2400" b="1"/>
          </a:p>
          <a:p>
            <a:endParaRPr lang="en-IE"/>
          </a:p>
          <a:p>
            <a:pPr marL="0" indent="0">
              <a:buNone/>
            </a:pPr>
            <a:endParaRPr lang="en-IE"/>
          </a:p>
          <a:p>
            <a:endParaRPr lang="en-IE"/>
          </a:p>
        </p:txBody>
      </p:sp>
      <p:pic>
        <p:nvPicPr>
          <p:cNvPr id="6" name="Picture 5">
            <a:extLst>
              <a:ext uri="{FF2B5EF4-FFF2-40B4-BE49-F238E27FC236}">
                <a16:creationId xmlns:a16="http://schemas.microsoft.com/office/drawing/2014/main" id="{4D44438E-03DE-218D-BEE7-C03318AA99FA}"/>
              </a:ext>
            </a:extLst>
          </p:cNvPr>
          <p:cNvPicPr>
            <a:picLocks noChangeAspect="1"/>
          </p:cNvPicPr>
          <p:nvPr/>
        </p:nvPicPr>
        <p:blipFill>
          <a:blip r:embed="rId2"/>
          <a:stretch>
            <a:fillRect/>
          </a:stretch>
        </p:blipFill>
        <p:spPr>
          <a:xfrm>
            <a:off x="752475" y="1281112"/>
            <a:ext cx="4876800" cy="1800225"/>
          </a:xfrm>
          <a:prstGeom prst="rect">
            <a:avLst/>
          </a:prstGeom>
        </p:spPr>
      </p:pic>
      <p:pic>
        <p:nvPicPr>
          <p:cNvPr id="9" name="Picture 8">
            <a:extLst>
              <a:ext uri="{FF2B5EF4-FFF2-40B4-BE49-F238E27FC236}">
                <a16:creationId xmlns:a16="http://schemas.microsoft.com/office/drawing/2014/main" id="{0A232D59-8A75-8269-6F1E-413752D96258}"/>
              </a:ext>
            </a:extLst>
          </p:cNvPr>
          <p:cNvPicPr>
            <a:picLocks noChangeAspect="1"/>
          </p:cNvPicPr>
          <p:nvPr/>
        </p:nvPicPr>
        <p:blipFill>
          <a:blip r:embed="rId3"/>
          <a:stretch>
            <a:fillRect/>
          </a:stretch>
        </p:blipFill>
        <p:spPr>
          <a:xfrm>
            <a:off x="752475" y="3867150"/>
            <a:ext cx="3105150" cy="2228850"/>
          </a:xfrm>
          <a:prstGeom prst="rect">
            <a:avLst/>
          </a:prstGeom>
        </p:spPr>
      </p:pic>
    </p:spTree>
    <p:extLst>
      <p:ext uri="{BB962C8B-B14F-4D97-AF65-F5344CB8AC3E}">
        <p14:creationId xmlns:p14="http://schemas.microsoft.com/office/powerpoint/2010/main" val="27004145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98A45F-5681-E0C5-F35C-7EF83CE4062E}"/>
              </a:ext>
            </a:extLst>
          </p:cNvPr>
          <p:cNvSpPr>
            <a:spLocks noGrp="1"/>
          </p:cNvSpPr>
          <p:nvPr>
            <p:ph type="title"/>
          </p:nvPr>
        </p:nvSpPr>
        <p:spPr>
          <a:xfrm>
            <a:off x="1143000" y="609600"/>
            <a:ext cx="9875520" cy="561975"/>
          </a:xfrm>
        </p:spPr>
        <p:txBody>
          <a:bodyPr>
            <a:normAutofit fontScale="90000"/>
          </a:bodyPr>
          <a:lstStyle/>
          <a:p>
            <a:r>
              <a:rPr lang="en-IE">
                <a:solidFill>
                  <a:schemeClr val="tx1"/>
                </a:solidFill>
              </a:rPr>
              <a:t>While loop</a:t>
            </a:r>
          </a:p>
        </p:txBody>
      </p:sp>
      <p:sp>
        <p:nvSpPr>
          <p:cNvPr id="3" name="Content Placeholder 2">
            <a:extLst>
              <a:ext uri="{FF2B5EF4-FFF2-40B4-BE49-F238E27FC236}">
                <a16:creationId xmlns:a16="http://schemas.microsoft.com/office/drawing/2014/main" id="{71E2503F-9A3A-5E3F-6CFB-DF9007CA500D}"/>
              </a:ext>
            </a:extLst>
          </p:cNvPr>
          <p:cNvSpPr>
            <a:spLocks noGrp="1"/>
          </p:cNvSpPr>
          <p:nvPr>
            <p:ph idx="1"/>
          </p:nvPr>
        </p:nvSpPr>
        <p:spPr>
          <a:xfrm>
            <a:off x="1143000" y="1171575"/>
            <a:ext cx="9872871" cy="4924425"/>
          </a:xfrm>
        </p:spPr>
        <p:txBody>
          <a:bodyPr/>
          <a:lstStyle/>
          <a:p>
            <a:pPr marL="45720" indent="0">
              <a:buNone/>
            </a:pPr>
            <a:endParaRPr lang="en-IE" sz="2400" b="1"/>
          </a:p>
          <a:p>
            <a:pPr marL="45720" indent="0">
              <a:buNone/>
            </a:pPr>
            <a:endParaRPr lang="en-IE" sz="2400" b="1"/>
          </a:p>
          <a:p>
            <a:pPr marL="45720" indent="0">
              <a:buNone/>
            </a:pPr>
            <a:endParaRPr lang="en-IE" sz="2400" b="1"/>
          </a:p>
          <a:p>
            <a:pPr marL="45720" indent="0">
              <a:buNone/>
            </a:pPr>
            <a:endParaRPr lang="en-IE" sz="2400" b="1"/>
          </a:p>
          <a:p>
            <a:pPr marL="45720" indent="0">
              <a:buNone/>
            </a:pPr>
            <a:r>
              <a:rPr lang="en-IE" sz="2400" b="1"/>
              <a:t>The Output:</a:t>
            </a:r>
          </a:p>
          <a:p>
            <a:pPr marL="45720" indent="0">
              <a:buNone/>
            </a:pPr>
            <a:endParaRPr lang="en-IE" sz="2400" b="1"/>
          </a:p>
          <a:p>
            <a:endParaRPr lang="en-IE" sz="2400" b="1"/>
          </a:p>
          <a:p>
            <a:endParaRPr lang="en-IE"/>
          </a:p>
          <a:p>
            <a:pPr marL="0" indent="0">
              <a:buNone/>
            </a:pPr>
            <a:endParaRPr lang="en-IE"/>
          </a:p>
          <a:p>
            <a:endParaRPr lang="en-IE"/>
          </a:p>
        </p:txBody>
      </p:sp>
      <p:pic>
        <p:nvPicPr>
          <p:cNvPr id="5" name="Picture 4">
            <a:extLst>
              <a:ext uri="{FF2B5EF4-FFF2-40B4-BE49-F238E27FC236}">
                <a16:creationId xmlns:a16="http://schemas.microsoft.com/office/drawing/2014/main" id="{D181BCF8-601C-208E-F2AC-A0BE2676B41A}"/>
              </a:ext>
            </a:extLst>
          </p:cNvPr>
          <p:cNvPicPr>
            <a:picLocks noChangeAspect="1"/>
          </p:cNvPicPr>
          <p:nvPr/>
        </p:nvPicPr>
        <p:blipFill>
          <a:blip r:embed="rId2"/>
          <a:stretch>
            <a:fillRect/>
          </a:stretch>
        </p:blipFill>
        <p:spPr>
          <a:xfrm>
            <a:off x="1173479" y="1171575"/>
            <a:ext cx="9079149" cy="1600200"/>
          </a:xfrm>
          <a:prstGeom prst="rect">
            <a:avLst/>
          </a:prstGeom>
        </p:spPr>
      </p:pic>
      <p:pic>
        <p:nvPicPr>
          <p:cNvPr id="8" name="Picture 7">
            <a:extLst>
              <a:ext uri="{FF2B5EF4-FFF2-40B4-BE49-F238E27FC236}">
                <a16:creationId xmlns:a16="http://schemas.microsoft.com/office/drawing/2014/main" id="{4937ADE4-B75F-A257-DC31-8F6D4BB2D386}"/>
              </a:ext>
            </a:extLst>
          </p:cNvPr>
          <p:cNvPicPr>
            <a:picLocks noChangeAspect="1"/>
          </p:cNvPicPr>
          <p:nvPr/>
        </p:nvPicPr>
        <p:blipFill>
          <a:blip r:embed="rId3"/>
          <a:stretch>
            <a:fillRect/>
          </a:stretch>
        </p:blipFill>
        <p:spPr>
          <a:xfrm>
            <a:off x="1173479" y="3633787"/>
            <a:ext cx="5019675" cy="1876425"/>
          </a:xfrm>
          <a:prstGeom prst="rect">
            <a:avLst/>
          </a:prstGeom>
        </p:spPr>
      </p:pic>
    </p:spTree>
    <p:extLst>
      <p:ext uri="{BB962C8B-B14F-4D97-AF65-F5344CB8AC3E}">
        <p14:creationId xmlns:p14="http://schemas.microsoft.com/office/powerpoint/2010/main" val="12026990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98A45F-5681-E0C5-F35C-7EF83CE4062E}"/>
              </a:ext>
            </a:extLst>
          </p:cNvPr>
          <p:cNvSpPr>
            <a:spLocks noGrp="1"/>
          </p:cNvSpPr>
          <p:nvPr>
            <p:ph type="title"/>
          </p:nvPr>
        </p:nvSpPr>
        <p:spPr>
          <a:xfrm>
            <a:off x="1143000" y="609600"/>
            <a:ext cx="9875520" cy="561975"/>
          </a:xfrm>
        </p:spPr>
        <p:txBody>
          <a:bodyPr>
            <a:normAutofit fontScale="90000"/>
          </a:bodyPr>
          <a:lstStyle/>
          <a:p>
            <a:r>
              <a:rPr lang="en-IE">
                <a:solidFill>
                  <a:schemeClr val="tx1"/>
                </a:solidFill>
              </a:rPr>
              <a:t>While loop</a:t>
            </a:r>
          </a:p>
        </p:txBody>
      </p:sp>
      <p:sp>
        <p:nvSpPr>
          <p:cNvPr id="3" name="Content Placeholder 2">
            <a:extLst>
              <a:ext uri="{FF2B5EF4-FFF2-40B4-BE49-F238E27FC236}">
                <a16:creationId xmlns:a16="http://schemas.microsoft.com/office/drawing/2014/main" id="{71E2503F-9A3A-5E3F-6CFB-DF9007CA500D}"/>
              </a:ext>
            </a:extLst>
          </p:cNvPr>
          <p:cNvSpPr>
            <a:spLocks noGrp="1"/>
          </p:cNvSpPr>
          <p:nvPr>
            <p:ph idx="1"/>
          </p:nvPr>
        </p:nvSpPr>
        <p:spPr>
          <a:xfrm>
            <a:off x="467604" y="1171575"/>
            <a:ext cx="10548268" cy="4924425"/>
          </a:xfrm>
        </p:spPr>
        <p:txBody>
          <a:bodyPr/>
          <a:lstStyle/>
          <a:p>
            <a:pPr marL="45720" indent="0">
              <a:buNone/>
            </a:pPr>
            <a:endParaRPr lang="en-IE" sz="2400" b="1"/>
          </a:p>
          <a:p>
            <a:pPr marL="45720" indent="0">
              <a:buNone/>
            </a:pPr>
            <a:endParaRPr lang="en-IE" sz="2400" b="1"/>
          </a:p>
          <a:p>
            <a:pPr marL="45720" indent="0">
              <a:buNone/>
            </a:pPr>
            <a:endParaRPr lang="en-IE" sz="2400" b="1"/>
          </a:p>
          <a:p>
            <a:pPr marL="45720" indent="0">
              <a:buNone/>
            </a:pPr>
            <a:endParaRPr lang="en-IE" sz="2400" b="1"/>
          </a:p>
          <a:p>
            <a:pPr marL="45720" indent="0">
              <a:buNone/>
            </a:pPr>
            <a:endParaRPr lang="en-IE" sz="2400" b="1"/>
          </a:p>
          <a:p>
            <a:pPr marL="45720" indent="0">
              <a:buNone/>
            </a:pPr>
            <a:r>
              <a:rPr lang="en-IE" sz="2400" b="1"/>
              <a:t>The Output:</a:t>
            </a:r>
          </a:p>
          <a:p>
            <a:pPr marL="45720" indent="0">
              <a:buNone/>
            </a:pPr>
            <a:endParaRPr lang="en-IE" sz="2400" b="1"/>
          </a:p>
          <a:p>
            <a:endParaRPr lang="en-IE" sz="2400" b="1"/>
          </a:p>
          <a:p>
            <a:endParaRPr lang="en-IE"/>
          </a:p>
          <a:p>
            <a:pPr marL="0" indent="0">
              <a:buNone/>
            </a:pPr>
            <a:endParaRPr lang="en-IE"/>
          </a:p>
          <a:p>
            <a:endParaRPr lang="en-IE"/>
          </a:p>
        </p:txBody>
      </p:sp>
      <p:pic>
        <p:nvPicPr>
          <p:cNvPr id="9" name="Picture 8">
            <a:extLst>
              <a:ext uri="{FF2B5EF4-FFF2-40B4-BE49-F238E27FC236}">
                <a16:creationId xmlns:a16="http://schemas.microsoft.com/office/drawing/2014/main" id="{CDF34B5C-D956-274C-962C-604AEA2F3D1D}"/>
              </a:ext>
            </a:extLst>
          </p:cNvPr>
          <p:cNvPicPr>
            <a:picLocks noChangeAspect="1"/>
          </p:cNvPicPr>
          <p:nvPr/>
        </p:nvPicPr>
        <p:blipFill>
          <a:blip r:embed="rId2"/>
          <a:stretch>
            <a:fillRect/>
          </a:stretch>
        </p:blipFill>
        <p:spPr>
          <a:xfrm>
            <a:off x="467603" y="1171575"/>
            <a:ext cx="6143625" cy="1657350"/>
          </a:xfrm>
          <a:prstGeom prst="rect">
            <a:avLst/>
          </a:prstGeom>
        </p:spPr>
      </p:pic>
      <p:pic>
        <p:nvPicPr>
          <p:cNvPr id="11" name="Picture 10">
            <a:extLst>
              <a:ext uri="{FF2B5EF4-FFF2-40B4-BE49-F238E27FC236}">
                <a16:creationId xmlns:a16="http://schemas.microsoft.com/office/drawing/2014/main" id="{25B0F645-B5AB-6CB5-58F0-DE42DAE0F86D}"/>
              </a:ext>
            </a:extLst>
          </p:cNvPr>
          <p:cNvPicPr>
            <a:picLocks noChangeAspect="1"/>
          </p:cNvPicPr>
          <p:nvPr/>
        </p:nvPicPr>
        <p:blipFill>
          <a:blip r:embed="rId3"/>
          <a:stretch>
            <a:fillRect/>
          </a:stretch>
        </p:blipFill>
        <p:spPr>
          <a:xfrm>
            <a:off x="467603" y="4254946"/>
            <a:ext cx="4718708" cy="2052638"/>
          </a:xfrm>
          <a:prstGeom prst="rect">
            <a:avLst/>
          </a:prstGeom>
        </p:spPr>
      </p:pic>
      <p:pic>
        <p:nvPicPr>
          <p:cNvPr id="6" name="Picture 5">
            <a:extLst>
              <a:ext uri="{FF2B5EF4-FFF2-40B4-BE49-F238E27FC236}">
                <a16:creationId xmlns:a16="http://schemas.microsoft.com/office/drawing/2014/main" id="{B569D5EB-FCC6-5588-7203-1F43122D4CEB}"/>
              </a:ext>
            </a:extLst>
          </p:cNvPr>
          <p:cNvPicPr>
            <a:picLocks noChangeAspect="1"/>
          </p:cNvPicPr>
          <p:nvPr/>
        </p:nvPicPr>
        <p:blipFill>
          <a:blip r:embed="rId4"/>
          <a:stretch>
            <a:fillRect/>
          </a:stretch>
        </p:blipFill>
        <p:spPr>
          <a:xfrm>
            <a:off x="3986422" y="3067349"/>
            <a:ext cx="7334250" cy="419100"/>
          </a:xfrm>
          <a:prstGeom prst="rect">
            <a:avLst/>
          </a:prstGeom>
        </p:spPr>
      </p:pic>
      <p:pic>
        <p:nvPicPr>
          <p:cNvPr id="8" name="Picture 7">
            <a:extLst>
              <a:ext uri="{FF2B5EF4-FFF2-40B4-BE49-F238E27FC236}">
                <a16:creationId xmlns:a16="http://schemas.microsoft.com/office/drawing/2014/main" id="{3C6BA9A2-2729-4F69-9363-5F6989A0D0FE}"/>
              </a:ext>
            </a:extLst>
          </p:cNvPr>
          <p:cNvPicPr>
            <a:picLocks noChangeAspect="1"/>
          </p:cNvPicPr>
          <p:nvPr/>
        </p:nvPicPr>
        <p:blipFill>
          <a:blip r:embed="rId5"/>
          <a:stretch>
            <a:fillRect/>
          </a:stretch>
        </p:blipFill>
        <p:spPr>
          <a:xfrm>
            <a:off x="4014372" y="3429000"/>
            <a:ext cx="7410450" cy="400050"/>
          </a:xfrm>
          <a:prstGeom prst="rect">
            <a:avLst/>
          </a:prstGeom>
        </p:spPr>
      </p:pic>
      <p:pic>
        <p:nvPicPr>
          <p:cNvPr id="12" name="Picture 11">
            <a:extLst>
              <a:ext uri="{FF2B5EF4-FFF2-40B4-BE49-F238E27FC236}">
                <a16:creationId xmlns:a16="http://schemas.microsoft.com/office/drawing/2014/main" id="{25969F5D-54BA-DE26-7B75-13B0F8F84002}"/>
              </a:ext>
            </a:extLst>
          </p:cNvPr>
          <p:cNvPicPr>
            <a:picLocks noChangeAspect="1"/>
          </p:cNvPicPr>
          <p:nvPr/>
        </p:nvPicPr>
        <p:blipFill>
          <a:blip r:embed="rId6"/>
          <a:stretch>
            <a:fillRect/>
          </a:stretch>
        </p:blipFill>
        <p:spPr>
          <a:xfrm>
            <a:off x="3986422" y="2715642"/>
            <a:ext cx="7067550" cy="438150"/>
          </a:xfrm>
          <a:prstGeom prst="rect">
            <a:avLst/>
          </a:prstGeom>
        </p:spPr>
      </p:pic>
    </p:spTree>
    <p:extLst>
      <p:ext uri="{BB962C8B-B14F-4D97-AF65-F5344CB8AC3E}">
        <p14:creationId xmlns:p14="http://schemas.microsoft.com/office/powerpoint/2010/main" val="7996099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98A45F-5681-E0C5-F35C-7EF83CE4062E}"/>
              </a:ext>
            </a:extLst>
          </p:cNvPr>
          <p:cNvSpPr>
            <a:spLocks noGrp="1"/>
          </p:cNvSpPr>
          <p:nvPr>
            <p:ph type="title"/>
          </p:nvPr>
        </p:nvSpPr>
        <p:spPr>
          <a:xfrm>
            <a:off x="1143000" y="609600"/>
            <a:ext cx="9875520" cy="561975"/>
          </a:xfrm>
        </p:spPr>
        <p:txBody>
          <a:bodyPr>
            <a:normAutofit fontScale="90000"/>
          </a:bodyPr>
          <a:lstStyle/>
          <a:p>
            <a:r>
              <a:rPr lang="en-IE">
                <a:solidFill>
                  <a:schemeClr val="tx1"/>
                </a:solidFill>
              </a:rPr>
              <a:t>PRACTICE TIME</a:t>
            </a:r>
          </a:p>
        </p:txBody>
      </p:sp>
      <p:sp>
        <p:nvSpPr>
          <p:cNvPr id="3" name="Content Placeholder 2">
            <a:extLst>
              <a:ext uri="{FF2B5EF4-FFF2-40B4-BE49-F238E27FC236}">
                <a16:creationId xmlns:a16="http://schemas.microsoft.com/office/drawing/2014/main" id="{71E2503F-9A3A-5E3F-6CFB-DF9007CA500D}"/>
              </a:ext>
            </a:extLst>
          </p:cNvPr>
          <p:cNvSpPr>
            <a:spLocks noGrp="1"/>
          </p:cNvSpPr>
          <p:nvPr>
            <p:ph idx="1"/>
          </p:nvPr>
        </p:nvSpPr>
        <p:spPr>
          <a:xfrm>
            <a:off x="1143000" y="1171575"/>
            <a:ext cx="9872871" cy="4924425"/>
          </a:xfrm>
        </p:spPr>
        <p:txBody>
          <a:bodyPr/>
          <a:lstStyle/>
          <a:p>
            <a:pPr marL="45720" indent="0">
              <a:buNone/>
            </a:pPr>
            <a:r>
              <a:rPr lang="en-IE" sz="2400" b="1"/>
              <a:t>Using a while loop and if, </a:t>
            </a:r>
            <a:r>
              <a:rPr lang="en-IE" sz="2400" b="1" err="1"/>
              <a:t>elif</a:t>
            </a:r>
            <a:r>
              <a:rPr lang="en-IE" sz="2400" b="1"/>
              <a:t>, else statements create code that has an output that looks like this </a:t>
            </a:r>
          </a:p>
          <a:p>
            <a:pPr marL="45720" indent="0">
              <a:buNone/>
            </a:pPr>
            <a:endParaRPr lang="en-IE" sz="2400" b="1"/>
          </a:p>
          <a:p>
            <a:pPr marL="45720" indent="0">
              <a:buNone/>
            </a:pPr>
            <a:endParaRPr lang="en-IE" sz="2400" b="1"/>
          </a:p>
          <a:p>
            <a:endParaRPr lang="en-IE" sz="2400" b="1"/>
          </a:p>
          <a:p>
            <a:endParaRPr lang="en-IE"/>
          </a:p>
          <a:p>
            <a:pPr marL="0" indent="0">
              <a:buNone/>
            </a:pPr>
            <a:endParaRPr lang="en-IE"/>
          </a:p>
          <a:p>
            <a:endParaRPr lang="en-IE"/>
          </a:p>
        </p:txBody>
      </p:sp>
      <p:pic>
        <p:nvPicPr>
          <p:cNvPr id="5" name="Picture 4">
            <a:extLst>
              <a:ext uri="{FF2B5EF4-FFF2-40B4-BE49-F238E27FC236}">
                <a16:creationId xmlns:a16="http://schemas.microsoft.com/office/drawing/2014/main" id="{E2EABDD9-1374-ABEE-1DD6-2F5CE7DD473F}"/>
              </a:ext>
            </a:extLst>
          </p:cNvPr>
          <p:cNvPicPr>
            <a:picLocks noChangeAspect="1"/>
          </p:cNvPicPr>
          <p:nvPr/>
        </p:nvPicPr>
        <p:blipFill>
          <a:blip r:embed="rId2"/>
          <a:stretch>
            <a:fillRect/>
          </a:stretch>
        </p:blipFill>
        <p:spPr>
          <a:xfrm>
            <a:off x="1140351" y="2133600"/>
            <a:ext cx="7863305" cy="2590800"/>
          </a:xfrm>
          <a:prstGeom prst="rect">
            <a:avLst/>
          </a:prstGeom>
        </p:spPr>
      </p:pic>
    </p:spTree>
    <p:extLst>
      <p:ext uri="{BB962C8B-B14F-4D97-AF65-F5344CB8AC3E}">
        <p14:creationId xmlns:p14="http://schemas.microsoft.com/office/powerpoint/2010/main" val="38879749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98A45F-5681-E0C5-F35C-7EF83CE4062E}"/>
              </a:ext>
            </a:extLst>
          </p:cNvPr>
          <p:cNvSpPr>
            <a:spLocks noGrp="1"/>
          </p:cNvSpPr>
          <p:nvPr>
            <p:ph type="title"/>
          </p:nvPr>
        </p:nvSpPr>
        <p:spPr>
          <a:xfrm>
            <a:off x="1143000" y="609600"/>
            <a:ext cx="9875520" cy="561975"/>
          </a:xfrm>
        </p:spPr>
        <p:txBody>
          <a:bodyPr>
            <a:normAutofit fontScale="90000"/>
          </a:bodyPr>
          <a:lstStyle/>
          <a:p>
            <a:r>
              <a:rPr lang="en-IE">
                <a:solidFill>
                  <a:schemeClr val="tx1"/>
                </a:solidFill>
              </a:rPr>
              <a:t>THE CODE</a:t>
            </a:r>
          </a:p>
        </p:txBody>
      </p:sp>
      <p:pic>
        <p:nvPicPr>
          <p:cNvPr id="8" name="Picture 7">
            <a:extLst>
              <a:ext uri="{FF2B5EF4-FFF2-40B4-BE49-F238E27FC236}">
                <a16:creationId xmlns:a16="http://schemas.microsoft.com/office/drawing/2014/main" id="{8C9F8ECC-7110-053F-6F38-A784E6DEDDCE}"/>
              </a:ext>
            </a:extLst>
          </p:cNvPr>
          <p:cNvPicPr>
            <a:picLocks noChangeAspect="1"/>
          </p:cNvPicPr>
          <p:nvPr/>
        </p:nvPicPr>
        <p:blipFill>
          <a:blip r:embed="rId2"/>
          <a:stretch>
            <a:fillRect/>
          </a:stretch>
        </p:blipFill>
        <p:spPr>
          <a:xfrm>
            <a:off x="238125" y="1171575"/>
            <a:ext cx="5638800" cy="2000250"/>
          </a:xfrm>
          <a:prstGeom prst="rect">
            <a:avLst/>
          </a:prstGeom>
        </p:spPr>
      </p:pic>
      <p:pic>
        <p:nvPicPr>
          <p:cNvPr id="10" name="Picture 9">
            <a:extLst>
              <a:ext uri="{FF2B5EF4-FFF2-40B4-BE49-F238E27FC236}">
                <a16:creationId xmlns:a16="http://schemas.microsoft.com/office/drawing/2014/main" id="{B6D49A78-8382-5645-8AF3-C428D4E8E363}"/>
              </a:ext>
            </a:extLst>
          </p:cNvPr>
          <p:cNvPicPr>
            <a:picLocks noChangeAspect="1"/>
          </p:cNvPicPr>
          <p:nvPr/>
        </p:nvPicPr>
        <p:blipFill>
          <a:blip r:embed="rId3"/>
          <a:stretch>
            <a:fillRect/>
          </a:stretch>
        </p:blipFill>
        <p:spPr>
          <a:xfrm>
            <a:off x="5972175" y="509587"/>
            <a:ext cx="6057900" cy="5838825"/>
          </a:xfrm>
          <a:prstGeom prst="rect">
            <a:avLst/>
          </a:prstGeom>
        </p:spPr>
      </p:pic>
    </p:spTree>
    <p:extLst>
      <p:ext uri="{BB962C8B-B14F-4D97-AF65-F5344CB8AC3E}">
        <p14:creationId xmlns:p14="http://schemas.microsoft.com/office/powerpoint/2010/main" val="23207611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98A45F-5681-E0C5-F35C-7EF83CE4062E}"/>
              </a:ext>
            </a:extLst>
          </p:cNvPr>
          <p:cNvSpPr>
            <a:spLocks noGrp="1"/>
          </p:cNvSpPr>
          <p:nvPr>
            <p:ph type="title"/>
          </p:nvPr>
        </p:nvSpPr>
        <p:spPr>
          <a:xfrm>
            <a:off x="314325" y="319087"/>
            <a:ext cx="9875520" cy="771525"/>
          </a:xfrm>
        </p:spPr>
        <p:txBody>
          <a:bodyPr>
            <a:normAutofit/>
          </a:bodyPr>
          <a:lstStyle/>
          <a:p>
            <a:r>
              <a:rPr lang="en-IE">
                <a:solidFill>
                  <a:schemeClr val="tx1"/>
                </a:solidFill>
              </a:rPr>
              <a:t>Nested Conditional Statements</a:t>
            </a:r>
          </a:p>
        </p:txBody>
      </p:sp>
      <p:sp>
        <p:nvSpPr>
          <p:cNvPr id="5" name="Content Placeholder 4">
            <a:extLst>
              <a:ext uri="{FF2B5EF4-FFF2-40B4-BE49-F238E27FC236}">
                <a16:creationId xmlns:a16="http://schemas.microsoft.com/office/drawing/2014/main" id="{055BEAED-5594-145D-5049-5091C0995CEC}"/>
              </a:ext>
            </a:extLst>
          </p:cNvPr>
          <p:cNvSpPr>
            <a:spLocks noGrp="1"/>
          </p:cNvSpPr>
          <p:nvPr>
            <p:ph idx="1"/>
          </p:nvPr>
        </p:nvSpPr>
        <p:spPr>
          <a:xfrm>
            <a:off x="571500" y="1409700"/>
            <a:ext cx="5057775" cy="5143500"/>
          </a:xfrm>
        </p:spPr>
        <p:txBody>
          <a:bodyPr>
            <a:normAutofit/>
          </a:bodyPr>
          <a:lstStyle/>
          <a:p>
            <a:pPr>
              <a:lnSpc>
                <a:spcPct val="150000"/>
              </a:lnSpc>
            </a:pPr>
            <a:r>
              <a:rPr lang="en-US"/>
              <a:t>In this example age is set to 38, therefore the first expression (age &gt;= 11) evaluates to True and the associated print statement prints the string "You are eligible to see the Football match". There after program control goes to next if statement and the condition ( 38 is outside &lt;=20 or &gt;=60) is matched and prints "Tic kit price is $12".</a:t>
            </a:r>
            <a:endParaRPr lang="en-IE"/>
          </a:p>
        </p:txBody>
      </p:sp>
      <p:pic>
        <p:nvPicPr>
          <p:cNvPr id="7" name="Picture 6">
            <a:extLst>
              <a:ext uri="{FF2B5EF4-FFF2-40B4-BE49-F238E27FC236}">
                <a16:creationId xmlns:a16="http://schemas.microsoft.com/office/drawing/2014/main" id="{889CDBFF-F36B-0755-BCF0-FF7FE93C74C8}"/>
              </a:ext>
            </a:extLst>
          </p:cNvPr>
          <p:cNvPicPr>
            <a:picLocks noChangeAspect="1"/>
          </p:cNvPicPr>
          <p:nvPr/>
        </p:nvPicPr>
        <p:blipFill>
          <a:blip r:embed="rId2"/>
          <a:stretch>
            <a:fillRect/>
          </a:stretch>
        </p:blipFill>
        <p:spPr>
          <a:xfrm>
            <a:off x="8067675" y="235884"/>
            <a:ext cx="2876550" cy="6303029"/>
          </a:xfrm>
          <a:prstGeom prst="rect">
            <a:avLst/>
          </a:prstGeom>
        </p:spPr>
      </p:pic>
    </p:spTree>
    <p:extLst>
      <p:ext uri="{BB962C8B-B14F-4D97-AF65-F5344CB8AC3E}">
        <p14:creationId xmlns:p14="http://schemas.microsoft.com/office/powerpoint/2010/main" val="29911435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98A45F-5681-E0C5-F35C-7EF83CE4062E}"/>
              </a:ext>
            </a:extLst>
          </p:cNvPr>
          <p:cNvSpPr>
            <a:spLocks noGrp="1"/>
          </p:cNvSpPr>
          <p:nvPr>
            <p:ph type="title"/>
          </p:nvPr>
        </p:nvSpPr>
        <p:spPr>
          <a:xfrm>
            <a:off x="1143000" y="609600"/>
            <a:ext cx="9875520" cy="561975"/>
          </a:xfrm>
        </p:spPr>
        <p:txBody>
          <a:bodyPr>
            <a:normAutofit fontScale="90000"/>
          </a:bodyPr>
          <a:lstStyle/>
          <a:p>
            <a:r>
              <a:rPr lang="en-IE">
                <a:solidFill>
                  <a:schemeClr val="tx1"/>
                </a:solidFill>
              </a:rPr>
              <a:t>Nested Conditional Statements Example 1</a:t>
            </a:r>
          </a:p>
        </p:txBody>
      </p:sp>
      <p:pic>
        <p:nvPicPr>
          <p:cNvPr id="5" name="Picture 4">
            <a:extLst>
              <a:ext uri="{FF2B5EF4-FFF2-40B4-BE49-F238E27FC236}">
                <a16:creationId xmlns:a16="http://schemas.microsoft.com/office/drawing/2014/main" id="{53EE4055-4EFE-CEAF-1D72-CF67C001E59B}"/>
              </a:ext>
            </a:extLst>
          </p:cNvPr>
          <p:cNvPicPr>
            <a:picLocks noChangeAspect="1"/>
          </p:cNvPicPr>
          <p:nvPr/>
        </p:nvPicPr>
        <p:blipFill>
          <a:blip r:embed="rId2"/>
          <a:stretch>
            <a:fillRect/>
          </a:stretch>
        </p:blipFill>
        <p:spPr>
          <a:xfrm>
            <a:off x="1143000" y="1400175"/>
            <a:ext cx="9383869" cy="3314700"/>
          </a:xfrm>
          <a:prstGeom prst="rect">
            <a:avLst/>
          </a:prstGeom>
        </p:spPr>
      </p:pic>
    </p:spTree>
    <p:extLst>
      <p:ext uri="{BB962C8B-B14F-4D97-AF65-F5344CB8AC3E}">
        <p14:creationId xmlns:p14="http://schemas.microsoft.com/office/powerpoint/2010/main" val="37913866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98A45F-5681-E0C5-F35C-7EF83CE4062E}"/>
              </a:ext>
            </a:extLst>
          </p:cNvPr>
          <p:cNvSpPr>
            <a:spLocks noGrp="1"/>
          </p:cNvSpPr>
          <p:nvPr>
            <p:ph type="title"/>
          </p:nvPr>
        </p:nvSpPr>
        <p:spPr>
          <a:xfrm>
            <a:off x="1143000" y="609600"/>
            <a:ext cx="9875520" cy="561975"/>
          </a:xfrm>
        </p:spPr>
        <p:txBody>
          <a:bodyPr>
            <a:normAutofit fontScale="90000"/>
          </a:bodyPr>
          <a:lstStyle/>
          <a:p>
            <a:r>
              <a:rPr lang="en-IE">
                <a:solidFill>
                  <a:schemeClr val="tx1"/>
                </a:solidFill>
              </a:rPr>
              <a:t>Nested Conditional Statements Example 2</a:t>
            </a:r>
          </a:p>
        </p:txBody>
      </p:sp>
      <p:pic>
        <p:nvPicPr>
          <p:cNvPr id="4" name="Picture 3">
            <a:extLst>
              <a:ext uri="{FF2B5EF4-FFF2-40B4-BE49-F238E27FC236}">
                <a16:creationId xmlns:a16="http://schemas.microsoft.com/office/drawing/2014/main" id="{9680C902-C8EC-5186-3B83-DA8F95457A8D}"/>
              </a:ext>
            </a:extLst>
          </p:cNvPr>
          <p:cNvPicPr>
            <a:picLocks noChangeAspect="1"/>
          </p:cNvPicPr>
          <p:nvPr/>
        </p:nvPicPr>
        <p:blipFill>
          <a:blip r:embed="rId2"/>
          <a:stretch>
            <a:fillRect/>
          </a:stretch>
        </p:blipFill>
        <p:spPr>
          <a:xfrm>
            <a:off x="1142999" y="1381124"/>
            <a:ext cx="8258175" cy="4247739"/>
          </a:xfrm>
          <a:prstGeom prst="rect">
            <a:avLst/>
          </a:prstGeom>
        </p:spPr>
      </p:pic>
    </p:spTree>
    <p:extLst>
      <p:ext uri="{BB962C8B-B14F-4D97-AF65-F5344CB8AC3E}">
        <p14:creationId xmlns:p14="http://schemas.microsoft.com/office/powerpoint/2010/main" val="26307226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98A45F-5681-E0C5-F35C-7EF83CE4062E}"/>
              </a:ext>
            </a:extLst>
          </p:cNvPr>
          <p:cNvSpPr>
            <a:spLocks noGrp="1"/>
          </p:cNvSpPr>
          <p:nvPr>
            <p:ph type="title"/>
          </p:nvPr>
        </p:nvSpPr>
        <p:spPr>
          <a:xfrm>
            <a:off x="495301" y="609600"/>
            <a:ext cx="11239498" cy="561975"/>
          </a:xfrm>
        </p:spPr>
        <p:txBody>
          <a:bodyPr>
            <a:normAutofit fontScale="90000"/>
          </a:bodyPr>
          <a:lstStyle/>
          <a:p>
            <a:r>
              <a:rPr lang="en-IE">
                <a:solidFill>
                  <a:schemeClr val="tx1"/>
                </a:solidFill>
              </a:rPr>
              <a:t>Practice Time – Code this algorithm </a:t>
            </a:r>
            <a:br>
              <a:rPr lang="en-IE">
                <a:solidFill>
                  <a:schemeClr val="tx1"/>
                </a:solidFill>
              </a:rPr>
            </a:br>
            <a:r>
              <a:rPr lang="en-IE">
                <a:solidFill>
                  <a:schemeClr val="tx1"/>
                </a:solidFill>
              </a:rPr>
              <a:t>Driver Licence Eligibility</a:t>
            </a:r>
          </a:p>
        </p:txBody>
      </p:sp>
      <p:sp>
        <p:nvSpPr>
          <p:cNvPr id="3" name="Diamond 2">
            <a:extLst>
              <a:ext uri="{FF2B5EF4-FFF2-40B4-BE49-F238E27FC236}">
                <a16:creationId xmlns:a16="http://schemas.microsoft.com/office/drawing/2014/main" id="{D4A4DEFB-94EF-149E-59FD-F589C5F1E8FA}"/>
              </a:ext>
            </a:extLst>
          </p:cNvPr>
          <p:cNvSpPr/>
          <p:nvPr/>
        </p:nvSpPr>
        <p:spPr>
          <a:xfrm>
            <a:off x="2409825" y="1809750"/>
            <a:ext cx="2114550" cy="1247775"/>
          </a:xfrm>
          <a:prstGeom prst="diamond">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IE"/>
              <a:t>Age &gt;= 17</a:t>
            </a:r>
          </a:p>
        </p:txBody>
      </p:sp>
      <p:cxnSp>
        <p:nvCxnSpPr>
          <p:cNvPr id="6" name="Straight Arrow Connector 5">
            <a:extLst>
              <a:ext uri="{FF2B5EF4-FFF2-40B4-BE49-F238E27FC236}">
                <a16:creationId xmlns:a16="http://schemas.microsoft.com/office/drawing/2014/main" id="{CD1F41F7-6D2B-0C23-3C79-6EF89F4F00AC}"/>
              </a:ext>
            </a:extLst>
          </p:cNvPr>
          <p:cNvCxnSpPr>
            <a:cxnSpLocks/>
          </p:cNvCxnSpPr>
          <p:nvPr/>
        </p:nvCxnSpPr>
        <p:spPr>
          <a:xfrm>
            <a:off x="3438525" y="3057525"/>
            <a:ext cx="28575" cy="9429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Diamond 6">
            <a:extLst>
              <a:ext uri="{FF2B5EF4-FFF2-40B4-BE49-F238E27FC236}">
                <a16:creationId xmlns:a16="http://schemas.microsoft.com/office/drawing/2014/main" id="{2C40ED04-D62E-A6ED-7D3F-5FF6C971975D}"/>
              </a:ext>
            </a:extLst>
          </p:cNvPr>
          <p:cNvSpPr/>
          <p:nvPr/>
        </p:nvSpPr>
        <p:spPr>
          <a:xfrm>
            <a:off x="6828473" y="3324224"/>
            <a:ext cx="2447925" cy="1247775"/>
          </a:xfrm>
          <a:prstGeom prst="diamond">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IE"/>
              <a:t>Has provisional licence</a:t>
            </a:r>
          </a:p>
        </p:txBody>
      </p:sp>
      <p:cxnSp>
        <p:nvCxnSpPr>
          <p:cNvPr id="9" name="Connector: Elbow 8">
            <a:extLst>
              <a:ext uri="{FF2B5EF4-FFF2-40B4-BE49-F238E27FC236}">
                <a16:creationId xmlns:a16="http://schemas.microsoft.com/office/drawing/2014/main" id="{0F8C567F-3F7A-64B1-0BF8-06ED6AA8AC6B}"/>
              </a:ext>
            </a:extLst>
          </p:cNvPr>
          <p:cNvCxnSpPr>
            <a:cxnSpLocks/>
            <a:endCxn id="7" idx="0"/>
          </p:cNvCxnSpPr>
          <p:nvPr/>
        </p:nvCxnSpPr>
        <p:spPr>
          <a:xfrm>
            <a:off x="4495800" y="2433638"/>
            <a:ext cx="3556636" cy="890586"/>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6A121D4D-02A1-E154-CA47-7EBFE80F1185}"/>
              </a:ext>
            </a:extLst>
          </p:cNvPr>
          <p:cNvSpPr txBox="1"/>
          <p:nvPr/>
        </p:nvSpPr>
        <p:spPr>
          <a:xfrm>
            <a:off x="5029200" y="2087047"/>
            <a:ext cx="1390650" cy="369332"/>
          </a:xfrm>
          <a:prstGeom prst="rect">
            <a:avLst/>
          </a:prstGeom>
          <a:noFill/>
        </p:spPr>
        <p:txBody>
          <a:bodyPr wrap="square" rtlCol="0">
            <a:spAutoFit/>
          </a:bodyPr>
          <a:lstStyle/>
          <a:p>
            <a:r>
              <a:rPr lang="en-IE"/>
              <a:t>True</a:t>
            </a:r>
          </a:p>
        </p:txBody>
      </p:sp>
      <p:sp>
        <p:nvSpPr>
          <p:cNvPr id="11" name="TextBox 10">
            <a:extLst>
              <a:ext uri="{FF2B5EF4-FFF2-40B4-BE49-F238E27FC236}">
                <a16:creationId xmlns:a16="http://schemas.microsoft.com/office/drawing/2014/main" id="{D7700369-9040-23CB-1591-CB4AB5CE1232}"/>
              </a:ext>
            </a:extLst>
          </p:cNvPr>
          <p:cNvSpPr txBox="1"/>
          <p:nvPr/>
        </p:nvSpPr>
        <p:spPr>
          <a:xfrm>
            <a:off x="3467100" y="3072884"/>
            <a:ext cx="1390650" cy="369332"/>
          </a:xfrm>
          <a:prstGeom prst="rect">
            <a:avLst/>
          </a:prstGeom>
          <a:noFill/>
        </p:spPr>
        <p:txBody>
          <a:bodyPr wrap="square" rtlCol="0">
            <a:spAutoFit/>
          </a:bodyPr>
          <a:lstStyle/>
          <a:p>
            <a:r>
              <a:rPr lang="en-IE"/>
              <a:t>False</a:t>
            </a:r>
          </a:p>
        </p:txBody>
      </p:sp>
      <p:sp>
        <p:nvSpPr>
          <p:cNvPr id="12" name="Rectangle 11">
            <a:extLst>
              <a:ext uri="{FF2B5EF4-FFF2-40B4-BE49-F238E27FC236}">
                <a16:creationId xmlns:a16="http://schemas.microsoft.com/office/drawing/2014/main" id="{19832487-DEEE-9039-460D-A3B102A35B4B}"/>
              </a:ext>
            </a:extLst>
          </p:cNvPr>
          <p:cNvSpPr/>
          <p:nvPr/>
        </p:nvSpPr>
        <p:spPr>
          <a:xfrm>
            <a:off x="2657475" y="4000499"/>
            <a:ext cx="1895475" cy="114300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IE"/>
              <a:t>Output: Not eligible to apply&gt; you must be 17 years or older</a:t>
            </a:r>
          </a:p>
        </p:txBody>
      </p:sp>
      <p:cxnSp>
        <p:nvCxnSpPr>
          <p:cNvPr id="15" name="Straight Arrow Connector 14">
            <a:extLst>
              <a:ext uri="{FF2B5EF4-FFF2-40B4-BE49-F238E27FC236}">
                <a16:creationId xmlns:a16="http://schemas.microsoft.com/office/drawing/2014/main" id="{3F89EB03-985E-FC4F-DDD1-900C79AC4C6E}"/>
              </a:ext>
            </a:extLst>
          </p:cNvPr>
          <p:cNvCxnSpPr>
            <a:stCxn id="7" idx="1"/>
          </p:cNvCxnSpPr>
          <p:nvPr/>
        </p:nvCxnSpPr>
        <p:spPr>
          <a:xfrm>
            <a:off x="6828473" y="3948112"/>
            <a:ext cx="0" cy="10906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86478CE0-7D99-A4C9-E5A8-6AF80921EB4A}"/>
              </a:ext>
            </a:extLst>
          </p:cNvPr>
          <p:cNvCxnSpPr>
            <a:stCxn id="7" idx="3"/>
          </p:cNvCxnSpPr>
          <p:nvPr/>
        </p:nvCxnSpPr>
        <p:spPr>
          <a:xfrm>
            <a:off x="9276398" y="3948112"/>
            <a:ext cx="0" cy="10906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1875492C-00DF-20AB-2609-E9F5434A73D9}"/>
              </a:ext>
            </a:extLst>
          </p:cNvPr>
          <p:cNvSpPr/>
          <p:nvPr/>
        </p:nvSpPr>
        <p:spPr>
          <a:xfrm>
            <a:off x="5966936" y="5038723"/>
            <a:ext cx="1895475" cy="114300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IE"/>
              <a:t>Output: Not eligible to apply. Get a provisional licence</a:t>
            </a:r>
          </a:p>
        </p:txBody>
      </p:sp>
      <p:sp>
        <p:nvSpPr>
          <p:cNvPr id="20" name="Rectangle 19">
            <a:extLst>
              <a:ext uri="{FF2B5EF4-FFF2-40B4-BE49-F238E27FC236}">
                <a16:creationId xmlns:a16="http://schemas.microsoft.com/office/drawing/2014/main" id="{09E0DF90-1FBD-BE49-B68F-91D4D98BA569}"/>
              </a:ext>
            </a:extLst>
          </p:cNvPr>
          <p:cNvSpPr/>
          <p:nvPr/>
        </p:nvSpPr>
        <p:spPr>
          <a:xfrm>
            <a:off x="8749903" y="5033960"/>
            <a:ext cx="1895475" cy="114300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IE"/>
              <a:t>Output: Eligible to apply</a:t>
            </a:r>
          </a:p>
        </p:txBody>
      </p:sp>
      <p:sp>
        <p:nvSpPr>
          <p:cNvPr id="21" name="TextBox 20">
            <a:extLst>
              <a:ext uri="{FF2B5EF4-FFF2-40B4-BE49-F238E27FC236}">
                <a16:creationId xmlns:a16="http://schemas.microsoft.com/office/drawing/2014/main" id="{25FBE582-8DAA-3302-DC4E-5058BAFF2D9B}"/>
              </a:ext>
            </a:extLst>
          </p:cNvPr>
          <p:cNvSpPr txBox="1"/>
          <p:nvPr/>
        </p:nvSpPr>
        <p:spPr>
          <a:xfrm>
            <a:off x="9299735" y="4308752"/>
            <a:ext cx="1390650" cy="369332"/>
          </a:xfrm>
          <a:prstGeom prst="rect">
            <a:avLst/>
          </a:prstGeom>
          <a:noFill/>
        </p:spPr>
        <p:txBody>
          <a:bodyPr wrap="square" rtlCol="0">
            <a:spAutoFit/>
          </a:bodyPr>
          <a:lstStyle/>
          <a:p>
            <a:r>
              <a:rPr lang="en-IE"/>
              <a:t>True</a:t>
            </a:r>
          </a:p>
        </p:txBody>
      </p:sp>
      <p:sp>
        <p:nvSpPr>
          <p:cNvPr id="22" name="TextBox 21">
            <a:extLst>
              <a:ext uri="{FF2B5EF4-FFF2-40B4-BE49-F238E27FC236}">
                <a16:creationId xmlns:a16="http://schemas.microsoft.com/office/drawing/2014/main" id="{76AAF1B0-61F7-FBDA-7A4D-C4D140DBC841}"/>
              </a:ext>
            </a:extLst>
          </p:cNvPr>
          <p:cNvSpPr txBox="1"/>
          <p:nvPr/>
        </p:nvSpPr>
        <p:spPr>
          <a:xfrm>
            <a:off x="6133147" y="4308752"/>
            <a:ext cx="1390650" cy="369332"/>
          </a:xfrm>
          <a:prstGeom prst="rect">
            <a:avLst/>
          </a:prstGeom>
          <a:noFill/>
        </p:spPr>
        <p:txBody>
          <a:bodyPr wrap="square" rtlCol="0">
            <a:spAutoFit/>
          </a:bodyPr>
          <a:lstStyle/>
          <a:p>
            <a:r>
              <a:rPr lang="en-IE"/>
              <a:t>False</a:t>
            </a:r>
          </a:p>
        </p:txBody>
      </p:sp>
    </p:spTree>
    <p:extLst>
      <p:ext uri="{BB962C8B-B14F-4D97-AF65-F5344CB8AC3E}">
        <p14:creationId xmlns:p14="http://schemas.microsoft.com/office/powerpoint/2010/main" val="7141784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98A45F-5681-E0C5-F35C-7EF83CE4062E}"/>
              </a:ext>
            </a:extLst>
          </p:cNvPr>
          <p:cNvSpPr>
            <a:spLocks noGrp="1"/>
          </p:cNvSpPr>
          <p:nvPr>
            <p:ph type="title"/>
          </p:nvPr>
        </p:nvSpPr>
        <p:spPr>
          <a:xfrm>
            <a:off x="495301" y="609600"/>
            <a:ext cx="11239498" cy="561975"/>
          </a:xfrm>
        </p:spPr>
        <p:txBody>
          <a:bodyPr>
            <a:normAutofit fontScale="90000"/>
          </a:bodyPr>
          <a:lstStyle/>
          <a:p>
            <a:r>
              <a:rPr lang="en-IE">
                <a:solidFill>
                  <a:schemeClr val="tx1"/>
                </a:solidFill>
              </a:rPr>
              <a:t>Practice Time – Code this algorithm </a:t>
            </a:r>
            <a:br>
              <a:rPr lang="en-IE">
                <a:solidFill>
                  <a:schemeClr val="tx1"/>
                </a:solidFill>
              </a:rPr>
            </a:br>
            <a:r>
              <a:rPr lang="en-IE">
                <a:solidFill>
                  <a:schemeClr val="tx1"/>
                </a:solidFill>
              </a:rPr>
              <a:t>Driver Licence Eligibility</a:t>
            </a:r>
          </a:p>
        </p:txBody>
      </p:sp>
      <p:pic>
        <p:nvPicPr>
          <p:cNvPr id="13" name="Picture 12">
            <a:extLst>
              <a:ext uri="{FF2B5EF4-FFF2-40B4-BE49-F238E27FC236}">
                <a16:creationId xmlns:a16="http://schemas.microsoft.com/office/drawing/2014/main" id="{29D6E453-5197-97DD-ABB9-1AC8AB5C31B4}"/>
              </a:ext>
            </a:extLst>
          </p:cNvPr>
          <p:cNvPicPr>
            <a:picLocks noChangeAspect="1"/>
          </p:cNvPicPr>
          <p:nvPr/>
        </p:nvPicPr>
        <p:blipFill>
          <a:blip r:embed="rId2"/>
          <a:stretch>
            <a:fillRect/>
          </a:stretch>
        </p:blipFill>
        <p:spPr>
          <a:xfrm>
            <a:off x="495300" y="1627386"/>
            <a:ext cx="10367313" cy="3432885"/>
          </a:xfrm>
          <a:prstGeom prst="rect">
            <a:avLst/>
          </a:prstGeom>
        </p:spPr>
      </p:pic>
    </p:spTree>
    <p:extLst>
      <p:ext uri="{BB962C8B-B14F-4D97-AF65-F5344CB8AC3E}">
        <p14:creationId xmlns:p14="http://schemas.microsoft.com/office/powerpoint/2010/main" val="21860552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98A45F-5681-E0C5-F35C-7EF83CE4062E}"/>
              </a:ext>
            </a:extLst>
          </p:cNvPr>
          <p:cNvSpPr>
            <a:spLocks noGrp="1"/>
          </p:cNvSpPr>
          <p:nvPr>
            <p:ph type="title"/>
          </p:nvPr>
        </p:nvSpPr>
        <p:spPr>
          <a:xfrm>
            <a:off x="495301" y="609600"/>
            <a:ext cx="11239498" cy="561975"/>
          </a:xfrm>
        </p:spPr>
        <p:txBody>
          <a:bodyPr>
            <a:normAutofit fontScale="90000"/>
          </a:bodyPr>
          <a:lstStyle/>
          <a:p>
            <a:r>
              <a:rPr lang="en-IE">
                <a:solidFill>
                  <a:schemeClr val="tx1"/>
                </a:solidFill>
              </a:rPr>
              <a:t>Driver Licence Eligibility using Boolean operators</a:t>
            </a:r>
          </a:p>
        </p:txBody>
      </p:sp>
      <p:pic>
        <p:nvPicPr>
          <p:cNvPr id="4" name="Picture 3">
            <a:extLst>
              <a:ext uri="{FF2B5EF4-FFF2-40B4-BE49-F238E27FC236}">
                <a16:creationId xmlns:a16="http://schemas.microsoft.com/office/drawing/2014/main" id="{055A6A89-E6BB-3686-78FF-095480BB80C5}"/>
              </a:ext>
            </a:extLst>
          </p:cNvPr>
          <p:cNvPicPr>
            <a:picLocks noChangeAspect="1"/>
          </p:cNvPicPr>
          <p:nvPr/>
        </p:nvPicPr>
        <p:blipFill>
          <a:blip r:embed="rId2"/>
          <a:stretch>
            <a:fillRect/>
          </a:stretch>
        </p:blipFill>
        <p:spPr>
          <a:xfrm>
            <a:off x="563870" y="2267227"/>
            <a:ext cx="10465736" cy="3378970"/>
          </a:xfrm>
          <a:prstGeom prst="rect">
            <a:avLst/>
          </a:prstGeom>
        </p:spPr>
      </p:pic>
    </p:spTree>
    <p:extLst>
      <p:ext uri="{BB962C8B-B14F-4D97-AF65-F5344CB8AC3E}">
        <p14:creationId xmlns:p14="http://schemas.microsoft.com/office/powerpoint/2010/main" val="25720007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98A45F-5681-E0C5-F35C-7EF83CE4062E}"/>
              </a:ext>
            </a:extLst>
          </p:cNvPr>
          <p:cNvSpPr>
            <a:spLocks noGrp="1"/>
          </p:cNvSpPr>
          <p:nvPr>
            <p:ph type="title"/>
          </p:nvPr>
        </p:nvSpPr>
        <p:spPr>
          <a:xfrm>
            <a:off x="495301" y="609600"/>
            <a:ext cx="11239498" cy="561975"/>
          </a:xfrm>
        </p:spPr>
        <p:txBody>
          <a:bodyPr>
            <a:normAutofit fontScale="90000"/>
          </a:bodyPr>
          <a:lstStyle/>
          <a:p>
            <a:r>
              <a:rPr lang="en-IE">
                <a:solidFill>
                  <a:schemeClr val="tx1"/>
                </a:solidFill>
              </a:rPr>
              <a:t>Iteration: Nested Loops</a:t>
            </a:r>
          </a:p>
        </p:txBody>
      </p:sp>
      <p:pic>
        <p:nvPicPr>
          <p:cNvPr id="5" name="Picture 4">
            <a:extLst>
              <a:ext uri="{FF2B5EF4-FFF2-40B4-BE49-F238E27FC236}">
                <a16:creationId xmlns:a16="http://schemas.microsoft.com/office/drawing/2014/main" id="{3F095A9E-5DEE-C47B-4D5E-E483C2493E73}"/>
              </a:ext>
            </a:extLst>
          </p:cNvPr>
          <p:cNvPicPr>
            <a:picLocks noChangeAspect="1"/>
          </p:cNvPicPr>
          <p:nvPr/>
        </p:nvPicPr>
        <p:blipFill>
          <a:blip r:embed="rId2"/>
          <a:stretch>
            <a:fillRect/>
          </a:stretch>
        </p:blipFill>
        <p:spPr>
          <a:xfrm>
            <a:off x="495301" y="1571071"/>
            <a:ext cx="2352675" cy="1295400"/>
          </a:xfrm>
          <a:prstGeom prst="rect">
            <a:avLst/>
          </a:prstGeom>
        </p:spPr>
      </p:pic>
      <p:pic>
        <p:nvPicPr>
          <p:cNvPr id="7" name="Picture 6">
            <a:extLst>
              <a:ext uri="{FF2B5EF4-FFF2-40B4-BE49-F238E27FC236}">
                <a16:creationId xmlns:a16="http://schemas.microsoft.com/office/drawing/2014/main" id="{6423B919-66EF-D57B-12F7-D1B6E001663E}"/>
              </a:ext>
            </a:extLst>
          </p:cNvPr>
          <p:cNvPicPr>
            <a:picLocks noChangeAspect="1"/>
          </p:cNvPicPr>
          <p:nvPr/>
        </p:nvPicPr>
        <p:blipFill>
          <a:blip r:embed="rId3"/>
          <a:stretch>
            <a:fillRect/>
          </a:stretch>
        </p:blipFill>
        <p:spPr>
          <a:xfrm>
            <a:off x="5438313" y="1342471"/>
            <a:ext cx="2895600" cy="1524000"/>
          </a:xfrm>
          <a:prstGeom prst="rect">
            <a:avLst/>
          </a:prstGeom>
        </p:spPr>
      </p:pic>
      <p:cxnSp>
        <p:nvCxnSpPr>
          <p:cNvPr id="9" name="Straight Arrow Connector 8">
            <a:extLst>
              <a:ext uri="{FF2B5EF4-FFF2-40B4-BE49-F238E27FC236}">
                <a16:creationId xmlns:a16="http://schemas.microsoft.com/office/drawing/2014/main" id="{7BFBC0D5-8BC1-2E6F-6AFF-935BDD5EA1F0}"/>
              </a:ext>
            </a:extLst>
          </p:cNvPr>
          <p:cNvCxnSpPr/>
          <p:nvPr/>
        </p:nvCxnSpPr>
        <p:spPr>
          <a:xfrm flipV="1">
            <a:off x="3045041" y="2006353"/>
            <a:ext cx="2112885" cy="98118"/>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10" name="TextBox 9">
            <a:extLst>
              <a:ext uri="{FF2B5EF4-FFF2-40B4-BE49-F238E27FC236}">
                <a16:creationId xmlns:a16="http://schemas.microsoft.com/office/drawing/2014/main" id="{EC26985B-C902-2DAC-4A49-81DDCD9C33C9}"/>
              </a:ext>
            </a:extLst>
          </p:cNvPr>
          <p:cNvSpPr txBox="1"/>
          <p:nvPr/>
        </p:nvSpPr>
        <p:spPr>
          <a:xfrm>
            <a:off x="577049" y="3240350"/>
            <a:ext cx="10759735" cy="369332"/>
          </a:xfrm>
          <a:prstGeom prst="rect">
            <a:avLst/>
          </a:prstGeom>
          <a:noFill/>
        </p:spPr>
        <p:txBody>
          <a:bodyPr wrap="square" rtlCol="0">
            <a:spAutoFit/>
          </a:bodyPr>
          <a:lstStyle/>
          <a:p>
            <a:r>
              <a:rPr lang="en-IE"/>
              <a:t>We can use nested loops to reduce the amount of code needed for the above.</a:t>
            </a:r>
          </a:p>
        </p:txBody>
      </p:sp>
      <p:graphicFrame>
        <p:nvGraphicFramePr>
          <p:cNvPr id="12" name="Table 11">
            <a:extLst>
              <a:ext uri="{FF2B5EF4-FFF2-40B4-BE49-F238E27FC236}">
                <a16:creationId xmlns:a16="http://schemas.microsoft.com/office/drawing/2014/main" id="{8712635A-DB41-EA12-BFBA-F8BBB0822F34}"/>
              </a:ext>
            </a:extLst>
          </p:cNvPr>
          <p:cNvGraphicFramePr>
            <a:graphicFrameLocks noGrp="1"/>
          </p:cNvGraphicFramePr>
          <p:nvPr>
            <p:extLst>
              <p:ext uri="{D42A27DB-BD31-4B8C-83A1-F6EECF244321}">
                <p14:modId xmlns:p14="http://schemas.microsoft.com/office/powerpoint/2010/main" val="4186174595"/>
              </p:ext>
            </p:extLst>
          </p:nvPr>
        </p:nvGraphicFramePr>
        <p:xfrm>
          <a:off x="1397161" y="4290133"/>
          <a:ext cx="2091765" cy="1359764"/>
        </p:xfrm>
        <a:graphic>
          <a:graphicData uri="http://schemas.openxmlformats.org/drawingml/2006/table">
            <a:tbl>
              <a:tblPr>
                <a:tableStyleId>{5C22544A-7EE6-4342-B048-85BDC9FD1C3A}</a:tableStyleId>
              </a:tblPr>
              <a:tblGrid>
                <a:gridCol w="418353">
                  <a:extLst>
                    <a:ext uri="{9D8B030D-6E8A-4147-A177-3AD203B41FA5}">
                      <a16:colId xmlns:a16="http://schemas.microsoft.com/office/drawing/2014/main" val="1346989562"/>
                    </a:ext>
                  </a:extLst>
                </a:gridCol>
                <a:gridCol w="418353">
                  <a:extLst>
                    <a:ext uri="{9D8B030D-6E8A-4147-A177-3AD203B41FA5}">
                      <a16:colId xmlns:a16="http://schemas.microsoft.com/office/drawing/2014/main" val="3958527212"/>
                    </a:ext>
                  </a:extLst>
                </a:gridCol>
                <a:gridCol w="418353">
                  <a:extLst>
                    <a:ext uri="{9D8B030D-6E8A-4147-A177-3AD203B41FA5}">
                      <a16:colId xmlns:a16="http://schemas.microsoft.com/office/drawing/2014/main" val="2533708861"/>
                    </a:ext>
                  </a:extLst>
                </a:gridCol>
                <a:gridCol w="418353">
                  <a:extLst>
                    <a:ext uri="{9D8B030D-6E8A-4147-A177-3AD203B41FA5}">
                      <a16:colId xmlns:a16="http://schemas.microsoft.com/office/drawing/2014/main" val="1865694791"/>
                    </a:ext>
                  </a:extLst>
                </a:gridCol>
                <a:gridCol w="418353">
                  <a:extLst>
                    <a:ext uri="{9D8B030D-6E8A-4147-A177-3AD203B41FA5}">
                      <a16:colId xmlns:a16="http://schemas.microsoft.com/office/drawing/2014/main" val="1074993612"/>
                    </a:ext>
                  </a:extLst>
                </a:gridCol>
              </a:tblGrid>
              <a:tr h="339941">
                <a:tc>
                  <a:txBody>
                    <a:bodyPr/>
                    <a:lstStyle/>
                    <a:p>
                      <a:pPr algn="ctr" fontAlgn="b"/>
                      <a:r>
                        <a:rPr lang="en-IE" sz="1600" u="none" strike="noStrike">
                          <a:effectLst/>
                        </a:rPr>
                        <a:t>*</a:t>
                      </a:r>
                      <a:endParaRPr lang="en-IE" sz="1600" b="1"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E" sz="1600" u="none" strike="noStrike">
                          <a:effectLst/>
                        </a:rPr>
                        <a:t>*</a:t>
                      </a:r>
                      <a:endParaRPr lang="en-IE" sz="1600" b="1"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E" sz="1600" u="none" strike="noStrike">
                          <a:effectLst/>
                        </a:rPr>
                        <a:t>*</a:t>
                      </a:r>
                      <a:endParaRPr lang="en-IE" sz="1600" b="1"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E" sz="1600" u="none" strike="noStrike">
                          <a:effectLst/>
                        </a:rPr>
                        <a:t>*</a:t>
                      </a:r>
                      <a:endParaRPr lang="en-IE" sz="1600" b="1"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E" sz="1600" u="none" strike="noStrike">
                          <a:effectLst/>
                        </a:rPr>
                        <a:t>*</a:t>
                      </a:r>
                      <a:endParaRPr lang="en-IE" sz="1600" b="1"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683858581"/>
                  </a:ext>
                </a:extLst>
              </a:tr>
              <a:tr h="339941">
                <a:tc>
                  <a:txBody>
                    <a:bodyPr/>
                    <a:lstStyle/>
                    <a:p>
                      <a:pPr algn="ctr" fontAlgn="b"/>
                      <a:r>
                        <a:rPr lang="en-IE" sz="1600" u="none" strike="noStrike">
                          <a:effectLst/>
                        </a:rPr>
                        <a:t>*</a:t>
                      </a:r>
                      <a:endParaRPr lang="en-IE" sz="1600" b="1"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E" sz="1600" u="none" strike="noStrike">
                          <a:effectLst/>
                        </a:rPr>
                        <a:t>*</a:t>
                      </a:r>
                      <a:endParaRPr lang="en-IE" sz="1600" b="1"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E" sz="1600" u="none" strike="noStrike">
                          <a:effectLst/>
                        </a:rPr>
                        <a:t>*</a:t>
                      </a:r>
                      <a:endParaRPr lang="en-IE" sz="1600" b="1"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E" sz="1600" u="none" strike="noStrike">
                          <a:effectLst/>
                        </a:rPr>
                        <a:t>*</a:t>
                      </a:r>
                      <a:endParaRPr lang="en-IE" sz="1600" b="1"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E" sz="1600" u="none" strike="noStrike">
                          <a:effectLst/>
                        </a:rPr>
                        <a:t>*</a:t>
                      </a:r>
                      <a:endParaRPr lang="en-IE" sz="1600" b="1"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996136779"/>
                  </a:ext>
                </a:extLst>
              </a:tr>
              <a:tr h="339941">
                <a:tc>
                  <a:txBody>
                    <a:bodyPr/>
                    <a:lstStyle/>
                    <a:p>
                      <a:pPr algn="ctr" fontAlgn="b"/>
                      <a:r>
                        <a:rPr lang="en-IE" sz="1600" u="none" strike="noStrike">
                          <a:effectLst/>
                        </a:rPr>
                        <a:t>*</a:t>
                      </a:r>
                      <a:endParaRPr lang="en-IE" sz="1600" b="1"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E" sz="1600" u="none" strike="noStrike">
                          <a:effectLst/>
                        </a:rPr>
                        <a:t>*</a:t>
                      </a:r>
                      <a:endParaRPr lang="en-IE" sz="1600" b="1"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E" sz="1600" u="none" strike="noStrike">
                          <a:effectLst/>
                        </a:rPr>
                        <a:t>*</a:t>
                      </a:r>
                      <a:endParaRPr lang="en-IE" sz="1600" b="1"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E" sz="1600" u="none" strike="noStrike">
                          <a:effectLst/>
                        </a:rPr>
                        <a:t>*</a:t>
                      </a:r>
                      <a:endParaRPr lang="en-IE" sz="1600" b="1"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E" sz="1600" u="none" strike="noStrike">
                          <a:effectLst/>
                        </a:rPr>
                        <a:t>*</a:t>
                      </a:r>
                      <a:endParaRPr lang="en-IE" sz="1600" b="1"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3617944"/>
                  </a:ext>
                </a:extLst>
              </a:tr>
              <a:tr h="339941">
                <a:tc>
                  <a:txBody>
                    <a:bodyPr/>
                    <a:lstStyle/>
                    <a:p>
                      <a:pPr algn="ctr" fontAlgn="b"/>
                      <a:r>
                        <a:rPr lang="en-IE" sz="1600" u="none" strike="noStrike">
                          <a:effectLst/>
                        </a:rPr>
                        <a:t>*</a:t>
                      </a:r>
                      <a:endParaRPr lang="en-IE" sz="1600" b="1"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E" sz="1600" u="none" strike="noStrike">
                          <a:effectLst/>
                        </a:rPr>
                        <a:t>*</a:t>
                      </a:r>
                      <a:endParaRPr lang="en-IE" sz="1600" b="1"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E" sz="1600" u="none" strike="noStrike">
                          <a:effectLst/>
                        </a:rPr>
                        <a:t>*</a:t>
                      </a:r>
                      <a:endParaRPr lang="en-IE" sz="1600" b="1"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E" sz="1600" u="none" strike="noStrike">
                          <a:effectLst/>
                        </a:rPr>
                        <a:t>*</a:t>
                      </a:r>
                      <a:endParaRPr lang="en-IE" sz="1600" b="1"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E" sz="1600" u="none" strike="noStrike">
                          <a:effectLst/>
                        </a:rPr>
                        <a:t>*</a:t>
                      </a:r>
                      <a:endParaRPr lang="en-IE" sz="1600" b="1"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827469909"/>
                  </a:ext>
                </a:extLst>
              </a:tr>
            </a:tbl>
          </a:graphicData>
        </a:graphic>
      </p:graphicFrame>
      <p:cxnSp>
        <p:nvCxnSpPr>
          <p:cNvPr id="14" name="Straight Arrow Connector 13">
            <a:extLst>
              <a:ext uri="{FF2B5EF4-FFF2-40B4-BE49-F238E27FC236}">
                <a16:creationId xmlns:a16="http://schemas.microsoft.com/office/drawing/2014/main" id="{177B51E8-6CB2-45A6-0899-3EACD4C87762}"/>
              </a:ext>
            </a:extLst>
          </p:cNvPr>
          <p:cNvCxnSpPr/>
          <p:nvPr/>
        </p:nvCxnSpPr>
        <p:spPr>
          <a:xfrm>
            <a:off x="1843800" y="4074849"/>
            <a:ext cx="119848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313A332A-BE1B-6790-14CD-87CC484F5979}"/>
              </a:ext>
            </a:extLst>
          </p:cNvPr>
          <p:cNvCxnSpPr/>
          <p:nvPr/>
        </p:nvCxnSpPr>
        <p:spPr>
          <a:xfrm>
            <a:off x="1154096" y="4486182"/>
            <a:ext cx="0" cy="96766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AE49E7F9-C256-587B-AA3A-764854381316}"/>
              </a:ext>
            </a:extLst>
          </p:cNvPr>
          <p:cNvSpPr txBox="1"/>
          <p:nvPr/>
        </p:nvSpPr>
        <p:spPr>
          <a:xfrm>
            <a:off x="1870432" y="3747602"/>
            <a:ext cx="1171853" cy="369332"/>
          </a:xfrm>
          <a:prstGeom prst="rect">
            <a:avLst/>
          </a:prstGeom>
          <a:noFill/>
        </p:spPr>
        <p:txBody>
          <a:bodyPr wrap="square" rtlCol="0">
            <a:spAutoFit/>
          </a:bodyPr>
          <a:lstStyle/>
          <a:p>
            <a:r>
              <a:rPr lang="en-IE"/>
              <a:t>Columns</a:t>
            </a:r>
          </a:p>
        </p:txBody>
      </p:sp>
      <p:sp>
        <p:nvSpPr>
          <p:cNvPr id="18" name="TextBox 17">
            <a:extLst>
              <a:ext uri="{FF2B5EF4-FFF2-40B4-BE49-F238E27FC236}">
                <a16:creationId xmlns:a16="http://schemas.microsoft.com/office/drawing/2014/main" id="{742402FC-8CC4-419E-90CE-76CFCB3E94DC}"/>
              </a:ext>
            </a:extLst>
          </p:cNvPr>
          <p:cNvSpPr txBox="1"/>
          <p:nvPr/>
        </p:nvSpPr>
        <p:spPr>
          <a:xfrm>
            <a:off x="495301" y="4624187"/>
            <a:ext cx="736844" cy="369332"/>
          </a:xfrm>
          <a:prstGeom prst="rect">
            <a:avLst/>
          </a:prstGeom>
          <a:noFill/>
        </p:spPr>
        <p:txBody>
          <a:bodyPr wrap="square" rtlCol="0">
            <a:spAutoFit/>
          </a:bodyPr>
          <a:lstStyle/>
          <a:p>
            <a:r>
              <a:rPr lang="en-IE"/>
              <a:t>Rows</a:t>
            </a:r>
          </a:p>
        </p:txBody>
      </p:sp>
      <p:cxnSp>
        <p:nvCxnSpPr>
          <p:cNvPr id="21" name="Straight Arrow Connector 20">
            <a:extLst>
              <a:ext uri="{FF2B5EF4-FFF2-40B4-BE49-F238E27FC236}">
                <a16:creationId xmlns:a16="http://schemas.microsoft.com/office/drawing/2014/main" id="{76FAF6BE-0E71-FD7C-97A9-A45E81A2225F}"/>
              </a:ext>
            </a:extLst>
          </p:cNvPr>
          <p:cNvCxnSpPr>
            <a:cxnSpLocks/>
          </p:cNvCxnSpPr>
          <p:nvPr/>
        </p:nvCxnSpPr>
        <p:spPr>
          <a:xfrm>
            <a:off x="8056439" y="4697650"/>
            <a:ext cx="794505"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pic>
        <p:nvPicPr>
          <p:cNvPr id="24" name="Picture 23">
            <a:extLst>
              <a:ext uri="{FF2B5EF4-FFF2-40B4-BE49-F238E27FC236}">
                <a16:creationId xmlns:a16="http://schemas.microsoft.com/office/drawing/2014/main" id="{D201D239-6791-CA19-8A54-53E00CB92D6E}"/>
              </a:ext>
            </a:extLst>
          </p:cNvPr>
          <p:cNvPicPr>
            <a:picLocks noChangeAspect="1"/>
          </p:cNvPicPr>
          <p:nvPr/>
        </p:nvPicPr>
        <p:blipFill>
          <a:blip r:embed="rId4"/>
          <a:stretch>
            <a:fillRect/>
          </a:stretch>
        </p:blipFill>
        <p:spPr>
          <a:xfrm>
            <a:off x="9105899" y="4486182"/>
            <a:ext cx="2628900" cy="876300"/>
          </a:xfrm>
          <a:prstGeom prst="rect">
            <a:avLst/>
          </a:prstGeom>
        </p:spPr>
      </p:pic>
      <p:pic>
        <p:nvPicPr>
          <p:cNvPr id="26" name="Picture 25">
            <a:extLst>
              <a:ext uri="{FF2B5EF4-FFF2-40B4-BE49-F238E27FC236}">
                <a16:creationId xmlns:a16="http://schemas.microsoft.com/office/drawing/2014/main" id="{322D8FD1-EFC5-5F89-72CF-418812715B20}"/>
              </a:ext>
            </a:extLst>
          </p:cNvPr>
          <p:cNvPicPr>
            <a:picLocks noChangeAspect="1"/>
          </p:cNvPicPr>
          <p:nvPr/>
        </p:nvPicPr>
        <p:blipFill>
          <a:blip r:embed="rId5"/>
          <a:stretch>
            <a:fillRect/>
          </a:stretch>
        </p:blipFill>
        <p:spPr>
          <a:xfrm>
            <a:off x="4439176" y="4291798"/>
            <a:ext cx="3648075" cy="1162050"/>
          </a:xfrm>
          <a:prstGeom prst="rect">
            <a:avLst/>
          </a:prstGeom>
        </p:spPr>
      </p:pic>
      <p:sp>
        <p:nvSpPr>
          <p:cNvPr id="29" name="TextBox 28">
            <a:extLst>
              <a:ext uri="{FF2B5EF4-FFF2-40B4-BE49-F238E27FC236}">
                <a16:creationId xmlns:a16="http://schemas.microsoft.com/office/drawing/2014/main" id="{4122D3BC-3292-F6BD-CFAE-FD2FC4952CF4}"/>
              </a:ext>
            </a:extLst>
          </p:cNvPr>
          <p:cNvSpPr txBox="1"/>
          <p:nvPr/>
        </p:nvSpPr>
        <p:spPr>
          <a:xfrm>
            <a:off x="4438096" y="5453848"/>
            <a:ext cx="3860306" cy="646331"/>
          </a:xfrm>
          <a:prstGeom prst="rect">
            <a:avLst/>
          </a:prstGeom>
          <a:noFill/>
        </p:spPr>
        <p:txBody>
          <a:bodyPr wrap="square" rtlCol="0">
            <a:spAutoFit/>
          </a:bodyPr>
          <a:lstStyle/>
          <a:p>
            <a:r>
              <a:rPr lang="en-IE"/>
              <a:t>The end =“” is needed to avoid moving to a new line after each star is printed.</a:t>
            </a:r>
          </a:p>
        </p:txBody>
      </p:sp>
    </p:spTree>
    <p:extLst>
      <p:ext uri="{BB962C8B-B14F-4D97-AF65-F5344CB8AC3E}">
        <p14:creationId xmlns:p14="http://schemas.microsoft.com/office/powerpoint/2010/main" val="30627085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98A45F-5681-E0C5-F35C-7EF83CE4062E}"/>
              </a:ext>
            </a:extLst>
          </p:cNvPr>
          <p:cNvSpPr>
            <a:spLocks noGrp="1"/>
          </p:cNvSpPr>
          <p:nvPr>
            <p:ph type="title"/>
          </p:nvPr>
        </p:nvSpPr>
        <p:spPr>
          <a:xfrm>
            <a:off x="495301" y="609600"/>
            <a:ext cx="11239498" cy="561975"/>
          </a:xfrm>
        </p:spPr>
        <p:txBody>
          <a:bodyPr>
            <a:normAutofit fontScale="90000"/>
          </a:bodyPr>
          <a:lstStyle/>
          <a:p>
            <a:r>
              <a:rPr lang="en-IE">
                <a:solidFill>
                  <a:schemeClr val="tx1"/>
                </a:solidFill>
              </a:rPr>
              <a:t>Iteration: Nested Loops</a:t>
            </a:r>
          </a:p>
        </p:txBody>
      </p:sp>
      <p:sp>
        <p:nvSpPr>
          <p:cNvPr id="3" name="TextBox 2">
            <a:extLst>
              <a:ext uri="{FF2B5EF4-FFF2-40B4-BE49-F238E27FC236}">
                <a16:creationId xmlns:a16="http://schemas.microsoft.com/office/drawing/2014/main" id="{A95CF2E1-4FEB-456F-92A8-8A583201AD5D}"/>
              </a:ext>
            </a:extLst>
          </p:cNvPr>
          <p:cNvSpPr txBox="1"/>
          <p:nvPr/>
        </p:nvSpPr>
        <p:spPr>
          <a:xfrm>
            <a:off x="1409700" y="1524000"/>
            <a:ext cx="8896350" cy="923330"/>
          </a:xfrm>
          <a:prstGeom prst="rect">
            <a:avLst/>
          </a:prstGeom>
          <a:noFill/>
        </p:spPr>
        <p:txBody>
          <a:bodyPr wrap="square" rtlCol="0">
            <a:spAutoFit/>
          </a:bodyPr>
          <a:lstStyle/>
          <a:p>
            <a:r>
              <a:rPr lang="en-IE">
                <a:hlinkClick r:id="rId2"/>
              </a:rPr>
              <a:t>https://www.youtube.com/watch?v=qk3q8n4EUE4</a:t>
            </a:r>
            <a:endParaRPr lang="en-IE"/>
          </a:p>
          <a:p>
            <a:endParaRPr lang="en-IE"/>
          </a:p>
          <a:p>
            <a:r>
              <a:rPr lang="en-IE"/>
              <a:t>Nested Loop Tutorial</a:t>
            </a:r>
          </a:p>
        </p:txBody>
      </p:sp>
    </p:spTree>
    <p:extLst>
      <p:ext uri="{BB962C8B-B14F-4D97-AF65-F5344CB8AC3E}">
        <p14:creationId xmlns:p14="http://schemas.microsoft.com/office/powerpoint/2010/main" val="4054377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98A45F-5681-E0C5-F35C-7EF83CE4062E}"/>
              </a:ext>
            </a:extLst>
          </p:cNvPr>
          <p:cNvSpPr>
            <a:spLocks noGrp="1"/>
          </p:cNvSpPr>
          <p:nvPr>
            <p:ph type="title"/>
          </p:nvPr>
        </p:nvSpPr>
        <p:spPr>
          <a:xfrm>
            <a:off x="495301" y="609600"/>
            <a:ext cx="11239498" cy="561975"/>
          </a:xfrm>
        </p:spPr>
        <p:txBody>
          <a:bodyPr>
            <a:normAutofit fontScale="90000"/>
          </a:bodyPr>
          <a:lstStyle/>
          <a:p>
            <a:r>
              <a:rPr lang="en-IE">
                <a:solidFill>
                  <a:schemeClr val="tx1"/>
                </a:solidFill>
              </a:rPr>
              <a:t>Iteration: Nested Loops</a:t>
            </a:r>
          </a:p>
        </p:txBody>
      </p:sp>
      <p:pic>
        <p:nvPicPr>
          <p:cNvPr id="5" name="Picture 4">
            <a:extLst>
              <a:ext uri="{FF2B5EF4-FFF2-40B4-BE49-F238E27FC236}">
                <a16:creationId xmlns:a16="http://schemas.microsoft.com/office/drawing/2014/main" id="{3F095A9E-5DEE-C47B-4D5E-E483C2493E73}"/>
              </a:ext>
            </a:extLst>
          </p:cNvPr>
          <p:cNvPicPr>
            <a:picLocks noChangeAspect="1"/>
          </p:cNvPicPr>
          <p:nvPr/>
        </p:nvPicPr>
        <p:blipFill>
          <a:blip r:embed="rId2"/>
          <a:stretch>
            <a:fillRect/>
          </a:stretch>
        </p:blipFill>
        <p:spPr>
          <a:xfrm>
            <a:off x="495301" y="1571071"/>
            <a:ext cx="2352675" cy="1295400"/>
          </a:xfrm>
          <a:prstGeom prst="rect">
            <a:avLst/>
          </a:prstGeom>
        </p:spPr>
      </p:pic>
      <p:pic>
        <p:nvPicPr>
          <p:cNvPr id="7" name="Picture 6">
            <a:extLst>
              <a:ext uri="{FF2B5EF4-FFF2-40B4-BE49-F238E27FC236}">
                <a16:creationId xmlns:a16="http://schemas.microsoft.com/office/drawing/2014/main" id="{6423B919-66EF-D57B-12F7-D1B6E001663E}"/>
              </a:ext>
            </a:extLst>
          </p:cNvPr>
          <p:cNvPicPr>
            <a:picLocks noChangeAspect="1"/>
          </p:cNvPicPr>
          <p:nvPr/>
        </p:nvPicPr>
        <p:blipFill>
          <a:blip r:embed="rId3"/>
          <a:stretch>
            <a:fillRect/>
          </a:stretch>
        </p:blipFill>
        <p:spPr>
          <a:xfrm>
            <a:off x="5438313" y="1342471"/>
            <a:ext cx="2895600" cy="1524000"/>
          </a:xfrm>
          <a:prstGeom prst="rect">
            <a:avLst/>
          </a:prstGeom>
        </p:spPr>
      </p:pic>
      <p:cxnSp>
        <p:nvCxnSpPr>
          <p:cNvPr id="9" name="Straight Arrow Connector 8">
            <a:extLst>
              <a:ext uri="{FF2B5EF4-FFF2-40B4-BE49-F238E27FC236}">
                <a16:creationId xmlns:a16="http://schemas.microsoft.com/office/drawing/2014/main" id="{7BFBC0D5-8BC1-2E6F-6AFF-935BDD5EA1F0}"/>
              </a:ext>
            </a:extLst>
          </p:cNvPr>
          <p:cNvCxnSpPr/>
          <p:nvPr/>
        </p:nvCxnSpPr>
        <p:spPr>
          <a:xfrm flipV="1">
            <a:off x="3045041" y="2006353"/>
            <a:ext cx="2112885" cy="98118"/>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10" name="TextBox 9">
            <a:extLst>
              <a:ext uri="{FF2B5EF4-FFF2-40B4-BE49-F238E27FC236}">
                <a16:creationId xmlns:a16="http://schemas.microsoft.com/office/drawing/2014/main" id="{EC26985B-C902-2DAC-4A49-81DDCD9C33C9}"/>
              </a:ext>
            </a:extLst>
          </p:cNvPr>
          <p:cNvSpPr txBox="1"/>
          <p:nvPr/>
        </p:nvSpPr>
        <p:spPr>
          <a:xfrm>
            <a:off x="577049" y="3240350"/>
            <a:ext cx="10759735" cy="369332"/>
          </a:xfrm>
          <a:prstGeom prst="rect">
            <a:avLst/>
          </a:prstGeom>
          <a:noFill/>
        </p:spPr>
        <p:txBody>
          <a:bodyPr wrap="square" rtlCol="0">
            <a:spAutoFit/>
          </a:bodyPr>
          <a:lstStyle/>
          <a:p>
            <a:r>
              <a:rPr lang="en-IE"/>
              <a:t>We can use nested loops to reduce the amount of code needed for the above.</a:t>
            </a:r>
          </a:p>
        </p:txBody>
      </p:sp>
      <p:graphicFrame>
        <p:nvGraphicFramePr>
          <p:cNvPr id="12" name="Table 11">
            <a:extLst>
              <a:ext uri="{FF2B5EF4-FFF2-40B4-BE49-F238E27FC236}">
                <a16:creationId xmlns:a16="http://schemas.microsoft.com/office/drawing/2014/main" id="{8712635A-DB41-EA12-BFBA-F8BBB0822F34}"/>
              </a:ext>
            </a:extLst>
          </p:cNvPr>
          <p:cNvGraphicFramePr>
            <a:graphicFrameLocks noGrp="1"/>
          </p:cNvGraphicFramePr>
          <p:nvPr/>
        </p:nvGraphicFramePr>
        <p:xfrm>
          <a:off x="1397161" y="4290133"/>
          <a:ext cx="2091765" cy="1359764"/>
        </p:xfrm>
        <a:graphic>
          <a:graphicData uri="http://schemas.openxmlformats.org/drawingml/2006/table">
            <a:tbl>
              <a:tblPr>
                <a:tableStyleId>{5C22544A-7EE6-4342-B048-85BDC9FD1C3A}</a:tableStyleId>
              </a:tblPr>
              <a:tblGrid>
                <a:gridCol w="418353">
                  <a:extLst>
                    <a:ext uri="{9D8B030D-6E8A-4147-A177-3AD203B41FA5}">
                      <a16:colId xmlns:a16="http://schemas.microsoft.com/office/drawing/2014/main" val="1346989562"/>
                    </a:ext>
                  </a:extLst>
                </a:gridCol>
                <a:gridCol w="418353">
                  <a:extLst>
                    <a:ext uri="{9D8B030D-6E8A-4147-A177-3AD203B41FA5}">
                      <a16:colId xmlns:a16="http://schemas.microsoft.com/office/drawing/2014/main" val="3958527212"/>
                    </a:ext>
                  </a:extLst>
                </a:gridCol>
                <a:gridCol w="418353">
                  <a:extLst>
                    <a:ext uri="{9D8B030D-6E8A-4147-A177-3AD203B41FA5}">
                      <a16:colId xmlns:a16="http://schemas.microsoft.com/office/drawing/2014/main" val="2533708861"/>
                    </a:ext>
                  </a:extLst>
                </a:gridCol>
                <a:gridCol w="418353">
                  <a:extLst>
                    <a:ext uri="{9D8B030D-6E8A-4147-A177-3AD203B41FA5}">
                      <a16:colId xmlns:a16="http://schemas.microsoft.com/office/drawing/2014/main" val="1865694791"/>
                    </a:ext>
                  </a:extLst>
                </a:gridCol>
                <a:gridCol w="418353">
                  <a:extLst>
                    <a:ext uri="{9D8B030D-6E8A-4147-A177-3AD203B41FA5}">
                      <a16:colId xmlns:a16="http://schemas.microsoft.com/office/drawing/2014/main" val="1074993612"/>
                    </a:ext>
                  </a:extLst>
                </a:gridCol>
              </a:tblGrid>
              <a:tr h="339941">
                <a:tc>
                  <a:txBody>
                    <a:bodyPr/>
                    <a:lstStyle/>
                    <a:p>
                      <a:pPr algn="ctr" fontAlgn="b"/>
                      <a:r>
                        <a:rPr lang="en-IE" sz="1600" u="none" strike="noStrike">
                          <a:effectLst/>
                        </a:rPr>
                        <a:t>*</a:t>
                      </a:r>
                      <a:endParaRPr lang="en-IE" sz="1600" b="1"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E" sz="1600" u="none" strike="noStrike">
                          <a:effectLst/>
                        </a:rPr>
                        <a:t>*</a:t>
                      </a:r>
                      <a:endParaRPr lang="en-IE" sz="1600" b="1"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E" sz="1600" u="none" strike="noStrike">
                          <a:effectLst/>
                        </a:rPr>
                        <a:t>*</a:t>
                      </a:r>
                      <a:endParaRPr lang="en-IE" sz="1600" b="1"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E" sz="1600" u="none" strike="noStrike">
                          <a:effectLst/>
                        </a:rPr>
                        <a:t>*</a:t>
                      </a:r>
                      <a:endParaRPr lang="en-IE" sz="1600" b="1"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E" sz="1600" u="none" strike="noStrike">
                          <a:effectLst/>
                        </a:rPr>
                        <a:t>*</a:t>
                      </a:r>
                      <a:endParaRPr lang="en-IE" sz="1600" b="1"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683858581"/>
                  </a:ext>
                </a:extLst>
              </a:tr>
              <a:tr h="339941">
                <a:tc>
                  <a:txBody>
                    <a:bodyPr/>
                    <a:lstStyle/>
                    <a:p>
                      <a:pPr algn="ctr" fontAlgn="b"/>
                      <a:r>
                        <a:rPr lang="en-IE" sz="1600" u="none" strike="noStrike">
                          <a:effectLst/>
                        </a:rPr>
                        <a:t>*</a:t>
                      </a:r>
                      <a:endParaRPr lang="en-IE" sz="1600" b="1"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E" sz="1600" u="none" strike="noStrike">
                          <a:effectLst/>
                        </a:rPr>
                        <a:t>*</a:t>
                      </a:r>
                      <a:endParaRPr lang="en-IE" sz="1600" b="1"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E" sz="1600" u="none" strike="noStrike">
                          <a:effectLst/>
                        </a:rPr>
                        <a:t>*</a:t>
                      </a:r>
                      <a:endParaRPr lang="en-IE" sz="1600" b="1"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E" sz="1600" u="none" strike="noStrike">
                          <a:effectLst/>
                        </a:rPr>
                        <a:t>*</a:t>
                      </a:r>
                      <a:endParaRPr lang="en-IE" sz="1600" b="1"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E" sz="1600" u="none" strike="noStrike">
                          <a:effectLst/>
                        </a:rPr>
                        <a:t>*</a:t>
                      </a:r>
                      <a:endParaRPr lang="en-IE" sz="1600" b="1"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996136779"/>
                  </a:ext>
                </a:extLst>
              </a:tr>
              <a:tr h="339941">
                <a:tc>
                  <a:txBody>
                    <a:bodyPr/>
                    <a:lstStyle/>
                    <a:p>
                      <a:pPr algn="ctr" fontAlgn="b"/>
                      <a:r>
                        <a:rPr lang="en-IE" sz="1600" u="none" strike="noStrike">
                          <a:effectLst/>
                        </a:rPr>
                        <a:t>*</a:t>
                      </a:r>
                      <a:endParaRPr lang="en-IE" sz="1600" b="1"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E" sz="1600" u="none" strike="noStrike">
                          <a:effectLst/>
                        </a:rPr>
                        <a:t>*</a:t>
                      </a:r>
                      <a:endParaRPr lang="en-IE" sz="1600" b="1"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E" sz="1600" u="none" strike="noStrike">
                          <a:effectLst/>
                        </a:rPr>
                        <a:t>*</a:t>
                      </a:r>
                      <a:endParaRPr lang="en-IE" sz="1600" b="1"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E" sz="1600" u="none" strike="noStrike">
                          <a:effectLst/>
                        </a:rPr>
                        <a:t>*</a:t>
                      </a:r>
                      <a:endParaRPr lang="en-IE" sz="1600" b="1"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E" sz="1600" u="none" strike="noStrike">
                          <a:effectLst/>
                        </a:rPr>
                        <a:t>*</a:t>
                      </a:r>
                      <a:endParaRPr lang="en-IE" sz="1600" b="1"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3617944"/>
                  </a:ext>
                </a:extLst>
              </a:tr>
              <a:tr h="339941">
                <a:tc>
                  <a:txBody>
                    <a:bodyPr/>
                    <a:lstStyle/>
                    <a:p>
                      <a:pPr algn="ctr" fontAlgn="b"/>
                      <a:r>
                        <a:rPr lang="en-IE" sz="1600" u="none" strike="noStrike">
                          <a:effectLst/>
                        </a:rPr>
                        <a:t>*</a:t>
                      </a:r>
                      <a:endParaRPr lang="en-IE" sz="1600" b="1"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E" sz="1600" u="none" strike="noStrike">
                          <a:effectLst/>
                        </a:rPr>
                        <a:t>*</a:t>
                      </a:r>
                      <a:endParaRPr lang="en-IE" sz="1600" b="1"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E" sz="1600" u="none" strike="noStrike">
                          <a:effectLst/>
                        </a:rPr>
                        <a:t>*</a:t>
                      </a:r>
                      <a:endParaRPr lang="en-IE" sz="1600" b="1"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E" sz="1600" u="none" strike="noStrike">
                          <a:effectLst/>
                        </a:rPr>
                        <a:t>*</a:t>
                      </a:r>
                      <a:endParaRPr lang="en-IE" sz="1600" b="1"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E" sz="1600" u="none" strike="noStrike">
                          <a:effectLst/>
                        </a:rPr>
                        <a:t>*</a:t>
                      </a:r>
                      <a:endParaRPr lang="en-IE" sz="1600" b="1"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827469909"/>
                  </a:ext>
                </a:extLst>
              </a:tr>
            </a:tbl>
          </a:graphicData>
        </a:graphic>
      </p:graphicFrame>
      <p:cxnSp>
        <p:nvCxnSpPr>
          <p:cNvPr id="14" name="Straight Arrow Connector 13">
            <a:extLst>
              <a:ext uri="{FF2B5EF4-FFF2-40B4-BE49-F238E27FC236}">
                <a16:creationId xmlns:a16="http://schemas.microsoft.com/office/drawing/2014/main" id="{177B51E8-6CB2-45A6-0899-3EACD4C87762}"/>
              </a:ext>
            </a:extLst>
          </p:cNvPr>
          <p:cNvCxnSpPr/>
          <p:nvPr/>
        </p:nvCxnSpPr>
        <p:spPr>
          <a:xfrm>
            <a:off x="1843800" y="4074849"/>
            <a:ext cx="119848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313A332A-BE1B-6790-14CD-87CC484F5979}"/>
              </a:ext>
            </a:extLst>
          </p:cNvPr>
          <p:cNvCxnSpPr/>
          <p:nvPr/>
        </p:nvCxnSpPr>
        <p:spPr>
          <a:xfrm>
            <a:off x="1154096" y="4486182"/>
            <a:ext cx="0" cy="96766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AE49E7F9-C256-587B-AA3A-764854381316}"/>
              </a:ext>
            </a:extLst>
          </p:cNvPr>
          <p:cNvSpPr txBox="1"/>
          <p:nvPr/>
        </p:nvSpPr>
        <p:spPr>
          <a:xfrm>
            <a:off x="1870432" y="3747602"/>
            <a:ext cx="1171853" cy="369332"/>
          </a:xfrm>
          <a:prstGeom prst="rect">
            <a:avLst/>
          </a:prstGeom>
          <a:noFill/>
        </p:spPr>
        <p:txBody>
          <a:bodyPr wrap="square" rtlCol="0">
            <a:spAutoFit/>
          </a:bodyPr>
          <a:lstStyle/>
          <a:p>
            <a:r>
              <a:rPr lang="en-IE"/>
              <a:t>Columns</a:t>
            </a:r>
          </a:p>
        </p:txBody>
      </p:sp>
      <p:sp>
        <p:nvSpPr>
          <p:cNvPr id="18" name="TextBox 17">
            <a:extLst>
              <a:ext uri="{FF2B5EF4-FFF2-40B4-BE49-F238E27FC236}">
                <a16:creationId xmlns:a16="http://schemas.microsoft.com/office/drawing/2014/main" id="{742402FC-8CC4-419E-90CE-76CFCB3E94DC}"/>
              </a:ext>
            </a:extLst>
          </p:cNvPr>
          <p:cNvSpPr txBox="1"/>
          <p:nvPr/>
        </p:nvSpPr>
        <p:spPr>
          <a:xfrm>
            <a:off x="495301" y="4624187"/>
            <a:ext cx="736844" cy="369332"/>
          </a:xfrm>
          <a:prstGeom prst="rect">
            <a:avLst/>
          </a:prstGeom>
          <a:noFill/>
        </p:spPr>
        <p:txBody>
          <a:bodyPr wrap="square" rtlCol="0">
            <a:spAutoFit/>
          </a:bodyPr>
          <a:lstStyle/>
          <a:p>
            <a:r>
              <a:rPr lang="en-IE"/>
              <a:t>Rows</a:t>
            </a:r>
          </a:p>
        </p:txBody>
      </p:sp>
      <p:cxnSp>
        <p:nvCxnSpPr>
          <p:cNvPr id="21" name="Straight Arrow Connector 20">
            <a:extLst>
              <a:ext uri="{FF2B5EF4-FFF2-40B4-BE49-F238E27FC236}">
                <a16:creationId xmlns:a16="http://schemas.microsoft.com/office/drawing/2014/main" id="{76FAF6BE-0E71-FD7C-97A9-A45E81A2225F}"/>
              </a:ext>
            </a:extLst>
          </p:cNvPr>
          <p:cNvCxnSpPr>
            <a:cxnSpLocks/>
          </p:cNvCxnSpPr>
          <p:nvPr/>
        </p:nvCxnSpPr>
        <p:spPr>
          <a:xfrm>
            <a:off x="8056439" y="4697650"/>
            <a:ext cx="794505"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pic>
        <p:nvPicPr>
          <p:cNvPr id="4" name="Picture 3">
            <a:extLst>
              <a:ext uri="{FF2B5EF4-FFF2-40B4-BE49-F238E27FC236}">
                <a16:creationId xmlns:a16="http://schemas.microsoft.com/office/drawing/2014/main" id="{5A3ED3E6-8B5D-CBC0-918D-38C3C7BF8F56}"/>
              </a:ext>
            </a:extLst>
          </p:cNvPr>
          <p:cNvPicPr>
            <a:picLocks noChangeAspect="1"/>
          </p:cNvPicPr>
          <p:nvPr/>
        </p:nvPicPr>
        <p:blipFill>
          <a:blip r:embed="rId4"/>
          <a:stretch>
            <a:fillRect/>
          </a:stretch>
        </p:blipFill>
        <p:spPr>
          <a:xfrm>
            <a:off x="4084514" y="3948151"/>
            <a:ext cx="3971925" cy="1762125"/>
          </a:xfrm>
          <a:prstGeom prst="rect">
            <a:avLst/>
          </a:prstGeom>
        </p:spPr>
      </p:pic>
      <p:pic>
        <p:nvPicPr>
          <p:cNvPr id="8" name="Picture 7">
            <a:extLst>
              <a:ext uri="{FF2B5EF4-FFF2-40B4-BE49-F238E27FC236}">
                <a16:creationId xmlns:a16="http://schemas.microsoft.com/office/drawing/2014/main" id="{2B9B7DE2-C925-B38F-98D4-92919A719AF2}"/>
              </a:ext>
            </a:extLst>
          </p:cNvPr>
          <p:cNvPicPr>
            <a:picLocks noChangeAspect="1"/>
          </p:cNvPicPr>
          <p:nvPr/>
        </p:nvPicPr>
        <p:blipFill>
          <a:blip r:embed="rId5"/>
          <a:stretch>
            <a:fillRect/>
          </a:stretch>
        </p:blipFill>
        <p:spPr>
          <a:xfrm>
            <a:off x="8966215" y="4074950"/>
            <a:ext cx="2924175" cy="1419225"/>
          </a:xfrm>
          <a:prstGeom prst="rect">
            <a:avLst/>
          </a:prstGeom>
        </p:spPr>
      </p:pic>
    </p:spTree>
    <p:extLst>
      <p:ext uri="{BB962C8B-B14F-4D97-AF65-F5344CB8AC3E}">
        <p14:creationId xmlns:p14="http://schemas.microsoft.com/office/powerpoint/2010/main" val="38485768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98A45F-5681-E0C5-F35C-7EF83CE4062E}"/>
              </a:ext>
            </a:extLst>
          </p:cNvPr>
          <p:cNvSpPr>
            <a:spLocks noGrp="1"/>
          </p:cNvSpPr>
          <p:nvPr>
            <p:ph type="title"/>
          </p:nvPr>
        </p:nvSpPr>
        <p:spPr>
          <a:xfrm>
            <a:off x="495301" y="609600"/>
            <a:ext cx="11239498" cy="561975"/>
          </a:xfrm>
        </p:spPr>
        <p:txBody>
          <a:bodyPr>
            <a:normAutofit fontScale="90000"/>
          </a:bodyPr>
          <a:lstStyle/>
          <a:p>
            <a:r>
              <a:rPr lang="en-IE">
                <a:solidFill>
                  <a:schemeClr val="tx1"/>
                </a:solidFill>
              </a:rPr>
              <a:t>Iteration: Nested Loops Print Shapes</a:t>
            </a:r>
          </a:p>
        </p:txBody>
      </p:sp>
      <p:pic>
        <p:nvPicPr>
          <p:cNvPr id="6" name="Picture 5">
            <a:extLst>
              <a:ext uri="{FF2B5EF4-FFF2-40B4-BE49-F238E27FC236}">
                <a16:creationId xmlns:a16="http://schemas.microsoft.com/office/drawing/2014/main" id="{DB296BF4-5AE2-4AE8-A7FF-DE145A988216}"/>
              </a:ext>
            </a:extLst>
          </p:cNvPr>
          <p:cNvPicPr>
            <a:picLocks noChangeAspect="1"/>
          </p:cNvPicPr>
          <p:nvPr/>
        </p:nvPicPr>
        <p:blipFill>
          <a:blip r:embed="rId2"/>
          <a:stretch>
            <a:fillRect/>
          </a:stretch>
        </p:blipFill>
        <p:spPr>
          <a:xfrm>
            <a:off x="857250" y="1276350"/>
            <a:ext cx="9144000" cy="4076700"/>
          </a:xfrm>
          <a:prstGeom prst="rect">
            <a:avLst/>
          </a:prstGeom>
        </p:spPr>
      </p:pic>
    </p:spTree>
    <p:extLst>
      <p:ext uri="{BB962C8B-B14F-4D97-AF65-F5344CB8AC3E}">
        <p14:creationId xmlns:p14="http://schemas.microsoft.com/office/powerpoint/2010/main" val="12538488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98A45F-5681-E0C5-F35C-7EF83CE4062E}"/>
              </a:ext>
            </a:extLst>
          </p:cNvPr>
          <p:cNvSpPr>
            <a:spLocks noGrp="1"/>
          </p:cNvSpPr>
          <p:nvPr>
            <p:ph type="title"/>
          </p:nvPr>
        </p:nvSpPr>
        <p:spPr>
          <a:xfrm>
            <a:off x="495301" y="609600"/>
            <a:ext cx="11239498" cy="561975"/>
          </a:xfrm>
        </p:spPr>
        <p:txBody>
          <a:bodyPr>
            <a:normAutofit fontScale="90000"/>
          </a:bodyPr>
          <a:lstStyle/>
          <a:p>
            <a:r>
              <a:rPr lang="en-IE">
                <a:solidFill>
                  <a:schemeClr val="tx1"/>
                </a:solidFill>
              </a:rPr>
              <a:t>Iteration: Nested Loops Print Shapes</a:t>
            </a:r>
          </a:p>
        </p:txBody>
      </p:sp>
      <p:pic>
        <p:nvPicPr>
          <p:cNvPr id="4" name="Picture 3">
            <a:extLst>
              <a:ext uri="{FF2B5EF4-FFF2-40B4-BE49-F238E27FC236}">
                <a16:creationId xmlns:a16="http://schemas.microsoft.com/office/drawing/2014/main" id="{429F15D4-6CAB-4F64-8CDA-AF39EBCCDC03}"/>
              </a:ext>
            </a:extLst>
          </p:cNvPr>
          <p:cNvPicPr>
            <a:picLocks noChangeAspect="1"/>
          </p:cNvPicPr>
          <p:nvPr/>
        </p:nvPicPr>
        <p:blipFill>
          <a:blip r:embed="rId2"/>
          <a:stretch>
            <a:fillRect/>
          </a:stretch>
        </p:blipFill>
        <p:spPr>
          <a:xfrm>
            <a:off x="661035" y="1256347"/>
            <a:ext cx="6115050" cy="2638425"/>
          </a:xfrm>
          <a:prstGeom prst="rect">
            <a:avLst/>
          </a:prstGeom>
        </p:spPr>
      </p:pic>
      <p:pic>
        <p:nvPicPr>
          <p:cNvPr id="7" name="Picture 6">
            <a:extLst>
              <a:ext uri="{FF2B5EF4-FFF2-40B4-BE49-F238E27FC236}">
                <a16:creationId xmlns:a16="http://schemas.microsoft.com/office/drawing/2014/main" id="{27CB4925-CA28-45D2-AB4C-3849C91FE6AB}"/>
              </a:ext>
            </a:extLst>
          </p:cNvPr>
          <p:cNvPicPr>
            <a:picLocks noChangeAspect="1"/>
          </p:cNvPicPr>
          <p:nvPr/>
        </p:nvPicPr>
        <p:blipFill>
          <a:blip r:embed="rId3"/>
          <a:stretch>
            <a:fillRect/>
          </a:stretch>
        </p:blipFill>
        <p:spPr>
          <a:xfrm>
            <a:off x="6320296" y="3879532"/>
            <a:ext cx="5210669" cy="2534920"/>
          </a:xfrm>
          <a:prstGeom prst="rect">
            <a:avLst/>
          </a:prstGeom>
        </p:spPr>
      </p:pic>
      <p:cxnSp>
        <p:nvCxnSpPr>
          <p:cNvPr id="9" name="Straight Arrow Connector 8">
            <a:extLst>
              <a:ext uri="{FF2B5EF4-FFF2-40B4-BE49-F238E27FC236}">
                <a16:creationId xmlns:a16="http://schemas.microsoft.com/office/drawing/2014/main" id="{EE2E91CC-7E61-4E29-A5D8-EF7ED265AAEB}"/>
              </a:ext>
            </a:extLst>
          </p:cNvPr>
          <p:cNvCxnSpPr>
            <a:stCxn id="4" idx="2"/>
          </p:cNvCxnSpPr>
          <p:nvPr/>
        </p:nvCxnSpPr>
        <p:spPr>
          <a:xfrm>
            <a:off x="3718560" y="3894772"/>
            <a:ext cx="2062480" cy="1296988"/>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3189476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98A45F-5681-E0C5-F35C-7EF83CE4062E}"/>
              </a:ext>
            </a:extLst>
          </p:cNvPr>
          <p:cNvSpPr>
            <a:spLocks noGrp="1"/>
          </p:cNvSpPr>
          <p:nvPr>
            <p:ph type="title"/>
          </p:nvPr>
        </p:nvSpPr>
        <p:spPr>
          <a:xfrm>
            <a:off x="495301" y="609600"/>
            <a:ext cx="11239498" cy="561975"/>
          </a:xfrm>
        </p:spPr>
        <p:txBody>
          <a:bodyPr>
            <a:normAutofit fontScale="90000"/>
          </a:bodyPr>
          <a:lstStyle/>
          <a:p>
            <a:r>
              <a:rPr lang="en-IE">
                <a:solidFill>
                  <a:schemeClr val="tx1"/>
                </a:solidFill>
              </a:rPr>
              <a:t>Iteration: Nested Loops Print Shapes</a:t>
            </a:r>
          </a:p>
        </p:txBody>
      </p:sp>
      <p:sp>
        <p:nvSpPr>
          <p:cNvPr id="3" name="TextBox 2">
            <a:extLst>
              <a:ext uri="{FF2B5EF4-FFF2-40B4-BE49-F238E27FC236}">
                <a16:creationId xmlns:a16="http://schemas.microsoft.com/office/drawing/2014/main" id="{AA2C0340-5EA1-431C-B90E-0BA205F985D2}"/>
              </a:ext>
            </a:extLst>
          </p:cNvPr>
          <p:cNvSpPr txBox="1"/>
          <p:nvPr/>
        </p:nvSpPr>
        <p:spPr>
          <a:xfrm>
            <a:off x="704850" y="1485900"/>
            <a:ext cx="10258425" cy="923330"/>
          </a:xfrm>
          <a:prstGeom prst="rect">
            <a:avLst/>
          </a:prstGeom>
          <a:noFill/>
        </p:spPr>
        <p:txBody>
          <a:bodyPr wrap="square" rtlCol="0">
            <a:spAutoFit/>
          </a:bodyPr>
          <a:lstStyle/>
          <a:p>
            <a:r>
              <a:rPr lang="en-IE">
                <a:hlinkClick r:id="rId2"/>
              </a:rPr>
              <a:t>https://pynative.com/print-pattern-python-examples/#h-pyramid-pattern-of-stars-in-python</a:t>
            </a:r>
            <a:endParaRPr lang="en-IE"/>
          </a:p>
          <a:p>
            <a:endParaRPr lang="en-IE"/>
          </a:p>
          <a:p>
            <a:r>
              <a:rPr lang="en-IE"/>
              <a:t>Webpage for coding different shapes in python</a:t>
            </a:r>
          </a:p>
        </p:txBody>
      </p:sp>
    </p:spTree>
    <p:extLst>
      <p:ext uri="{BB962C8B-B14F-4D97-AF65-F5344CB8AC3E}">
        <p14:creationId xmlns:p14="http://schemas.microsoft.com/office/powerpoint/2010/main" val="20987241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98A45F-5681-E0C5-F35C-7EF83CE4062E}"/>
              </a:ext>
            </a:extLst>
          </p:cNvPr>
          <p:cNvSpPr>
            <a:spLocks noGrp="1"/>
          </p:cNvSpPr>
          <p:nvPr>
            <p:ph type="title"/>
          </p:nvPr>
        </p:nvSpPr>
        <p:spPr>
          <a:xfrm>
            <a:off x="495301" y="609600"/>
            <a:ext cx="11239498" cy="561975"/>
          </a:xfrm>
        </p:spPr>
        <p:txBody>
          <a:bodyPr>
            <a:normAutofit fontScale="90000"/>
          </a:bodyPr>
          <a:lstStyle/>
          <a:p>
            <a:r>
              <a:rPr lang="en-IE">
                <a:solidFill>
                  <a:schemeClr val="tx1"/>
                </a:solidFill>
              </a:rPr>
              <a:t>Nested Loops – Times Tables Example</a:t>
            </a:r>
          </a:p>
        </p:txBody>
      </p:sp>
      <p:pic>
        <p:nvPicPr>
          <p:cNvPr id="6" name="Picture 5">
            <a:extLst>
              <a:ext uri="{FF2B5EF4-FFF2-40B4-BE49-F238E27FC236}">
                <a16:creationId xmlns:a16="http://schemas.microsoft.com/office/drawing/2014/main" id="{5EC45565-52C2-F47D-CF33-60D14E6D5465}"/>
              </a:ext>
            </a:extLst>
          </p:cNvPr>
          <p:cNvPicPr>
            <a:picLocks noChangeAspect="1"/>
          </p:cNvPicPr>
          <p:nvPr/>
        </p:nvPicPr>
        <p:blipFill>
          <a:blip r:embed="rId2"/>
          <a:stretch>
            <a:fillRect/>
          </a:stretch>
        </p:blipFill>
        <p:spPr>
          <a:xfrm>
            <a:off x="563778" y="1367623"/>
            <a:ext cx="6181725" cy="1619250"/>
          </a:xfrm>
          <a:prstGeom prst="rect">
            <a:avLst/>
          </a:prstGeom>
        </p:spPr>
      </p:pic>
      <p:pic>
        <p:nvPicPr>
          <p:cNvPr id="13" name="Picture 12">
            <a:extLst>
              <a:ext uri="{FF2B5EF4-FFF2-40B4-BE49-F238E27FC236}">
                <a16:creationId xmlns:a16="http://schemas.microsoft.com/office/drawing/2014/main" id="{C2C61306-9FAA-4DF4-3716-3FA3796301B8}"/>
              </a:ext>
            </a:extLst>
          </p:cNvPr>
          <p:cNvPicPr>
            <a:picLocks noChangeAspect="1"/>
          </p:cNvPicPr>
          <p:nvPr/>
        </p:nvPicPr>
        <p:blipFill>
          <a:blip r:embed="rId3"/>
          <a:stretch>
            <a:fillRect/>
          </a:stretch>
        </p:blipFill>
        <p:spPr>
          <a:xfrm>
            <a:off x="664069" y="3555784"/>
            <a:ext cx="2838450" cy="2800350"/>
          </a:xfrm>
          <a:prstGeom prst="rect">
            <a:avLst/>
          </a:prstGeom>
        </p:spPr>
      </p:pic>
    </p:spTree>
    <p:extLst>
      <p:ext uri="{BB962C8B-B14F-4D97-AF65-F5344CB8AC3E}">
        <p14:creationId xmlns:p14="http://schemas.microsoft.com/office/powerpoint/2010/main" val="26758796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98A45F-5681-E0C5-F35C-7EF83CE4062E}"/>
              </a:ext>
            </a:extLst>
          </p:cNvPr>
          <p:cNvSpPr>
            <a:spLocks noGrp="1"/>
          </p:cNvSpPr>
          <p:nvPr>
            <p:ph type="title"/>
          </p:nvPr>
        </p:nvSpPr>
        <p:spPr>
          <a:xfrm>
            <a:off x="495301" y="609600"/>
            <a:ext cx="11239498" cy="561975"/>
          </a:xfrm>
        </p:spPr>
        <p:txBody>
          <a:bodyPr>
            <a:normAutofit fontScale="90000"/>
          </a:bodyPr>
          <a:lstStyle/>
          <a:p>
            <a:r>
              <a:rPr lang="en-IE">
                <a:solidFill>
                  <a:schemeClr val="tx1"/>
                </a:solidFill>
              </a:rPr>
              <a:t>Nested Loops – Times Tables from 1 to 3</a:t>
            </a:r>
          </a:p>
        </p:txBody>
      </p:sp>
      <p:pic>
        <p:nvPicPr>
          <p:cNvPr id="4" name="Picture 3">
            <a:extLst>
              <a:ext uri="{FF2B5EF4-FFF2-40B4-BE49-F238E27FC236}">
                <a16:creationId xmlns:a16="http://schemas.microsoft.com/office/drawing/2014/main" id="{DCA3C34D-B0BF-EDD3-A282-AC1B36E98A7E}"/>
              </a:ext>
            </a:extLst>
          </p:cNvPr>
          <p:cNvPicPr>
            <a:picLocks noChangeAspect="1"/>
          </p:cNvPicPr>
          <p:nvPr/>
        </p:nvPicPr>
        <p:blipFill>
          <a:blip r:embed="rId2"/>
          <a:stretch>
            <a:fillRect/>
          </a:stretch>
        </p:blipFill>
        <p:spPr>
          <a:xfrm>
            <a:off x="617691" y="1249532"/>
            <a:ext cx="6162675" cy="4572000"/>
          </a:xfrm>
          <a:prstGeom prst="rect">
            <a:avLst/>
          </a:prstGeom>
        </p:spPr>
      </p:pic>
      <p:sp>
        <p:nvSpPr>
          <p:cNvPr id="3" name="TextBox 2">
            <a:extLst>
              <a:ext uri="{FF2B5EF4-FFF2-40B4-BE49-F238E27FC236}">
                <a16:creationId xmlns:a16="http://schemas.microsoft.com/office/drawing/2014/main" id="{00D6C125-31B0-C619-34F6-7FB1F20F29D7}"/>
              </a:ext>
            </a:extLst>
          </p:cNvPr>
          <p:cNvSpPr txBox="1"/>
          <p:nvPr/>
        </p:nvSpPr>
        <p:spPr>
          <a:xfrm>
            <a:off x="7483877" y="1349407"/>
            <a:ext cx="3329126" cy="1631216"/>
          </a:xfrm>
          <a:prstGeom prst="rect">
            <a:avLst/>
          </a:prstGeom>
          <a:noFill/>
        </p:spPr>
        <p:txBody>
          <a:bodyPr wrap="square" rtlCol="0">
            <a:spAutoFit/>
          </a:bodyPr>
          <a:lstStyle/>
          <a:p>
            <a:r>
              <a:rPr lang="en-IE" sz="2000"/>
              <a:t>This method is fine if we only want  to print a small number of tables but it is not efficient if we want to print 1 to 12 times.</a:t>
            </a:r>
          </a:p>
        </p:txBody>
      </p:sp>
    </p:spTree>
    <p:extLst>
      <p:ext uri="{BB962C8B-B14F-4D97-AF65-F5344CB8AC3E}">
        <p14:creationId xmlns:p14="http://schemas.microsoft.com/office/powerpoint/2010/main" val="359689732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98A45F-5681-E0C5-F35C-7EF83CE4062E}"/>
              </a:ext>
            </a:extLst>
          </p:cNvPr>
          <p:cNvSpPr>
            <a:spLocks noGrp="1"/>
          </p:cNvSpPr>
          <p:nvPr>
            <p:ph type="title"/>
          </p:nvPr>
        </p:nvSpPr>
        <p:spPr>
          <a:xfrm>
            <a:off x="495301" y="609600"/>
            <a:ext cx="11239498" cy="561975"/>
          </a:xfrm>
        </p:spPr>
        <p:txBody>
          <a:bodyPr>
            <a:normAutofit fontScale="90000"/>
          </a:bodyPr>
          <a:lstStyle/>
          <a:p>
            <a:r>
              <a:rPr lang="en-IE">
                <a:solidFill>
                  <a:schemeClr val="tx1"/>
                </a:solidFill>
              </a:rPr>
              <a:t>Nested Loops – Times Tables from 1 to 12</a:t>
            </a:r>
          </a:p>
        </p:txBody>
      </p:sp>
      <p:sp>
        <p:nvSpPr>
          <p:cNvPr id="5" name="TextBox 4">
            <a:extLst>
              <a:ext uri="{FF2B5EF4-FFF2-40B4-BE49-F238E27FC236}">
                <a16:creationId xmlns:a16="http://schemas.microsoft.com/office/drawing/2014/main" id="{CC792726-5839-6017-CF4D-3E3CC861EE7C}"/>
              </a:ext>
            </a:extLst>
          </p:cNvPr>
          <p:cNvSpPr txBox="1"/>
          <p:nvPr/>
        </p:nvSpPr>
        <p:spPr>
          <a:xfrm>
            <a:off x="7483877" y="1349407"/>
            <a:ext cx="3329126" cy="1323439"/>
          </a:xfrm>
          <a:prstGeom prst="rect">
            <a:avLst/>
          </a:prstGeom>
          <a:noFill/>
        </p:spPr>
        <p:txBody>
          <a:bodyPr wrap="square" rtlCol="0">
            <a:spAutoFit/>
          </a:bodyPr>
          <a:lstStyle/>
          <a:p>
            <a:r>
              <a:rPr lang="en-IE" sz="2000"/>
              <a:t>Using a nested loop to print all the tables from 1 to 12, uses only a few lines of code and so is much more efficient.</a:t>
            </a:r>
          </a:p>
        </p:txBody>
      </p:sp>
      <p:pic>
        <p:nvPicPr>
          <p:cNvPr id="4" name="Picture 3">
            <a:extLst>
              <a:ext uri="{FF2B5EF4-FFF2-40B4-BE49-F238E27FC236}">
                <a16:creationId xmlns:a16="http://schemas.microsoft.com/office/drawing/2014/main" id="{53F5D2B0-E8A2-5C0E-7B52-263418FE5544}"/>
              </a:ext>
            </a:extLst>
          </p:cNvPr>
          <p:cNvPicPr>
            <a:picLocks noChangeAspect="1"/>
          </p:cNvPicPr>
          <p:nvPr/>
        </p:nvPicPr>
        <p:blipFill>
          <a:blip r:embed="rId2"/>
          <a:stretch>
            <a:fillRect/>
          </a:stretch>
        </p:blipFill>
        <p:spPr>
          <a:xfrm>
            <a:off x="639377" y="1349407"/>
            <a:ext cx="6438900" cy="1704975"/>
          </a:xfrm>
          <a:prstGeom prst="rect">
            <a:avLst/>
          </a:prstGeom>
        </p:spPr>
      </p:pic>
    </p:spTree>
    <p:extLst>
      <p:ext uri="{BB962C8B-B14F-4D97-AF65-F5344CB8AC3E}">
        <p14:creationId xmlns:p14="http://schemas.microsoft.com/office/powerpoint/2010/main" val="1270892586"/>
      </p:ext>
    </p:extLst>
  </p:cSld>
  <p:clrMapOvr>
    <a:masterClrMapping/>
  </p:clrMapOvr>
</p:sld>
</file>

<file path=ppt/theme/theme1.xml><?xml version="1.0" encoding="utf-8"?>
<a:theme xmlns:a="http://schemas.openxmlformats.org/drawingml/2006/main" name="Basis">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Basis">
      <a:maj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Basis">
      <a:fillStyleLst>
        <a:solidFill>
          <a:schemeClr val="phClr"/>
        </a:solidFill>
        <a:solidFill>
          <a:schemeClr val="phClr">
            <a:tint val="55000"/>
            <a:satMod val="130000"/>
          </a:schemeClr>
        </a:solidFill>
        <a:gradFill rotWithShape="1">
          <a:gsLst>
            <a:gs pos="0">
              <a:schemeClr val="phClr"/>
            </a:gs>
            <a:gs pos="90000">
              <a:schemeClr val="phClr">
                <a:shade val="100000"/>
                <a:satMod val="105000"/>
              </a:schemeClr>
            </a:gs>
            <a:gs pos="100000">
              <a:schemeClr val="phClr">
                <a:shade val="80000"/>
                <a:satMod val="120000"/>
              </a:schemeClr>
            </a:gs>
          </a:gsLst>
          <a:path path="circle">
            <a:fillToRect l="100000" t="100000" r="100000" b="100000"/>
          </a:path>
        </a:gradFill>
      </a:fillStyleLst>
      <a:lnStyleLst>
        <a:ln w="10000" cap="flat" cmpd="sng" algn="ctr">
          <a:solidFill>
            <a:schemeClr val="phClr"/>
          </a:solidFill>
          <a:prstDash val="solid"/>
        </a:ln>
        <a:ln w="19050" cap="flat" cmpd="sng" algn="ctr">
          <a:solidFill>
            <a:schemeClr val="phClr"/>
          </a:solidFill>
          <a:prstDash val="solid"/>
        </a:ln>
        <a:ln w="53975" cap="flat" cmpd="dbl"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phClr">
                <a:shade val="27000"/>
                <a:satMod val="120000"/>
              </a:schemeClr>
            </a:contourClr>
          </a:sp3d>
        </a:effectStyle>
      </a:effectStyleLst>
      <a:bgFillStyleLst>
        <a:solidFill>
          <a:schemeClr val="phClr"/>
        </a:solidFill>
        <a:solidFill>
          <a:schemeClr val="phClr">
            <a:tint val="95000"/>
            <a:shade val="95000"/>
            <a:satMod val="140000"/>
          </a:schemeClr>
        </a:solidFill>
        <a:solidFill>
          <a:schemeClr val="phClr">
            <a:tint val="90000"/>
            <a:shade val="85000"/>
            <a:satMod val="160000"/>
            <a:lumMod val="110000"/>
          </a:schemeClr>
        </a:solidFill>
      </a:bgFillStyleLst>
    </a:fmtScheme>
  </a:themeElements>
  <a:objectDefaults/>
  <a:extraClrSchemeLst/>
  <a:extLst>
    <a:ext uri="{05A4C25C-085E-4340-85A3-A5531E510DB2}">
      <thm15:themeFamily xmlns:thm15="http://schemas.microsoft.com/office/thememl/2012/main" name="Basis" id="{5665723A-49BA-4B57-8411-A56F8F207965}" vid="{90E45F77-AEFC-46EF-A7C1-5B338C297B02}"/>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D59C47FF1BBBD41944C27E755792B60" ma:contentTypeVersion="13" ma:contentTypeDescription="Create a new document." ma:contentTypeScope="" ma:versionID="10712fcb74858acd939241f8f14c3c2a">
  <xsd:schema xmlns:xsd="http://www.w3.org/2001/XMLSchema" xmlns:xs="http://www.w3.org/2001/XMLSchema" xmlns:p="http://schemas.microsoft.com/office/2006/metadata/properties" xmlns:ns1="http://schemas.microsoft.com/sharepoint/v3" xmlns:ns2="2a24f1cd-5e3a-428d-a962-0c0266cdec1f" xmlns:ns3="2522d011-583a-4cec-893b-a3e4ebe7a880" targetNamespace="http://schemas.microsoft.com/office/2006/metadata/properties" ma:root="true" ma:fieldsID="762bbfe59eafa4ea92fb4b763fa075a5" ns1:_="" ns2:_="" ns3:_="">
    <xsd:import namespace="http://schemas.microsoft.com/sharepoint/v3"/>
    <xsd:import namespace="2a24f1cd-5e3a-428d-a962-0c0266cdec1f"/>
    <xsd:import namespace="2522d011-583a-4cec-893b-a3e4ebe7a880"/>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2:MediaServiceSearchProperties"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9" nillable="true" ma:displayName="Unified Compliance Policy Properties" ma:hidden="true" ma:internalName="_ip_UnifiedCompliancePolicyProperties">
      <xsd:simpleType>
        <xsd:restriction base="dms:Note"/>
      </xsd:simpleType>
    </xsd:element>
    <xsd:element name="_ip_UnifiedCompliancePolicyUIAction" ma:index="20"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a24f1cd-5e3a-428d-a962-0c0266cdec1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2" nillable="true" ma:taxonomy="true" ma:internalName="lcf76f155ced4ddcb4097134ff3c332f" ma:taxonomyFieldName="MediaServiceImageTags" ma:displayName="Image Tags" ma:readOnly="false" ma:fieldId="{5cf76f15-5ced-4ddc-b409-7134ff3c332f}" ma:taxonomyMulti="true" ma:sspId="712559f9-f71b-4af0-bfaa-ab2f6ccdd4a9" ma:termSetId="09814cd3-568e-fe90-9814-8d621ff8fb84" ma:anchorId="fba54fb3-c3e1-fe81-a776-ca4b69148c4d" ma:open="tru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DateTaken" ma:index="17" nillable="true" ma:displayName="MediaServiceDateTaken" ma:hidden="true" ma:indexed="true" ma:internalName="MediaServiceDateTaken" ma:readOnly="true">
      <xsd:simpleType>
        <xsd:restriction base="dms:Text"/>
      </xsd:simpleType>
    </xsd:element>
    <xsd:element name="MediaServiceSearchProperties" ma:index="18"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522d011-583a-4cec-893b-a3e4ebe7a880"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28a40212-ea4a-4620-9c44-1250f1e428a8}" ma:internalName="TaxCatchAll" ma:showField="CatchAllData" ma:web="2522d011-583a-4cec-893b-a3e4ebe7a88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lcf76f155ced4ddcb4097134ff3c332f xmlns="2a24f1cd-5e3a-428d-a962-0c0266cdec1f">
      <Terms xmlns="http://schemas.microsoft.com/office/infopath/2007/PartnerControls"/>
    </lcf76f155ced4ddcb4097134ff3c332f>
    <_ip_UnifiedCompliancePolicyProperties xmlns="http://schemas.microsoft.com/sharepoint/v3" xsi:nil="true"/>
    <TaxCatchAll xmlns="2522d011-583a-4cec-893b-a3e4ebe7a880" xsi:nil="true"/>
  </documentManagement>
</p:properties>
</file>

<file path=customXml/itemProps1.xml><?xml version="1.0" encoding="utf-8"?>
<ds:datastoreItem xmlns:ds="http://schemas.openxmlformats.org/officeDocument/2006/customXml" ds:itemID="{969D5287-306D-45E7-A460-C113655FB4AE}"/>
</file>

<file path=customXml/itemProps2.xml><?xml version="1.0" encoding="utf-8"?>
<ds:datastoreItem xmlns:ds="http://schemas.openxmlformats.org/officeDocument/2006/customXml" ds:itemID="{415D2E0A-22CA-46AA-A73F-D3609E9C4875}"/>
</file>

<file path=customXml/itemProps3.xml><?xml version="1.0" encoding="utf-8"?>
<ds:datastoreItem xmlns:ds="http://schemas.openxmlformats.org/officeDocument/2006/customXml" ds:itemID="{AE914607-0C8F-4BF8-9B81-096EB6260454}"/>
</file>

<file path=docProps/app.xml><?xml version="1.0" encoding="utf-8"?>
<Properties xmlns="http://schemas.openxmlformats.org/officeDocument/2006/extended-properties" xmlns:vt="http://schemas.openxmlformats.org/officeDocument/2006/docPropsVTypes">
  <Template>Basis</Template>
  <TotalTime>14</TotalTime>
  <Words>469</Words>
  <Application>Microsoft Office PowerPoint</Application>
  <PresentationFormat>Widescreen</PresentationFormat>
  <Paragraphs>148</Paragraphs>
  <Slides>26</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Calibri</vt:lpstr>
      <vt:lpstr>Corbel</vt:lpstr>
      <vt:lpstr>Basis</vt:lpstr>
      <vt:lpstr>More about Python</vt:lpstr>
      <vt:lpstr>Recap of what we covered last year</vt:lpstr>
      <vt:lpstr>PowerPoint Presentation</vt:lpstr>
      <vt:lpstr>PowerPoint Presentation</vt:lpstr>
      <vt:lpstr>PowerPoint Presentation</vt:lpstr>
      <vt:lpstr>Basic if statement</vt:lpstr>
      <vt:lpstr>Basic while loop</vt:lpstr>
      <vt:lpstr>While loop</vt:lpstr>
      <vt:lpstr>While loop</vt:lpstr>
      <vt:lpstr>PRACTICE TIME</vt:lpstr>
      <vt:lpstr>THE CODE</vt:lpstr>
      <vt:lpstr>Nested Conditional Statements</vt:lpstr>
      <vt:lpstr>Nested Conditional Statements Example 1</vt:lpstr>
      <vt:lpstr>Nested Conditional Statements Example 2</vt:lpstr>
      <vt:lpstr>Practice Time – Code this algorithm  Driver Licence Eligibility</vt:lpstr>
      <vt:lpstr>Practice Time – Code this algorithm  Driver Licence Eligibility</vt:lpstr>
      <vt:lpstr>Driver Licence Eligibility using Boolean operators</vt:lpstr>
      <vt:lpstr>Iteration: Nested Loops</vt:lpstr>
      <vt:lpstr>Iteration: Nested Loops</vt:lpstr>
      <vt:lpstr>Iteration: Nested Loops</vt:lpstr>
      <vt:lpstr>Iteration: Nested Loops Print Shapes</vt:lpstr>
      <vt:lpstr>Iteration: Nested Loops Print Shapes</vt:lpstr>
      <vt:lpstr>Iteration: Nested Loops Print Shapes</vt:lpstr>
      <vt:lpstr>Nested Loops – Times Tables Example</vt:lpstr>
      <vt:lpstr>Nested Loops – Times Tables from 1 to 3</vt:lpstr>
      <vt:lpstr>Nested Loops – Times Tables from 1 to 12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More about Python</dc:title>
  <dc:creator>Pauline Smyth</dc:creator>
  <cp:lastModifiedBy>Pauline Smyth</cp:lastModifiedBy>
  <cp:revision>1</cp:revision>
  <dcterms:created xsi:type="dcterms:W3CDTF">2022-09-06T15:37:02Z</dcterms:created>
  <dcterms:modified xsi:type="dcterms:W3CDTF">2022-09-22T11:02:32Z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0x0101008D59C47FF1BBBD41944C27E755792B60</vt:lpwstr>
  </property>
</Properties>
</file>