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4"/>
  </p:sldMasterIdLst>
  <p:notesMasterIdLst>
    <p:notesMasterId r:id="rId57"/>
  </p:notesMasterIdLst>
  <p:handoutMasterIdLst>
    <p:handoutMasterId r:id="rId58"/>
  </p:handoutMasterIdLst>
  <p:sldIdLst>
    <p:sldId id="290" r:id="rId5"/>
    <p:sldId id="291" r:id="rId6"/>
    <p:sldId id="273" r:id="rId7"/>
    <p:sldId id="297" r:id="rId8"/>
    <p:sldId id="298" r:id="rId9"/>
    <p:sldId id="299" r:id="rId10"/>
    <p:sldId id="300" r:id="rId11"/>
    <p:sldId id="301" r:id="rId12"/>
    <p:sldId id="302" r:id="rId13"/>
    <p:sldId id="303" r:id="rId14"/>
    <p:sldId id="304" r:id="rId15"/>
    <p:sldId id="307" r:id="rId16"/>
    <p:sldId id="309" r:id="rId17"/>
    <p:sldId id="310" r:id="rId18"/>
    <p:sldId id="308" r:id="rId19"/>
    <p:sldId id="311" r:id="rId20"/>
    <p:sldId id="306" r:id="rId21"/>
    <p:sldId id="318" r:id="rId22"/>
    <p:sldId id="313" r:id="rId23"/>
    <p:sldId id="314" r:id="rId24"/>
    <p:sldId id="315" r:id="rId25"/>
    <p:sldId id="325" r:id="rId26"/>
    <p:sldId id="324" r:id="rId27"/>
    <p:sldId id="316" r:id="rId28"/>
    <p:sldId id="317" r:id="rId29"/>
    <p:sldId id="319" r:id="rId30"/>
    <p:sldId id="320" r:id="rId31"/>
    <p:sldId id="321" r:id="rId32"/>
    <p:sldId id="322" r:id="rId33"/>
    <p:sldId id="323" r:id="rId34"/>
    <p:sldId id="326" r:id="rId35"/>
    <p:sldId id="343" r:id="rId36"/>
    <p:sldId id="344" r:id="rId37"/>
    <p:sldId id="334" r:id="rId38"/>
    <p:sldId id="335" r:id="rId39"/>
    <p:sldId id="336" r:id="rId40"/>
    <p:sldId id="337" r:id="rId41"/>
    <p:sldId id="338" r:id="rId42"/>
    <p:sldId id="346" r:id="rId43"/>
    <p:sldId id="345" r:id="rId44"/>
    <p:sldId id="339" r:id="rId45"/>
    <p:sldId id="340" r:id="rId46"/>
    <p:sldId id="347" r:id="rId47"/>
    <p:sldId id="348" r:id="rId48"/>
    <p:sldId id="341" r:id="rId49"/>
    <p:sldId id="349" r:id="rId50"/>
    <p:sldId id="342" r:id="rId51"/>
    <p:sldId id="350" r:id="rId52"/>
    <p:sldId id="327" r:id="rId53"/>
    <p:sldId id="328" r:id="rId54"/>
    <p:sldId id="330" r:id="rId55"/>
    <p:sldId id="331" r:id="rId5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0945AD-C1A6-407F-92E5-F8CD669BE4DD}" v="2" dt="2024-02-18T19:35:24.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de5ce227-53e3-42c9-b7e0-2fb7785ba6f5" providerId="ADAL" clId="{BB0AB443-E31A-4426-9BCF-96FD10E87744}"/>
    <pc:docChg chg="undo custSel addSld delSld modSld sldOrd">
      <pc:chgData name="Pauline Smyth" userId="de5ce227-53e3-42c9-b7e0-2fb7785ba6f5" providerId="ADAL" clId="{BB0AB443-E31A-4426-9BCF-96FD10E87744}" dt="2022-01-19T23:23:06.041" v="4778" actId="478"/>
      <pc:docMkLst>
        <pc:docMk/>
      </pc:docMkLst>
      <pc:sldChg chg="del">
        <pc:chgData name="Pauline Smyth" userId="de5ce227-53e3-42c9-b7e0-2fb7785ba6f5" providerId="ADAL" clId="{BB0AB443-E31A-4426-9BCF-96FD10E87744}" dt="2022-01-05T22:02:07.338" v="1680" actId="47"/>
        <pc:sldMkLst>
          <pc:docMk/>
          <pc:sldMk cId="3822407722" sldId="258"/>
        </pc:sldMkLst>
      </pc:sldChg>
      <pc:sldChg chg="del">
        <pc:chgData name="Pauline Smyth" userId="de5ce227-53e3-42c9-b7e0-2fb7785ba6f5" providerId="ADAL" clId="{BB0AB443-E31A-4426-9BCF-96FD10E87744}" dt="2022-01-05T22:02:10.208" v="1681" actId="47"/>
        <pc:sldMkLst>
          <pc:docMk/>
          <pc:sldMk cId="1609387770" sldId="268"/>
        </pc:sldMkLst>
      </pc:sldChg>
      <pc:sldChg chg="modSp mod">
        <pc:chgData name="Pauline Smyth" userId="de5ce227-53e3-42c9-b7e0-2fb7785ba6f5" providerId="ADAL" clId="{BB0AB443-E31A-4426-9BCF-96FD10E87744}" dt="2022-01-05T22:05:46.755" v="1757" actId="20577"/>
        <pc:sldMkLst>
          <pc:docMk/>
          <pc:sldMk cId="1386799731" sldId="273"/>
        </pc:sldMkLst>
        <pc:spChg chg="mod">
          <ac:chgData name="Pauline Smyth" userId="de5ce227-53e3-42c9-b7e0-2fb7785ba6f5" providerId="ADAL" clId="{BB0AB443-E31A-4426-9BCF-96FD10E87744}" dt="2022-01-05T20:43:23.118" v="82" actId="404"/>
          <ac:spMkLst>
            <pc:docMk/>
            <pc:sldMk cId="1386799731" sldId="273"/>
            <ac:spMk id="3" creationId="{A7F5067F-B05A-4CB4-8FEF-12162F4FD7F8}"/>
          </ac:spMkLst>
        </pc:spChg>
        <pc:spChg chg="mod">
          <ac:chgData name="Pauline Smyth" userId="de5ce227-53e3-42c9-b7e0-2fb7785ba6f5" providerId="ADAL" clId="{BB0AB443-E31A-4426-9BCF-96FD10E87744}" dt="2022-01-05T22:05:46.755" v="1757" actId="20577"/>
          <ac:spMkLst>
            <pc:docMk/>
            <pc:sldMk cId="1386799731" sldId="273"/>
            <ac:spMk id="4" creationId="{29AD4A91-7AB8-40C3-9C11-950FF5FC7DFC}"/>
          </ac:spMkLst>
        </pc:spChg>
        <pc:picChg chg="mod">
          <ac:chgData name="Pauline Smyth" userId="de5ce227-53e3-42c9-b7e0-2fb7785ba6f5" providerId="ADAL" clId="{BB0AB443-E31A-4426-9BCF-96FD10E87744}" dt="2022-01-05T21:15:35.440" v="755" actId="1076"/>
          <ac:picMkLst>
            <pc:docMk/>
            <pc:sldMk cId="1386799731" sldId="273"/>
            <ac:picMk id="6" creationId="{1054C6CA-D723-4A6A-9734-5910A1729B5C}"/>
          </ac:picMkLst>
        </pc:picChg>
      </pc:sldChg>
      <pc:sldChg chg="addSp delSp modSp del mod">
        <pc:chgData name="Pauline Smyth" userId="de5ce227-53e3-42c9-b7e0-2fb7785ba6f5" providerId="ADAL" clId="{BB0AB443-E31A-4426-9BCF-96FD10E87744}" dt="2022-01-05T21:00:25.520" v="318" actId="47"/>
        <pc:sldMkLst>
          <pc:docMk/>
          <pc:sldMk cId="707235762" sldId="276"/>
        </pc:sldMkLst>
        <pc:spChg chg="mod">
          <ac:chgData name="Pauline Smyth" userId="de5ce227-53e3-42c9-b7e0-2fb7785ba6f5" providerId="ADAL" clId="{BB0AB443-E31A-4426-9BCF-96FD10E87744}" dt="2022-01-05T20:44:59.535" v="140" actId="20577"/>
          <ac:spMkLst>
            <pc:docMk/>
            <pc:sldMk cId="707235762" sldId="276"/>
            <ac:spMk id="3" creationId="{6002F139-264F-4B41-B39A-9E8B2901E164}"/>
          </ac:spMkLst>
        </pc:spChg>
        <pc:spChg chg="mod">
          <ac:chgData name="Pauline Smyth" userId="de5ce227-53e3-42c9-b7e0-2fb7785ba6f5" providerId="ADAL" clId="{BB0AB443-E31A-4426-9BCF-96FD10E87744}" dt="2022-01-05T20:45:07.756" v="141" actId="6549"/>
          <ac:spMkLst>
            <pc:docMk/>
            <pc:sldMk cId="707235762" sldId="276"/>
            <ac:spMk id="4" creationId="{5ECC3DCE-4CD8-4370-8B3F-47DEAB635ED9}"/>
          </ac:spMkLst>
        </pc:spChg>
        <pc:spChg chg="add del mod">
          <ac:chgData name="Pauline Smyth" userId="de5ce227-53e3-42c9-b7e0-2fb7785ba6f5" providerId="ADAL" clId="{BB0AB443-E31A-4426-9BCF-96FD10E87744}" dt="2022-01-05T20:46:04.164" v="144" actId="478"/>
          <ac:spMkLst>
            <pc:docMk/>
            <pc:sldMk cId="707235762" sldId="276"/>
            <ac:spMk id="7" creationId="{F1D8E9E9-B5D1-43B7-BF76-F9138BAFAA35}"/>
          </ac:spMkLst>
        </pc:spChg>
        <pc:graphicFrameChg chg="add mod">
          <ac:chgData name="Pauline Smyth" userId="de5ce227-53e3-42c9-b7e0-2fb7785ba6f5" providerId="ADAL" clId="{BB0AB443-E31A-4426-9BCF-96FD10E87744}" dt="2022-01-05T20:45:54.110" v="142"/>
          <ac:graphicFrameMkLst>
            <pc:docMk/>
            <pc:sldMk cId="707235762" sldId="276"/>
            <ac:graphicFrameMk id="2" creationId="{289E7C28-470B-4C8F-8DDC-73EE625DAD42}"/>
          </ac:graphicFrameMkLst>
        </pc:graphicFrameChg>
        <pc:picChg chg="del">
          <ac:chgData name="Pauline Smyth" userId="de5ce227-53e3-42c9-b7e0-2fb7785ba6f5" providerId="ADAL" clId="{BB0AB443-E31A-4426-9BCF-96FD10E87744}" dt="2022-01-05T20:46:01.627" v="143" actId="478"/>
          <ac:picMkLst>
            <pc:docMk/>
            <pc:sldMk cId="707235762" sldId="276"/>
            <ac:picMk id="6" creationId="{CCB0035C-155F-4A5B-87BE-89762733C8E1}"/>
          </ac:picMkLst>
        </pc:picChg>
        <pc:picChg chg="add">
          <ac:chgData name="Pauline Smyth" userId="de5ce227-53e3-42c9-b7e0-2fb7785ba6f5" providerId="ADAL" clId="{BB0AB443-E31A-4426-9BCF-96FD10E87744}" dt="2022-01-05T20:45:54.110" v="142"/>
          <ac:picMkLst>
            <pc:docMk/>
            <pc:sldMk cId="707235762" sldId="276"/>
            <ac:picMk id="1025" creationId="{E54E878E-1869-4599-8545-F9CC9A409623}"/>
          </ac:picMkLst>
        </pc:picChg>
      </pc:sldChg>
      <pc:sldChg chg="del">
        <pc:chgData name="Pauline Smyth" userId="de5ce227-53e3-42c9-b7e0-2fb7785ba6f5" providerId="ADAL" clId="{BB0AB443-E31A-4426-9BCF-96FD10E87744}" dt="2022-01-05T22:02:04.764" v="1679" actId="47"/>
        <pc:sldMkLst>
          <pc:docMk/>
          <pc:sldMk cId="52010911" sldId="278"/>
        </pc:sldMkLst>
      </pc:sldChg>
      <pc:sldChg chg="del">
        <pc:chgData name="Pauline Smyth" userId="de5ce227-53e3-42c9-b7e0-2fb7785ba6f5" providerId="ADAL" clId="{BB0AB443-E31A-4426-9BCF-96FD10E87744}" dt="2022-01-05T22:02:11.962" v="1683" actId="47"/>
        <pc:sldMkLst>
          <pc:docMk/>
          <pc:sldMk cId="1456442012" sldId="280"/>
        </pc:sldMkLst>
      </pc:sldChg>
      <pc:sldChg chg="del">
        <pc:chgData name="Pauline Smyth" userId="de5ce227-53e3-42c9-b7e0-2fb7785ba6f5" providerId="ADAL" clId="{BB0AB443-E31A-4426-9BCF-96FD10E87744}" dt="2022-01-05T22:02:19.955" v="1686" actId="47"/>
        <pc:sldMkLst>
          <pc:docMk/>
          <pc:sldMk cId="1103380505" sldId="289"/>
        </pc:sldMkLst>
      </pc:sldChg>
      <pc:sldChg chg="modSp mod">
        <pc:chgData name="Pauline Smyth" userId="de5ce227-53e3-42c9-b7e0-2fb7785ba6f5" providerId="ADAL" clId="{BB0AB443-E31A-4426-9BCF-96FD10E87744}" dt="2022-01-05T20:42:17.028" v="55" actId="20577"/>
        <pc:sldMkLst>
          <pc:docMk/>
          <pc:sldMk cId="3173535405" sldId="290"/>
        </pc:sldMkLst>
        <pc:spChg chg="mod">
          <ac:chgData name="Pauline Smyth" userId="de5ce227-53e3-42c9-b7e0-2fb7785ba6f5" providerId="ADAL" clId="{BB0AB443-E31A-4426-9BCF-96FD10E87744}" dt="2022-01-05T20:41:55.869" v="13" actId="20577"/>
          <ac:spMkLst>
            <pc:docMk/>
            <pc:sldMk cId="3173535405" sldId="290"/>
            <ac:spMk id="2" creationId="{01253F3E-E6E8-4DEE-A6F6-D6A88FD391E3}"/>
          </ac:spMkLst>
        </pc:spChg>
        <pc:spChg chg="mod">
          <ac:chgData name="Pauline Smyth" userId="de5ce227-53e3-42c9-b7e0-2fb7785ba6f5" providerId="ADAL" clId="{BB0AB443-E31A-4426-9BCF-96FD10E87744}" dt="2022-01-05T20:42:17.028" v="55" actId="20577"/>
          <ac:spMkLst>
            <pc:docMk/>
            <pc:sldMk cId="3173535405" sldId="290"/>
            <ac:spMk id="3" creationId="{1C954176-1A2D-47B9-B195-FB21407C0471}"/>
          </ac:spMkLst>
        </pc:spChg>
      </pc:sldChg>
      <pc:sldChg chg="modSp add del">
        <pc:chgData name="Pauline Smyth" userId="de5ce227-53e3-42c9-b7e0-2fb7785ba6f5" providerId="ADAL" clId="{BB0AB443-E31A-4426-9BCF-96FD10E87744}" dt="2022-01-12T21:54:25.303" v="2719"/>
        <pc:sldMkLst>
          <pc:docMk/>
          <pc:sldMk cId="277300567" sldId="291"/>
        </pc:sldMkLst>
        <pc:graphicFrameChg chg="mod">
          <ac:chgData name="Pauline Smyth" userId="de5ce227-53e3-42c9-b7e0-2fb7785ba6f5" providerId="ADAL" clId="{BB0AB443-E31A-4426-9BCF-96FD10E87744}" dt="2022-01-12T21:54:25.303" v="2719"/>
          <ac:graphicFrameMkLst>
            <pc:docMk/>
            <pc:sldMk cId="277300567" sldId="291"/>
            <ac:graphicFrameMk id="5" creationId="{A1342CC9-B5BC-4EE6-A03F-6501ED7CC4CC}"/>
          </ac:graphicFrameMkLst>
        </pc:graphicFrameChg>
      </pc:sldChg>
      <pc:sldChg chg="del">
        <pc:chgData name="Pauline Smyth" userId="de5ce227-53e3-42c9-b7e0-2fb7785ba6f5" providerId="ADAL" clId="{BB0AB443-E31A-4426-9BCF-96FD10E87744}" dt="2022-01-05T22:02:00.501" v="1678" actId="47"/>
        <pc:sldMkLst>
          <pc:docMk/>
          <pc:sldMk cId="912618888" sldId="292"/>
        </pc:sldMkLst>
      </pc:sldChg>
      <pc:sldChg chg="del">
        <pc:chgData name="Pauline Smyth" userId="de5ce227-53e3-42c9-b7e0-2fb7785ba6f5" providerId="ADAL" clId="{BB0AB443-E31A-4426-9BCF-96FD10E87744}" dt="2022-01-05T22:02:12.690" v="1684" actId="47"/>
        <pc:sldMkLst>
          <pc:docMk/>
          <pc:sldMk cId="98581355" sldId="293"/>
        </pc:sldMkLst>
      </pc:sldChg>
      <pc:sldChg chg="del">
        <pc:chgData name="Pauline Smyth" userId="de5ce227-53e3-42c9-b7e0-2fb7785ba6f5" providerId="ADAL" clId="{BB0AB443-E31A-4426-9BCF-96FD10E87744}" dt="2022-01-05T22:02:13.866" v="1685" actId="47"/>
        <pc:sldMkLst>
          <pc:docMk/>
          <pc:sldMk cId="44020410" sldId="294"/>
        </pc:sldMkLst>
      </pc:sldChg>
      <pc:sldChg chg="del">
        <pc:chgData name="Pauline Smyth" userId="de5ce227-53e3-42c9-b7e0-2fb7785ba6f5" providerId="ADAL" clId="{BB0AB443-E31A-4426-9BCF-96FD10E87744}" dt="2022-01-05T20:55:11.813" v="247" actId="47"/>
        <pc:sldMkLst>
          <pc:docMk/>
          <pc:sldMk cId="4046339892" sldId="295"/>
        </pc:sldMkLst>
      </pc:sldChg>
      <pc:sldChg chg="del">
        <pc:chgData name="Pauline Smyth" userId="de5ce227-53e3-42c9-b7e0-2fb7785ba6f5" providerId="ADAL" clId="{BB0AB443-E31A-4426-9BCF-96FD10E87744}" dt="2022-01-05T22:02:10.880" v="1682" actId="47"/>
        <pc:sldMkLst>
          <pc:docMk/>
          <pc:sldMk cId="84782032" sldId="296"/>
        </pc:sldMkLst>
      </pc:sldChg>
      <pc:sldChg chg="addSp delSp modSp add mod ord">
        <pc:chgData name="Pauline Smyth" userId="de5ce227-53e3-42c9-b7e0-2fb7785ba6f5" providerId="ADAL" clId="{BB0AB443-E31A-4426-9BCF-96FD10E87744}" dt="2022-01-05T21:00:18.009" v="317" actId="5793"/>
        <pc:sldMkLst>
          <pc:docMk/>
          <pc:sldMk cId="2850530194" sldId="297"/>
        </pc:sldMkLst>
        <pc:spChg chg="mod">
          <ac:chgData name="Pauline Smyth" userId="de5ce227-53e3-42c9-b7e0-2fb7785ba6f5" providerId="ADAL" clId="{BB0AB443-E31A-4426-9BCF-96FD10E87744}" dt="2022-01-05T20:53:26.639" v="243" actId="1076"/>
          <ac:spMkLst>
            <pc:docMk/>
            <pc:sldMk cId="2850530194" sldId="297"/>
            <ac:spMk id="2" creationId="{D49C97B1-F677-4C82-9865-227A9B7D2400}"/>
          </ac:spMkLst>
        </pc:spChg>
        <pc:spChg chg="add del mod">
          <ac:chgData name="Pauline Smyth" userId="de5ce227-53e3-42c9-b7e0-2fb7785ba6f5" providerId="ADAL" clId="{BB0AB443-E31A-4426-9BCF-96FD10E87744}" dt="2022-01-05T20:47:42.288" v="179"/>
          <ac:spMkLst>
            <pc:docMk/>
            <pc:sldMk cId="2850530194" sldId="297"/>
            <ac:spMk id="3" creationId="{4C8864FB-AB19-4AED-9FA5-CA8AC825F7FE}"/>
          </ac:spMkLst>
        </pc:spChg>
        <pc:spChg chg="add mod">
          <ac:chgData name="Pauline Smyth" userId="de5ce227-53e3-42c9-b7e0-2fb7785ba6f5" providerId="ADAL" clId="{BB0AB443-E31A-4426-9BCF-96FD10E87744}" dt="2022-01-05T21:00:18.009" v="317" actId="5793"/>
          <ac:spMkLst>
            <pc:docMk/>
            <pc:sldMk cId="2850530194" sldId="297"/>
            <ac:spMk id="9" creationId="{38F74A79-58DD-4F46-9125-B2B3909F09E4}"/>
          </ac:spMkLst>
        </pc:spChg>
        <pc:graphicFrameChg chg="add del mod">
          <ac:chgData name="Pauline Smyth" userId="de5ce227-53e3-42c9-b7e0-2fb7785ba6f5" providerId="ADAL" clId="{BB0AB443-E31A-4426-9BCF-96FD10E87744}" dt="2022-01-05T20:47:42.272" v="177" actId="478"/>
          <ac:graphicFrameMkLst>
            <pc:docMk/>
            <pc:sldMk cId="2850530194" sldId="297"/>
            <ac:graphicFrameMk id="4" creationId="{838F2094-E44F-48AF-B087-656FBC5EB48F}"/>
          </ac:graphicFrameMkLst>
        </pc:graphicFrameChg>
        <pc:graphicFrameChg chg="del mod">
          <ac:chgData name="Pauline Smyth" userId="de5ce227-53e3-42c9-b7e0-2fb7785ba6f5" providerId="ADAL" clId="{BB0AB443-E31A-4426-9BCF-96FD10E87744}" dt="2022-01-05T20:49:17.891" v="187" actId="478"/>
          <ac:graphicFrameMkLst>
            <pc:docMk/>
            <pc:sldMk cId="2850530194" sldId="297"/>
            <ac:graphicFrameMk id="5" creationId="{A1342CC9-B5BC-4EE6-A03F-6501ED7CC4CC}"/>
          </ac:graphicFrameMkLst>
        </pc:graphicFrameChg>
        <pc:picChg chg="add mod">
          <ac:chgData name="Pauline Smyth" userId="de5ce227-53e3-42c9-b7e0-2fb7785ba6f5" providerId="ADAL" clId="{BB0AB443-E31A-4426-9BCF-96FD10E87744}" dt="2022-01-05T20:54:57.858" v="246" actId="1076"/>
          <ac:picMkLst>
            <pc:docMk/>
            <pc:sldMk cId="2850530194" sldId="297"/>
            <ac:picMk id="10" creationId="{9C57F383-E013-4B90-B29F-0292C855FDAD}"/>
          </ac:picMkLst>
        </pc:picChg>
        <pc:picChg chg="add del mod">
          <ac:chgData name="Pauline Smyth" userId="de5ce227-53e3-42c9-b7e0-2fb7785ba6f5" providerId="ADAL" clId="{BB0AB443-E31A-4426-9BCF-96FD10E87744}" dt="2022-01-05T20:47:42.272" v="177" actId="478"/>
          <ac:picMkLst>
            <pc:docMk/>
            <pc:sldMk cId="2850530194" sldId="297"/>
            <ac:picMk id="2049" creationId="{62A7584F-B6AB-4D7D-B555-9AE2280F1258}"/>
          </ac:picMkLst>
        </pc:picChg>
      </pc:sldChg>
      <pc:sldChg chg="delSp modSp add mod">
        <pc:chgData name="Pauline Smyth" userId="de5ce227-53e3-42c9-b7e0-2fb7785ba6f5" providerId="ADAL" clId="{BB0AB443-E31A-4426-9BCF-96FD10E87744}" dt="2022-01-05T21:09:01.639" v="607" actId="20577"/>
        <pc:sldMkLst>
          <pc:docMk/>
          <pc:sldMk cId="3480016614" sldId="298"/>
        </pc:sldMkLst>
        <pc:spChg chg="mod">
          <ac:chgData name="Pauline Smyth" userId="de5ce227-53e3-42c9-b7e0-2fb7785ba6f5" providerId="ADAL" clId="{BB0AB443-E31A-4426-9BCF-96FD10E87744}" dt="2022-01-05T21:01:05.771" v="345" actId="20577"/>
          <ac:spMkLst>
            <pc:docMk/>
            <pc:sldMk cId="3480016614" sldId="298"/>
            <ac:spMk id="2" creationId="{D49C97B1-F677-4C82-9865-227A9B7D2400}"/>
          </ac:spMkLst>
        </pc:spChg>
        <pc:spChg chg="mod">
          <ac:chgData name="Pauline Smyth" userId="de5ce227-53e3-42c9-b7e0-2fb7785ba6f5" providerId="ADAL" clId="{BB0AB443-E31A-4426-9BCF-96FD10E87744}" dt="2022-01-05T21:09:01.639" v="607" actId="20577"/>
          <ac:spMkLst>
            <pc:docMk/>
            <pc:sldMk cId="3480016614" sldId="298"/>
            <ac:spMk id="9" creationId="{38F74A79-58DD-4F46-9125-B2B3909F09E4}"/>
          </ac:spMkLst>
        </pc:spChg>
        <pc:picChg chg="del">
          <ac:chgData name="Pauline Smyth" userId="de5ce227-53e3-42c9-b7e0-2fb7785ba6f5" providerId="ADAL" clId="{BB0AB443-E31A-4426-9BCF-96FD10E87744}" dt="2022-01-05T21:01:37.437" v="359" actId="478"/>
          <ac:picMkLst>
            <pc:docMk/>
            <pc:sldMk cId="3480016614" sldId="298"/>
            <ac:picMk id="10" creationId="{9C57F383-E013-4B90-B29F-0292C855FDAD}"/>
          </ac:picMkLst>
        </pc:picChg>
      </pc:sldChg>
      <pc:sldChg chg="addSp delSp modSp add mod">
        <pc:chgData name="Pauline Smyth" userId="de5ce227-53e3-42c9-b7e0-2fb7785ba6f5" providerId="ADAL" clId="{BB0AB443-E31A-4426-9BCF-96FD10E87744}" dt="2022-01-05T21:26:04.862" v="793" actId="21"/>
        <pc:sldMkLst>
          <pc:docMk/>
          <pc:sldMk cId="3364816502" sldId="299"/>
        </pc:sldMkLst>
        <pc:spChg chg="mod">
          <ac:chgData name="Pauline Smyth" userId="de5ce227-53e3-42c9-b7e0-2fb7785ba6f5" providerId="ADAL" clId="{BB0AB443-E31A-4426-9BCF-96FD10E87744}" dt="2022-01-05T21:10:52.930" v="637" actId="20577"/>
          <ac:spMkLst>
            <pc:docMk/>
            <pc:sldMk cId="3364816502" sldId="299"/>
            <ac:spMk id="2" creationId="{D49C97B1-F677-4C82-9865-227A9B7D2400}"/>
          </ac:spMkLst>
        </pc:spChg>
        <pc:spChg chg="mod">
          <ac:chgData name="Pauline Smyth" userId="de5ce227-53e3-42c9-b7e0-2fb7785ba6f5" providerId="ADAL" clId="{BB0AB443-E31A-4426-9BCF-96FD10E87744}" dt="2022-01-05T21:22:23.017" v="783" actId="1076"/>
          <ac:spMkLst>
            <pc:docMk/>
            <pc:sldMk cId="3364816502" sldId="299"/>
            <ac:spMk id="9" creationId="{38F74A79-58DD-4F46-9125-B2B3909F09E4}"/>
          </ac:spMkLst>
        </pc:spChg>
        <pc:picChg chg="add del mod">
          <ac:chgData name="Pauline Smyth" userId="de5ce227-53e3-42c9-b7e0-2fb7785ba6f5" providerId="ADAL" clId="{BB0AB443-E31A-4426-9BCF-96FD10E87744}" dt="2022-01-05T21:26:04.862" v="793" actId="21"/>
          <ac:picMkLst>
            <pc:docMk/>
            <pc:sldMk cId="3364816502" sldId="299"/>
            <ac:picMk id="4" creationId="{0F95A2B2-98CF-49F8-9CD2-08610A6616EE}"/>
          </ac:picMkLst>
        </pc:picChg>
        <pc:picChg chg="add mod">
          <ac:chgData name="Pauline Smyth" userId="de5ce227-53e3-42c9-b7e0-2fb7785ba6f5" providerId="ADAL" clId="{BB0AB443-E31A-4426-9BCF-96FD10E87744}" dt="2022-01-05T21:22:26.955" v="784" actId="1076"/>
          <ac:picMkLst>
            <pc:docMk/>
            <pc:sldMk cId="3364816502" sldId="299"/>
            <ac:picMk id="5" creationId="{0B38F162-6DA2-43F0-ADB0-BB717EEDC368}"/>
          </ac:picMkLst>
        </pc:picChg>
        <pc:picChg chg="mod">
          <ac:chgData name="Pauline Smyth" userId="de5ce227-53e3-42c9-b7e0-2fb7785ba6f5" providerId="ADAL" clId="{BB0AB443-E31A-4426-9BCF-96FD10E87744}" dt="2022-01-05T21:16:19.582" v="758" actId="1076"/>
          <ac:picMkLst>
            <pc:docMk/>
            <pc:sldMk cId="3364816502" sldId="299"/>
            <ac:picMk id="6" creationId="{FDC0A5F4-FE96-4D3A-A9D6-A76F32BA6429}"/>
          </ac:picMkLst>
        </pc:picChg>
      </pc:sldChg>
      <pc:sldChg chg="addSp delSp modSp add mod">
        <pc:chgData name="Pauline Smyth" userId="de5ce227-53e3-42c9-b7e0-2fb7785ba6f5" providerId="ADAL" clId="{BB0AB443-E31A-4426-9BCF-96FD10E87744}" dt="2022-01-05T21:20:35.005" v="782" actId="20577"/>
        <pc:sldMkLst>
          <pc:docMk/>
          <pc:sldMk cId="3401994839" sldId="300"/>
        </pc:sldMkLst>
        <pc:spChg chg="del">
          <ac:chgData name="Pauline Smyth" userId="de5ce227-53e3-42c9-b7e0-2fb7785ba6f5" providerId="ADAL" clId="{BB0AB443-E31A-4426-9BCF-96FD10E87744}" dt="2022-01-05T21:16:34.331" v="761" actId="478"/>
          <ac:spMkLst>
            <pc:docMk/>
            <pc:sldMk cId="3401994839" sldId="300"/>
            <ac:spMk id="2" creationId="{D49C97B1-F677-4C82-9865-227A9B7D2400}"/>
          </ac:spMkLst>
        </pc:spChg>
        <pc:spChg chg="add del mod">
          <ac:chgData name="Pauline Smyth" userId="de5ce227-53e3-42c9-b7e0-2fb7785ba6f5" providerId="ADAL" clId="{BB0AB443-E31A-4426-9BCF-96FD10E87744}" dt="2022-01-05T21:16:37.452" v="762" actId="478"/>
          <ac:spMkLst>
            <pc:docMk/>
            <pc:sldMk cId="3401994839" sldId="300"/>
            <ac:spMk id="4" creationId="{AC67A3C2-EDE1-422F-8379-B38283D80D3C}"/>
          </ac:spMkLst>
        </pc:spChg>
        <pc:spChg chg="mod">
          <ac:chgData name="Pauline Smyth" userId="de5ce227-53e3-42c9-b7e0-2fb7785ba6f5" providerId="ADAL" clId="{BB0AB443-E31A-4426-9BCF-96FD10E87744}" dt="2022-01-05T21:20:35.005" v="782" actId="20577"/>
          <ac:spMkLst>
            <pc:docMk/>
            <pc:sldMk cId="3401994839" sldId="300"/>
            <ac:spMk id="9" creationId="{38F74A79-58DD-4F46-9125-B2B3909F09E4}"/>
          </ac:spMkLst>
        </pc:spChg>
        <pc:picChg chg="mod">
          <ac:chgData name="Pauline Smyth" userId="de5ce227-53e3-42c9-b7e0-2fb7785ba6f5" providerId="ADAL" clId="{BB0AB443-E31A-4426-9BCF-96FD10E87744}" dt="2022-01-05T21:17:11.276" v="769" actId="1076"/>
          <ac:picMkLst>
            <pc:docMk/>
            <pc:sldMk cId="3401994839" sldId="300"/>
            <ac:picMk id="5" creationId="{0B38F162-6DA2-43F0-ADB0-BB717EEDC368}"/>
          </ac:picMkLst>
        </pc:picChg>
        <pc:picChg chg="mod">
          <ac:chgData name="Pauline Smyth" userId="de5ce227-53e3-42c9-b7e0-2fb7785ba6f5" providerId="ADAL" clId="{BB0AB443-E31A-4426-9BCF-96FD10E87744}" dt="2022-01-05T21:17:18.079" v="772" actId="1076"/>
          <ac:picMkLst>
            <pc:docMk/>
            <pc:sldMk cId="3401994839" sldId="300"/>
            <ac:picMk id="6" creationId="{FDC0A5F4-FE96-4D3A-A9D6-A76F32BA6429}"/>
          </ac:picMkLst>
        </pc:picChg>
      </pc:sldChg>
      <pc:sldChg chg="addSp delSp modSp add mod ord">
        <pc:chgData name="Pauline Smyth" userId="de5ce227-53e3-42c9-b7e0-2fb7785ba6f5" providerId="ADAL" clId="{BB0AB443-E31A-4426-9BCF-96FD10E87744}" dt="2022-01-05T21:30:41.032" v="880" actId="1076"/>
        <pc:sldMkLst>
          <pc:docMk/>
          <pc:sldMk cId="1998681761" sldId="301"/>
        </pc:sldMkLst>
        <pc:spChg chg="mod">
          <ac:chgData name="Pauline Smyth" userId="de5ce227-53e3-42c9-b7e0-2fb7785ba6f5" providerId="ADAL" clId="{BB0AB443-E31A-4426-9BCF-96FD10E87744}" dt="2022-01-05T21:27:52.652" v="832" actId="20577"/>
          <ac:spMkLst>
            <pc:docMk/>
            <pc:sldMk cId="1998681761" sldId="301"/>
            <ac:spMk id="2" creationId="{D49C97B1-F677-4C82-9865-227A9B7D2400}"/>
          </ac:spMkLst>
        </pc:spChg>
        <pc:spChg chg="mod">
          <ac:chgData name="Pauline Smyth" userId="de5ce227-53e3-42c9-b7e0-2fb7785ba6f5" providerId="ADAL" clId="{BB0AB443-E31A-4426-9BCF-96FD10E87744}" dt="2022-01-05T21:30:09.865" v="876" actId="255"/>
          <ac:spMkLst>
            <pc:docMk/>
            <pc:sldMk cId="1998681761" sldId="301"/>
            <ac:spMk id="9" creationId="{38F74A79-58DD-4F46-9125-B2B3909F09E4}"/>
          </ac:spMkLst>
        </pc:spChg>
        <pc:picChg chg="del">
          <ac:chgData name="Pauline Smyth" userId="de5ce227-53e3-42c9-b7e0-2fb7785ba6f5" providerId="ADAL" clId="{BB0AB443-E31A-4426-9BCF-96FD10E87744}" dt="2022-01-05T21:24:01.694" v="790" actId="478"/>
          <ac:picMkLst>
            <pc:docMk/>
            <pc:sldMk cId="1998681761" sldId="301"/>
            <ac:picMk id="4" creationId="{0F95A2B2-98CF-49F8-9CD2-08610A6616EE}"/>
          </ac:picMkLst>
        </pc:picChg>
        <pc:picChg chg="del">
          <ac:chgData name="Pauline Smyth" userId="de5ce227-53e3-42c9-b7e0-2fb7785ba6f5" providerId="ADAL" clId="{BB0AB443-E31A-4426-9BCF-96FD10E87744}" dt="2022-01-05T21:24:03.736" v="791" actId="478"/>
          <ac:picMkLst>
            <pc:docMk/>
            <pc:sldMk cId="1998681761" sldId="301"/>
            <ac:picMk id="5" creationId="{0B38F162-6DA2-43F0-ADB0-BB717EEDC368}"/>
          </ac:picMkLst>
        </pc:picChg>
        <pc:picChg chg="add mod">
          <ac:chgData name="Pauline Smyth" userId="de5ce227-53e3-42c9-b7e0-2fb7785ba6f5" providerId="ADAL" clId="{BB0AB443-E31A-4426-9BCF-96FD10E87744}" dt="2022-01-05T21:30:41.032" v="880" actId="1076"/>
          <ac:picMkLst>
            <pc:docMk/>
            <pc:sldMk cId="1998681761" sldId="301"/>
            <ac:picMk id="7" creationId="{FF56F4DD-53C7-4A57-A091-9E5E022B3AFB}"/>
          </ac:picMkLst>
        </pc:picChg>
      </pc:sldChg>
      <pc:sldChg chg="addSp delSp modSp add mod">
        <pc:chgData name="Pauline Smyth" userId="de5ce227-53e3-42c9-b7e0-2fb7785ba6f5" providerId="ADAL" clId="{BB0AB443-E31A-4426-9BCF-96FD10E87744}" dt="2022-01-05T21:37:03.468" v="1046" actId="14100"/>
        <pc:sldMkLst>
          <pc:docMk/>
          <pc:sldMk cId="997793952" sldId="302"/>
        </pc:sldMkLst>
        <pc:spChg chg="mod">
          <ac:chgData name="Pauline Smyth" userId="de5ce227-53e3-42c9-b7e0-2fb7785ba6f5" providerId="ADAL" clId="{BB0AB443-E31A-4426-9BCF-96FD10E87744}" dt="2022-01-05T21:33:31.624" v="930" actId="20577"/>
          <ac:spMkLst>
            <pc:docMk/>
            <pc:sldMk cId="997793952" sldId="302"/>
            <ac:spMk id="2" creationId="{D49C97B1-F677-4C82-9865-227A9B7D2400}"/>
          </ac:spMkLst>
        </pc:spChg>
        <pc:spChg chg="mod">
          <ac:chgData name="Pauline Smyth" userId="de5ce227-53e3-42c9-b7e0-2fb7785ba6f5" providerId="ADAL" clId="{BB0AB443-E31A-4426-9BCF-96FD10E87744}" dt="2022-01-05T21:36:49.705" v="1043" actId="20577"/>
          <ac:spMkLst>
            <pc:docMk/>
            <pc:sldMk cId="997793952" sldId="302"/>
            <ac:spMk id="9" creationId="{38F74A79-58DD-4F46-9125-B2B3909F09E4}"/>
          </ac:spMkLst>
        </pc:spChg>
        <pc:picChg chg="del">
          <ac:chgData name="Pauline Smyth" userId="de5ce227-53e3-42c9-b7e0-2fb7785ba6f5" providerId="ADAL" clId="{BB0AB443-E31A-4426-9BCF-96FD10E87744}" dt="2022-01-05T21:32:48.431" v="883" actId="478"/>
          <ac:picMkLst>
            <pc:docMk/>
            <pc:sldMk cId="997793952" sldId="302"/>
            <ac:picMk id="7" creationId="{FF56F4DD-53C7-4A57-A091-9E5E022B3AFB}"/>
          </ac:picMkLst>
        </pc:picChg>
        <pc:picChg chg="add mod">
          <ac:chgData name="Pauline Smyth" userId="de5ce227-53e3-42c9-b7e0-2fb7785ba6f5" providerId="ADAL" clId="{BB0AB443-E31A-4426-9BCF-96FD10E87744}" dt="2022-01-05T21:37:03.468" v="1046" actId="14100"/>
          <ac:picMkLst>
            <pc:docMk/>
            <pc:sldMk cId="997793952" sldId="302"/>
            <ac:picMk id="8" creationId="{116B426D-AB37-4C77-93A3-0ED6368AE558}"/>
          </ac:picMkLst>
        </pc:picChg>
        <pc:picChg chg="add mod">
          <ac:chgData name="Pauline Smyth" userId="de5ce227-53e3-42c9-b7e0-2fb7785ba6f5" providerId="ADAL" clId="{BB0AB443-E31A-4426-9BCF-96FD10E87744}" dt="2022-01-05T21:36:58.975" v="1045" actId="14100"/>
          <ac:picMkLst>
            <pc:docMk/>
            <pc:sldMk cId="997793952" sldId="302"/>
            <ac:picMk id="10" creationId="{55A3C2AD-732C-4E18-8880-E9471A691CF2}"/>
          </ac:picMkLst>
        </pc:picChg>
      </pc:sldChg>
      <pc:sldChg chg="addSp delSp modSp add mod">
        <pc:chgData name="Pauline Smyth" userId="de5ce227-53e3-42c9-b7e0-2fb7785ba6f5" providerId="ADAL" clId="{BB0AB443-E31A-4426-9BCF-96FD10E87744}" dt="2022-01-05T21:38:38.326" v="1055" actId="14100"/>
        <pc:sldMkLst>
          <pc:docMk/>
          <pc:sldMk cId="4010133445" sldId="303"/>
        </pc:sldMkLst>
        <pc:spChg chg="del mod">
          <ac:chgData name="Pauline Smyth" userId="de5ce227-53e3-42c9-b7e0-2fb7785ba6f5" providerId="ADAL" clId="{BB0AB443-E31A-4426-9BCF-96FD10E87744}" dt="2022-01-05T21:38:25.253" v="1052" actId="478"/>
          <ac:spMkLst>
            <pc:docMk/>
            <pc:sldMk cId="4010133445" sldId="303"/>
            <ac:spMk id="2" creationId="{D49C97B1-F677-4C82-9865-227A9B7D2400}"/>
          </ac:spMkLst>
        </pc:spChg>
        <pc:spChg chg="del">
          <ac:chgData name="Pauline Smyth" userId="de5ce227-53e3-42c9-b7e0-2fb7785ba6f5" providerId="ADAL" clId="{BB0AB443-E31A-4426-9BCF-96FD10E87744}" dt="2022-01-05T21:38:15.646" v="1049" actId="478"/>
          <ac:spMkLst>
            <pc:docMk/>
            <pc:sldMk cId="4010133445" sldId="303"/>
            <ac:spMk id="9" creationId="{38F74A79-58DD-4F46-9125-B2B3909F09E4}"/>
          </ac:spMkLst>
        </pc:spChg>
        <pc:picChg chg="add mod">
          <ac:chgData name="Pauline Smyth" userId="de5ce227-53e3-42c9-b7e0-2fb7785ba6f5" providerId="ADAL" clId="{BB0AB443-E31A-4426-9BCF-96FD10E87744}" dt="2022-01-05T21:38:38.326" v="1055" actId="14100"/>
          <ac:picMkLst>
            <pc:docMk/>
            <pc:sldMk cId="4010133445" sldId="303"/>
            <ac:picMk id="4" creationId="{4B52DFFD-7027-45F8-84BE-C97E87442FC9}"/>
          </ac:picMkLst>
        </pc:picChg>
        <pc:picChg chg="del">
          <ac:chgData name="Pauline Smyth" userId="de5ce227-53e3-42c9-b7e0-2fb7785ba6f5" providerId="ADAL" clId="{BB0AB443-E31A-4426-9BCF-96FD10E87744}" dt="2022-01-05T21:38:17.667" v="1050" actId="478"/>
          <ac:picMkLst>
            <pc:docMk/>
            <pc:sldMk cId="4010133445" sldId="303"/>
            <ac:picMk id="8" creationId="{116B426D-AB37-4C77-93A3-0ED6368AE558}"/>
          </ac:picMkLst>
        </pc:picChg>
        <pc:picChg chg="del">
          <ac:chgData name="Pauline Smyth" userId="de5ce227-53e3-42c9-b7e0-2fb7785ba6f5" providerId="ADAL" clId="{BB0AB443-E31A-4426-9BCF-96FD10E87744}" dt="2022-01-05T21:38:19.539" v="1051" actId="478"/>
          <ac:picMkLst>
            <pc:docMk/>
            <pc:sldMk cId="4010133445" sldId="303"/>
            <ac:picMk id="10" creationId="{55A3C2AD-732C-4E18-8880-E9471A691CF2}"/>
          </ac:picMkLst>
        </pc:picChg>
      </pc:sldChg>
      <pc:sldChg chg="addSp delSp modSp add mod ord">
        <pc:chgData name="Pauline Smyth" userId="de5ce227-53e3-42c9-b7e0-2fb7785ba6f5" providerId="ADAL" clId="{BB0AB443-E31A-4426-9BCF-96FD10E87744}" dt="2022-01-05T21:54:53.642" v="1426" actId="20577"/>
        <pc:sldMkLst>
          <pc:docMk/>
          <pc:sldMk cId="1103014110" sldId="304"/>
        </pc:sldMkLst>
        <pc:spChg chg="mod">
          <ac:chgData name="Pauline Smyth" userId="de5ce227-53e3-42c9-b7e0-2fb7785ba6f5" providerId="ADAL" clId="{BB0AB443-E31A-4426-9BCF-96FD10E87744}" dt="2022-01-05T21:48:07.775" v="1169" actId="20577"/>
          <ac:spMkLst>
            <pc:docMk/>
            <pc:sldMk cId="1103014110" sldId="304"/>
            <ac:spMk id="2" creationId="{D49C97B1-F677-4C82-9865-227A9B7D2400}"/>
          </ac:spMkLst>
        </pc:spChg>
        <pc:spChg chg="mod">
          <ac:chgData name="Pauline Smyth" userId="de5ce227-53e3-42c9-b7e0-2fb7785ba6f5" providerId="ADAL" clId="{BB0AB443-E31A-4426-9BCF-96FD10E87744}" dt="2022-01-05T21:50:13.719" v="1307" actId="20577"/>
          <ac:spMkLst>
            <pc:docMk/>
            <pc:sldMk cId="1103014110" sldId="304"/>
            <ac:spMk id="9" creationId="{38F74A79-58DD-4F46-9125-B2B3909F09E4}"/>
          </ac:spMkLst>
        </pc:spChg>
        <pc:graphicFrameChg chg="add mod modGraphic">
          <ac:chgData name="Pauline Smyth" userId="de5ce227-53e3-42c9-b7e0-2fb7785ba6f5" providerId="ADAL" clId="{BB0AB443-E31A-4426-9BCF-96FD10E87744}" dt="2022-01-05T21:54:53.642" v="1426" actId="20577"/>
          <ac:graphicFrameMkLst>
            <pc:docMk/>
            <pc:sldMk cId="1103014110" sldId="304"/>
            <ac:graphicFrameMk id="5" creationId="{4CEBABAF-692D-448F-9634-3CE1E25C7E7B}"/>
          </ac:graphicFrameMkLst>
        </pc:graphicFrameChg>
        <pc:picChg chg="add mod">
          <ac:chgData name="Pauline Smyth" userId="de5ce227-53e3-42c9-b7e0-2fb7785ba6f5" providerId="ADAL" clId="{BB0AB443-E31A-4426-9BCF-96FD10E87744}" dt="2022-01-05T21:51:54.302" v="1312" actId="1076"/>
          <ac:picMkLst>
            <pc:docMk/>
            <pc:sldMk cId="1103014110" sldId="304"/>
            <ac:picMk id="4" creationId="{1D7AC31A-A3BA-4393-996E-988F13D58A45}"/>
          </ac:picMkLst>
        </pc:picChg>
        <pc:picChg chg="del">
          <ac:chgData name="Pauline Smyth" userId="de5ce227-53e3-42c9-b7e0-2fb7785ba6f5" providerId="ADAL" clId="{BB0AB443-E31A-4426-9BCF-96FD10E87744}" dt="2022-01-05T21:42:51.813" v="1080" actId="478"/>
          <ac:picMkLst>
            <pc:docMk/>
            <pc:sldMk cId="1103014110" sldId="304"/>
            <ac:picMk id="8" creationId="{116B426D-AB37-4C77-93A3-0ED6368AE558}"/>
          </ac:picMkLst>
        </pc:picChg>
        <pc:picChg chg="del">
          <ac:chgData name="Pauline Smyth" userId="de5ce227-53e3-42c9-b7e0-2fb7785ba6f5" providerId="ADAL" clId="{BB0AB443-E31A-4426-9BCF-96FD10E87744}" dt="2022-01-05T21:42:53.649" v="1081" actId="478"/>
          <ac:picMkLst>
            <pc:docMk/>
            <pc:sldMk cId="1103014110" sldId="304"/>
            <ac:picMk id="10" creationId="{55A3C2AD-732C-4E18-8880-E9471A691CF2}"/>
          </ac:picMkLst>
        </pc:picChg>
      </pc:sldChg>
      <pc:sldChg chg="addSp modSp add del mod">
        <pc:chgData name="Pauline Smyth" userId="de5ce227-53e3-42c9-b7e0-2fb7785ba6f5" providerId="ADAL" clId="{BB0AB443-E31A-4426-9BCF-96FD10E87744}" dt="2022-01-19T23:05:26.202" v="4718" actId="47"/>
        <pc:sldMkLst>
          <pc:docMk/>
          <pc:sldMk cId="3039401310" sldId="305"/>
        </pc:sldMkLst>
        <pc:spChg chg="mod">
          <ac:chgData name="Pauline Smyth" userId="de5ce227-53e3-42c9-b7e0-2fb7785ba6f5" providerId="ADAL" clId="{BB0AB443-E31A-4426-9BCF-96FD10E87744}" dt="2022-01-05T21:45:07.946" v="1103" actId="20577"/>
          <ac:spMkLst>
            <pc:docMk/>
            <pc:sldMk cId="3039401310" sldId="305"/>
            <ac:spMk id="2" creationId="{D49C97B1-F677-4C82-9865-227A9B7D2400}"/>
          </ac:spMkLst>
        </pc:spChg>
        <pc:spChg chg="mod">
          <ac:chgData name="Pauline Smyth" userId="de5ce227-53e3-42c9-b7e0-2fb7785ba6f5" providerId="ADAL" clId="{BB0AB443-E31A-4426-9BCF-96FD10E87744}" dt="2022-01-05T21:46:42.751" v="1152" actId="20577"/>
          <ac:spMkLst>
            <pc:docMk/>
            <pc:sldMk cId="3039401310" sldId="305"/>
            <ac:spMk id="9" creationId="{38F74A79-58DD-4F46-9125-B2B3909F09E4}"/>
          </ac:spMkLst>
        </pc:spChg>
        <pc:picChg chg="add mod">
          <ac:chgData name="Pauline Smyth" userId="de5ce227-53e3-42c9-b7e0-2fb7785ba6f5" providerId="ADAL" clId="{BB0AB443-E31A-4426-9BCF-96FD10E87744}" dt="2022-01-05T21:46:51.602" v="1153" actId="14100"/>
          <ac:picMkLst>
            <pc:docMk/>
            <pc:sldMk cId="3039401310" sldId="305"/>
            <ac:picMk id="5" creationId="{47BA6286-6A2E-468B-89CA-E4FCCA099B9F}"/>
          </ac:picMkLst>
        </pc:picChg>
      </pc:sldChg>
      <pc:sldChg chg="addSp modSp add mod">
        <pc:chgData name="Pauline Smyth" userId="de5ce227-53e3-42c9-b7e0-2fb7785ba6f5" providerId="ADAL" clId="{BB0AB443-E31A-4426-9BCF-96FD10E87744}" dt="2022-01-10T09:20:36.924" v="1903" actId="1076"/>
        <pc:sldMkLst>
          <pc:docMk/>
          <pc:sldMk cId="2345301691" sldId="306"/>
        </pc:sldMkLst>
        <pc:spChg chg="mod">
          <ac:chgData name="Pauline Smyth" userId="de5ce227-53e3-42c9-b7e0-2fb7785ba6f5" providerId="ADAL" clId="{BB0AB443-E31A-4426-9BCF-96FD10E87744}" dt="2022-01-10T09:19:53.950" v="1896" actId="20577"/>
          <ac:spMkLst>
            <pc:docMk/>
            <pc:sldMk cId="2345301691" sldId="306"/>
            <ac:spMk id="2" creationId="{D49C97B1-F677-4C82-9865-227A9B7D2400}"/>
          </ac:spMkLst>
        </pc:spChg>
        <pc:spChg chg="mod">
          <ac:chgData name="Pauline Smyth" userId="de5ce227-53e3-42c9-b7e0-2fb7785ba6f5" providerId="ADAL" clId="{BB0AB443-E31A-4426-9BCF-96FD10E87744}" dt="2022-01-10T09:19:58.419" v="1897" actId="6549"/>
          <ac:spMkLst>
            <pc:docMk/>
            <pc:sldMk cId="2345301691" sldId="306"/>
            <ac:spMk id="9" creationId="{38F74A79-58DD-4F46-9125-B2B3909F09E4}"/>
          </ac:spMkLst>
        </pc:spChg>
        <pc:picChg chg="add mod">
          <ac:chgData name="Pauline Smyth" userId="de5ce227-53e3-42c9-b7e0-2fb7785ba6f5" providerId="ADAL" clId="{BB0AB443-E31A-4426-9BCF-96FD10E87744}" dt="2022-01-10T09:20:31.711" v="1901" actId="1076"/>
          <ac:picMkLst>
            <pc:docMk/>
            <pc:sldMk cId="2345301691" sldId="306"/>
            <ac:picMk id="4" creationId="{E9187BCC-4D25-4C13-9D55-386A7E78C3A2}"/>
          </ac:picMkLst>
        </pc:picChg>
        <pc:picChg chg="add mod">
          <ac:chgData name="Pauline Smyth" userId="de5ce227-53e3-42c9-b7e0-2fb7785ba6f5" providerId="ADAL" clId="{BB0AB443-E31A-4426-9BCF-96FD10E87744}" dt="2022-01-10T09:20:36.924" v="1903" actId="1076"/>
          <ac:picMkLst>
            <pc:docMk/>
            <pc:sldMk cId="2345301691" sldId="306"/>
            <ac:picMk id="7" creationId="{B3973584-13FB-4512-B05C-E72936185930}"/>
          </ac:picMkLst>
        </pc:picChg>
      </pc:sldChg>
      <pc:sldChg chg="delSp modSp add mod">
        <pc:chgData name="Pauline Smyth" userId="de5ce227-53e3-42c9-b7e0-2fb7785ba6f5" providerId="ADAL" clId="{BB0AB443-E31A-4426-9BCF-96FD10E87744}" dt="2022-01-05T22:01:43.883" v="1677" actId="20577"/>
        <pc:sldMkLst>
          <pc:docMk/>
          <pc:sldMk cId="4003853466" sldId="307"/>
        </pc:sldMkLst>
        <pc:spChg chg="mod">
          <ac:chgData name="Pauline Smyth" userId="de5ce227-53e3-42c9-b7e0-2fb7785ba6f5" providerId="ADAL" clId="{BB0AB443-E31A-4426-9BCF-96FD10E87744}" dt="2022-01-05T22:01:43.883" v="1677" actId="20577"/>
          <ac:spMkLst>
            <pc:docMk/>
            <pc:sldMk cId="4003853466" sldId="307"/>
            <ac:spMk id="9" creationId="{38F74A79-58DD-4F46-9125-B2B3909F09E4}"/>
          </ac:spMkLst>
        </pc:spChg>
        <pc:graphicFrameChg chg="del">
          <ac:chgData name="Pauline Smyth" userId="de5ce227-53e3-42c9-b7e0-2fb7785ba6f5" providerId="ADAL" clId="{BB0AB443-E31A-4426-9BCF-96FD10E87744}" dt="2022-01-05T21:56:26.270" v="1483" actId="478"/>
          <ac:graphicFrameMkLst>
            <pc:docMk/>
            <pc:sldMk cId="4003853466" sldId="307"/>
            <ac:graphicFrameMk id="5" creationId="{4CEBABAF-692D-448F-9634-3CE1E25C7E7B}"/>
          </ac:graphicFrameMkLst>
        </pc:graphicFrameChg>
        <pc:picChg chg="mod">
          <ac:chgData name="Pauline Smyth" userId="de5ce227-53e3-42c9-b7e0-2fb7785ba6f5" providerId="ADAL" clId="{BB0AB443-E31A-4426-9BCF-96FD10E87744}" dt="2022-01-05T22:00:08.097" v="1572" actId="1076"/>
          <ac:picMkLst>
            <pc:docMk/>
            <pc:sldMk cId="4003853466" sldId="307"/>
            <ac:picMk id="4" creationId="{1D7AC31A-A3BA-4393-996E-988F13D58A45}"/>
          </ac:picMkLst>
        </pc:picChg>
      </pc:sldChg>
      <pc:sldChg chg="modSp add mod ord">
        <pc:chgData name="Pauline Smyth" userId="de5ce227-53e3-42c9-b7e0-2fb7785ba6f5" providerId="ADAL" clId="{BB0AB443-E31A-4426-9BCF-96FD10E87744}" dt="2022-01-05T22:06:15.217" v="1763" actId="20577"/>
        <pc:sldMkLst>
          <pc:docMk/>
          <pc:sldMk cId="1914714367" sldId="308"/>
        </pc:sldMkLst>
        <pc:spChg chg="mod">
          <ac:chgData name="Pauline Smyth" userId="de5ce227-53e3-42c9-b7e0-2fb7785ba6f5" providerId="ADAL" clId="{BB0AB443-E31A-4426-9BCF-96FD10E87744}" dt="2022-01-05T22:06:15.217" v="1763" actId="20577"/>
          <ac:spMkLst>
            <pc:docMk/>
            <pc:sldMk cId="1914714367" sldId="308"/>
            <ac:spMk id="4" creationId="{29AD4A91-7AB8-40C3-9C11-950FF5FC7DFC}"/>
          </ac:spMkLst>
        </pc:spChg>
      </pc:sldChg>
      <pc:sldChg chg="addSp delSp modSp add mod">
        <pc:chgData name="Pauline Smyth" userId="de5ce227-53e3-42c9-b7e0-2fb7785ba6f5" providerId="ADAL" clId="{BB0AB443-E31A-4426-9BCF-96FD10E87744}" dt="2022-01-05T22:16:03.731" v="1807" actId="20577"/>
        <pc:sldMkLst>
          <pc:docMk/>
          <pc:sldMk cId="2612307299" sldId="309"/>
        </pc:sldMkLst>
        <pc:spChg chg="add del mod">
          <ac:chgData name="Pauline Smyth" userId="de5ce227-53e3-42c9-b7e0-2fb7785ba6f5" providerId="ADAL" clId="{BB0AB443-E31A-4426-9BCF-96FD10E87744}" dt="2022-01-05T22:15:54.407" v="1804" actId="1076"/>
          <ac:spMkLst>
            <pc:docMk/>
            <pc:sldMk cId="2612307299" sldId="309"/>
            <ac:spMk id="2" creationId="{D49C97B1-F677-4C82-9865-227A9B7D2400}"/>
          </ac:spMkLst>
        </pc:spChg>
        <pc:spChg chg="add del mod">
          <ac:chgData name="Pauline Smyth" userId="de5ce227-53e3-42c9-b7e0-2fb7785ba6f5" providerId="ADAL" clId="{BB0AB443-E31A-4426-9BCF-96FD10E87744}" dt="2022-01-05T22:13:17.052" v="1772" actId="478"/>
          <ac:spMkLst>
            <pc:docMk/>
            <pc:sldMk cId="2612307299" sldId="309"/>
            <ac:spMk id="5" creationId="{0921EBB2-BD93-4FBF-842F-635BC945F7A1}"/>
          </ac:spMkLst>
        </pc:spChg>
        <pc:spChg chg="mod">
          <ac:chgData name="Pauline Smyth" userId="de5ce227-53e3-42c9-b7e0-2fb7785ba6f5" providerId="ADAL" clId="{BB0AB443-E31A-4426-9BCF-96FD10E87744}" dt="2022-01-05T22:16:03.731" v="1807" actId="20577"/>
          <ac:spMkLst>
            <pc:docMk/>
            <pc:sldMk cId="2612307299" sldId="309"/>
            <ac:spMk id="9" creationId="{38F74A79-58DD-4F46-9125-B2B3909F09E4}"/>
          </ac:spMkLst>
        </pc:spChg>
        <pc:picChg chg="del">
          <ac:chgData name="Pauline Smyth" userId="de5ce227-53e3-42c9-b7e0-2fb7785ba6f5" providerId="ADAL" clId="{BB0AB443-E31A-4426-9BCF-96FD10E87744}" dt="2022-01-05T22:12:56.648" v="1766" actId="478"/>
          <ac:picMkLst>
            <pc:docMk/>
            <pc:sldMk cId="2612307299" sldId="309"/>
            <ac:picMk id="4" creationId="{1D7AC31A-A3BA-4393-996E-988F13D58A45}"/>
          </ac:picMkLst>
        </pc:picChg>
        <pc:picChg chg="add mod">
          <ac:chgData name="Pauline Smyth" userId="de5ce227-53e3-42c9-b7e0-2fb7785ba6f5" providerId="ADAL" clId="{BB0AB443-E31A-4426-9BCF-96FD10E87744}" dt="2022-01-05T22:13:14.553" v="1770"/>
          <ac:picMkLst>
            <pc:docMk/>
            <pc:sldMk cId="2612307299" sldId="309"/>
            <ac:picMk id="8" creationId="{E295325F-6C4E-4F5A-BD2E-705DBE5E0491}"/>
          </ac:picMkLst>
        </pc:picChg>
        <pc:picChg chg="add mod">
          <ac:chgData name="Pauline Smyth" userId="de5ce227-53e3-42c9-b7e0-2fb7785ba6f5" providerId="ADAL" clId="{BB0AB443-E31A-4426-9BCF-96FD10E87744}" dt="2022-01-05T22:15:29.578" v="1799" actId="1076"/>
          <ac:picMkLst>
            <pc:docMk/>
            <pc:sldMk cId="2612307299" sldId="309"/>
            <ac:picMk id="10" creationId="{57E23271-4E72-45B0-AE17-86C6B9703CA2}"/>
          </ac:picMkLst>
        </pc:picChg>
      </pc:sldChg>
      <pc:sldChg chg="delSp modSp add mod">
        <pc:chgData name="Pauline Smyth" userId="de5ce227-53e3-42c9-b7e0-2fb7785ba6f5" providerId="ADAL" clId="{BB0AB443-E31A-4426-9BCF-96FD10E87744}" dt="2022-01-05T22:18:22.476" v="1814" actId="2710"/>
        <pc:sldMkLst>
          <pc:docMk/>
          <pc:sldMk cId="390066428" sldId="310"/>
        </pc:sldMkLst>
        <pc:spChg chg="mod">
          <ac:chgData name="Pauline Smyth" userId="de5ce227-53e3-42c9-b7e0-2fb7785ba6f5" providerId="ADAL" clId="{BB0AB443-E31A-4426-9BCF-96FD10E87744}" dt="2022-01-05T22:18:22.476" v="1814" actId="2710"/>
          <ac:spMkLst>
            <pc:docMk/>
            <pc:sldMk cId="390066428" sldId="310"/>
            <ac:spMk id="9" creationId="{38F74A79-58DD-4F46-9125-B2B3909F09E4}"/>
          </ac:spMkLst>
        </pc:spChg>
        <pc:picChg chg="del">
          <ac:chgData name="Pauline Smyth" userId="de5ce227-53e3-42c9-b7e0-2fb7785ba6f5" providerId="ADAL" clId="{BB0AB443-E31A-4426-9BCF-96FD10E87744}" dt="2022-01-05T22:17:10.227" v="1809" actId="478"/>
          <ac:picMkLst>
            <pc:docMk/>
            <pc:sldMk cId="390066428" sldId="310"/>
            <ac:picMk id="10" creationId="{57E23271-4E72-45B0-AE17-86C6B9703CA2}"/>
          </ac:picMkLst>
        </pc:picChg>
      </pc:sldChg>
      <pc:sldChg chg="delSp add del setBg delDesignElem">
        <pc:chgData name="Pauline Smyth" userId="de5ce227-53e3-42c9-b7e0-2fb7785ba6f5" providerId="ADAL" clId="{BB0AB443-E31A-4426-9BCF-96FD10E87744}" dt="2022-01-10T09:10:43.752" v="1840" actId="47"/>
        <pc:sldMkLst>
          <pc:docMk/>
          <pc:sldMk cId="2051106535" sldId="311"/>
        </pc:sldMkLst>
        <pc:spChg chg="del">
          <ac:chgData name="Pauline Smyth" userId="de5ce227-53e3-42c9-b7e0-2fb7785ba6f5" providerId="ADAL" clId="{BB0AB443-E31A-4426-9BCF-96FD10E87744}" dt="2022-01-10T09:10:39.345" v="1839"/>
          <ac:spMkLst>
            <pc:docMk/>
            <pc:sldMk cId="2051106535" sldId="311"/>
            <ac:spMk id="26" creationId="{1E94681D-2A4C-4A8D-B9B5-31D440D0328D}"/>
          </ac:spMkLst>
        </pc:spChg>
        <pc:spChg chg="del">
          <ac:chgData name="Pauline Smyth" userId="de5ce227-53e3-42c9-b7e0-2fb7785ba6f5" providerId="ADAL" clId="{BB0AB443-E31A-4426-9BCF-96FD10E87744}" dt="2022-01-10T09:10:39.345" v="1839"/>
          <ac:spMkLst>
            <pc:docMk/>
            <pc:sldMk cId="2051106535" sldId="311"/>
            <ac:spMk id="28" creationId="{FB65ABA3-820C-4D75-9437-9EFA1ADFE134}"/>
          </ac:spMkLst>
        </pc:spChg>
        <pc:spChg chg="del">
          <ac:chgData name="Pauline Smyth" userId="de5ce227-53e3-42c9-b7e0-2fb7785ba6f5" providerId="ADAL" clId="{BB0AB443-E31A-4426-9BCF-96FD10E87744}" dt="2022-01-10T09:10:39.345" v="1839"/>
          <ac:spMkLst>
            <pc:docMk/>
            <pc:sldMk cId="2051106535" sldId="311"/>
            <ac:spMk id="30" creationId="{036BF2FB-90D8-48DB-BD34-D040CDCFF208}"/>
          </ac:spMkLst>
        </pc:spChg>
        <pc:spChg chg="del">
          <ac:chgData name="Pauline Smyth" userId="de5ce227-53e3-42c9-b7e0-2fb7785ba6f5" providerId="ADAL" clId="{BB0AB443-E31A-4426-9BCF-96FD10E87744}" dt="2022-01-10T09:10:39.345" v="1839"/>
          <ac:spMkLst>
            <pc:docMk/>
            <pc:sldMk cId="2051106535" sldId="311"/>
            <ac:spMk id="32" creationId="{78632963-757B-40C2-BB84-FC6107A54DAD}"/>
          </ac:spMkLst>
        </pc:spChg>
        <pc:spChg chg="del">
          <ac:chgData name="Pauline Smyth" userId="de5ce227-53e3-42c9-b7e0-2fb7785ba6f5" providerId="ADAL" clId="{BB0AB443-E31A-4426-9BCF-96FD10E87744}" dt="2022-01-10T09:10:39.345" v="1839"/>
          <ac:spMkLst>
            <pc:docMk/>
            <pc:sldMk cId="2051106535" sldId="311"/>
            <ac:spMk id="34" creationId="{2853AE55-7E35-44B0-89F1-3F52B262AF33}"/>
          </ac:spMkLst>
        </pc:spChg>
        <pc:spChg chg="del">
          <ac:chgData name="Pauline Smyth" userId="de5ce227-53e3-42c9-b7e0-2fb7785ba6f5" providerId="ADAL" clId="{BB0AB443-E31A-4426-9BCF-96FD10E87744}" dt="2022-01-10T09:10:39.345" v="1839"/>
          <ac:spMkLst>
            <pc:docMk/>
            <pc:sldMk cId="2051106535" sldId="311"/>
            <ac:spMk id="36" creationId="{DBC4BE4D-4B50-4F51-9F85-4B5D60B02D81}"/>
          </ac:spMkLst>
        </pc:spChg>
      </pc:sldChg>
      <pc:sldChg chg="modSp add mod">
        <pc:chgData name="Pauline Smyth" userId="de5ce227-53e3-42c9-b7e0-2fb7785ba6f5" providerId="ADAL" clId="{BB0AB443-E31A-4426-9BCF-96FD10E87744}" dt="2022-01-10T10:42:02.591" v="2173" actId="20577"/>
        <pc:sldMkLst>
          <pc:docMk/>
          <pc:sldMk cId="3988102628" sldId="311"/>
        </pc:sldMkLst>
        <pc:spChg chg="mod">
          <ac:chgData name="Pauline Smyth" userId="de5ce227-53e3-42c9-b7e0-2fb7785ba6f5" providerId="ADAL" clId="{BB0AB443-E31A-4426-9BCF-96FD10E87744}" dt="2022-01-10T09:11:01.599" v="1849" actId="20577"/>
          <ac:spMkLst>
            <pc:docMk/>
            <pc:sldMk cId="3988102628" sldId="311"/>
            <ac:spMk id="3" creationId="{A7F5067F-B05A-4CB4-8FEF-12162F4FD7F8}"/>
          </ac:spMkLst>
        </pc:spChg>
        <pc:spChg chg="mod">
          <ac:chgData name="Pauline Smyth" userId="de5ce227-53e3-42c9-b7e0-2fb7785ba6f5" providerId="ADAL" clId="{BB0AB443-E31A-4426-9BCF-96FD10E87744}" dt="2022-01-10T10:42:02.591" v="2173" actId="20577"/>
          <ac:spMkLst>
            <pc:docMk/>
            <pc:sldMk cId="3988102628" sldId="311"/>
            <ac:spMk id="4" creationId="{29AD4A91-7AB8-40C3-9C11-950FF5FC7DFC}"/>
          </ac:spMkLst>
        </pc:spChg>
      </pc:sldChg>
      <pc:sldChg chg="modSp add del mod">
        <pc:chgData name="Pauline Smyth" userId="de5ce227-53e3-42c9-b7e0-2fb7785ba6f5" providerId="ADAL" clId="{BB0AB443-E31A-4426-9BCF-96FD10E87744}" dt="2022-01-12T21:48:40.353" v="2632" actId="47"/>
        <pc:sldMkLst>
          <pc:docMk/>
          <pc:sldMk cId="489343777" sldId="312"/>
        </pc:sldMkLst>
        <pc:spChg chg="mod">
          <ac:chgData name="Pauline Smyth" userId="de5ce227-53e3-42c9-b7e0-2fb7785ba6f5" providerId="ADAL" clId="{BB0AB443-E31A-4426-9BCF-96FD10E87744}" dt="2022-01-12T21:48:33.281" v="2630" actId="20577"/>
          <ac:spMkLst>
            <pc:docMk/>
            <pc:sldMk cId="489343777" sldId="312"/>
            <ac:spMk id="2" creationId="{D49C97B1-F677-4C82-9865-227A9B7D2400}"/>
          </ac:spMkLst>
        </pc:spChg>
        <pc:spChg chg="mod">
          <ac:chgData name="Pauline Smyth" userId="de5ce227-53e3-42c9-b7e0-2fb7785ba6f5" providerId="ADAL" clId="{BB0AB443-E31A-4426-9BCF-96FD10E87744}" dt="2022-01-12T21:46:29.334" v="2604" actId="21"/>
          <ac:spMkLst>
            <pc:docMk/>
            <pc:sldMk cId="489343777" sldId="312"/>
            <ac:spMk id="9" creationId="{38F74A79-58DD-4F46-9125-B2B3909F09E4}"/>
          </ac:spMkLst>
        </pc:spChg>
      </pc:sldChg>
      <pc:sldChg chg="addSp delSp modSp add mod">
        <pc:chgData name="Pauline Smyth" userId="de5ce227-53e3-42c9-b7e0-2fb7785ba6f5" providerId="ADAL" clId="{BB0AB443-E31A-4426-9BCF-96FD10E87744}" dt="2022-01-10T10:30:15.287" v="1951" actId="14100"/>
        <pc:sldMkLst>
          <pc:docMk/>
          <pc:sldMk cId="1989311542" sldId="313"/>
        </pc:sldMkLst>
        <pc:spChg chg="mod">
          <ac:chgData name="Pauline Smyth" userId="de5ce227-53e3-42c9-b7e0-2fb7785ba6f5" providerId="ADAL" clId="{BB0AB443-E31A-4426-9BCF-96FD10E87744}" dt="2022-01-10T09:30:04.217" v="1943" actId="20577"/>
          <ac:spMkLst>
            <pc:docMk/>
            <pc:sldMk cId="1989311542" sldId="313"/>
            <ac:spMk id="9" creationId="{38F74A79-58DD-4F46-9125-B2B3909F09E4}"/>
          </ac:spMkLst>
        </pc:spChg>
        <pc:picChg chg="del">
          <ac:chgData name="Pauline Smyth" userId="de5ce227-53e3-42c9-b7e0-2fb7785ba6f5" providerId="ADAL" clId="{BB0AB443-E31A-4426-9BCF-96FD10E87744}" dt="2022-01-10T09:22:34.081" v="1905" actId="478"/>
          <ac:picMkLst>
            <pc:docMk/>
            <pc:sldMk cId="1989311542" sldId="313"/>
            <ac:picMk id="4" creationId="{E9187BCC-4D25-4C13-9D55-386A7E78C3A2}"/>
          </ac:picMkLst>
        </pc:picChg>
        <pc:picChg chg="add mod">
          <ac:chgData name="Pauline Smyth" userId="de5ce227-53e3-42c9-b7e0-2fb7785ba6f5" providerId="ADAL" clId="{BB0AB443-E31A-4426-9BCF-96FD10E87744}" dt="2022-01-10T10:30:15.287" v="1951" actId="14100"/>
          <ac:picMkLst>
            <pc:docMk/>
            <pc:sldMk cId="1989311542" sldId="313"/>
            <ac:picMk id="5" creationId="{2CEBB899-21CE-4D6C-AE84-24A51DC11E04}"/>
          </ac:picMkLst>
        </pc:picChg>
        <pc:picChg chg="del">
          <ac:chgData name="Pauline Smyth" userId="de5ce227-53e3-42c9-b7e0-2fb7785ba6f5" providerId="ADAL" clId="{BB0AB443-E31A-4426-9BCF-96FD10E87744}" dt="2022-01-10T09:22:37.145" v="1906" actId="478"/>
          <ac:picMkLst>
            <pc:docMk/>
            <pc:sldMk cId="1989311542" sldId="313"/>
            <ac:picMk id="7" creationId="{B3973584-13FB-4512-B05C-E72936185930}"/>
          </ac:picMkLst>
        </pc:picChg>
        <pc:picChg chg="add del mod">
          <ac:chgData name="Pauline Smyth" userId="de5ce227-53e3-42c9-b7e0-2fb7785ba6f5" providerId="ADAL" clId="{BB0AB443-E31A-4426-9BCF-96FD10E87744}" dt="2022-01-10T10:29:19.240" v="1946" actId="478"/>
          <ac:picMkLst>
            <pc:docMk/>
            <pc:sldMk cId="1989311542" sldId="313"/>
            <ac:picMk id="8" creationId="{FB4FA3D1-7A96-49C7-88C7-C4252F508901}"/>
          </ac:picMkLst>
        </pc:picChg>
      </pc:sldChg>
      <pc:sldChg chg="addSp delSp modSp add mod modNotesTx">
        <pc:chgData name="Pauline Smyth" userId="de5ce227-53e3-42c9-b7e0-2fb7785ba6f5" providerId="ADAL" clId="{BB0AB443-E31A-4426-9BCF-96FD10E87744}" dt="2022-01-10T10:55:23.395" v="2278" actId="20577"/>
        <pc:sldMkLst>
          <pc:docMk/>
          <pc:sldMk cId="565275699" sldId="314"/>
        </pc:sldMkLst>
        <pc:spChg chg="del">
          <ac:chgData name="Pauline Smyth" userId="de5ce227-53e3-42c9-b7e0-2fb7785ba6f5" providerId="ADAL" clId="{BB0AB443-E31A-4426-9BCF-96FD10E87744}" dt="2022-01-10T10:32:16.812" v="1953" actId="478"/>
          <ac:spMkLst>
            <pc:docMk/>
            <pc:sldMk cId="565275699" sldId="314"/>
            <ac:spMk id="2" creationId="{D49C97B1-F677-4C82-9865-227A9B7D2400}"/>
          </ac:spMkLst>
        </pc:spChg>
        <pc:spChg chg="add mod">
          <ac:chgData name="Pauline Smyth" userId="de5ce227-53e3-42c9-b7e0-2fb7785ba6f5" providerId="ADAL" clId="{BB0AB443-E31A-4426-9BCF-96FD10E87744}" dt="2022-01-10T10:36:23.544" v="2037" actId="20577"/>
          <ac:spMkLst>
            <pc:docMk/>
            <pc:sldMk cId="565275699" sldId="314"/>
            <ac:spMk id="4" creationId="{346A2711-D918-4C96-9528-9FDC4A6332F8}"/>
          </ac:spMkLst>
        </pc:spChg>
        <pc:spChg chg="add del mod">
          <ac:chgData name="Pauline Smyth" userId="de5ce227-53e3-42c9-b7e0-2fb7785ba6f5" providerId="ADAL" clId="{BB0AB443-E31A-4426-9BCF-96FD10E87744}" dt="2022-01-10T10:32:22.545" v="1955" actId="478"/>
          <ac:spMkLst>
            <pc:docMk/>
            <pc:sldMk cId="565275699" sldId="314"/>
            <ac:spMk id="7" creationId="{3011573B-9DFC-4B3C-B866-5E5BB92B3CF7}"/>
          </ac:spMkLst>
        </pc:spChg>
        <pc:spChg chg="del">
          <ac:chgData name="Pauline Smyth" userId="de5ce227-53e3-42c9-b7e0-2fb7785ba6f5" providerId="ADAL" clId="{BB0AB443-E31A-4426-9BCF-96FD10E87744}" dt="2022-01-10T10:32:38.416" v="1958" actId="478"/>
          <ac:spMkLst>
            <pc:docMk/>
            <pc:sldMk cId="565275699" sldId="314"/>
            <ac:spMk id="9" creationId="{38F74A79-58DD-4F46-9125-B2B3909F09E4}"/>
          </ac:spMkLst>
        </pc:spChg>
        <pc:spChg chg="add del mod">
          <ac:chgData name="Pauline Smyth" userId="de5ce227-53e3-42c9-b7e0-2fb7785ba6f5" providerId="ADAL" clId="{BB0AB443-E31A-4426-9BCF-96FD10E87744}" dt="2022-01-10T10:32:32.286" v="1957" actId="478"/>
          <ac:spMkLst>
            <pc:docMk/>
            <pc:sldMk cId="565275699" sldId="314"/>
            <ac:spMk id="11" creationId="{2324611F-2329-4C3D-AFF8-A88AB50C5F83}"/>
          </ac:spMkLst>
        </pc:spChg>
        <pc:picChg chg="add del mod">
          <ac:chgData name="Pauline Smyth" userId="de5ce227-53e3-42c9-b7e0-2fb7785ba6f5" providerId="ADAL" clId="{BB0AB443-E31A-4426-9BCF-96FD10E87744}" dt="2022-01-10T10:33:59.904" v="1983" actId="1076"/>
          <ac:picMkLst>
            <pc:docMk/>
            <pc:sldMk cId="565275699" sldId="314"/>
            <ac:picMk id="6" creationId="{FDC0A5F4-FE96-4D3A-A9D6-A76F32BA6429}"/>
          </ac:picMkLst>
        </pc:picChg>
        <pc:picChg chg="del">
          <ac:chgData name="Pauline Smyth" userId="de5ce227-53e3-42c9-b7e0-2fb7785ba6f5" providerId="ADAL" clId="{BB0AB443-E31A-4426-9BCF-96FD10E87744}" dt="2022-01-10T10:30:48.689" v="1952" actId="478"/>
          <ac:picMkLst>
            <pc:docMk/>
            <pc:sldMk cId="565275699" sldId="314"/>
            <ac:picMk id="8" creationId="{FB4FA3D1-7A96-49C7-88C7-C4252F508901}"/>
          </ac:picMkLst>
        </pc:picChg>
        <pc:picChg chg="add mod">
          <ac:chgData name="Pauline Smyth" userId="de5ce227-53e3-42c9-b7e0-2fb7785ba6f5" providerId="ADAL" clId="{BB0AB443-E31A-4426-9BCF-96FD10E87744}" dt="2022-01-10T10:34:15.944" v="1986" actId="1076"/>
          <ac:picMkLst>
            <pc:docMk/>
            <pc:sldMk cId="565275699" sldId="314"/>
            <ac:picMk id="12" creationId="{B8CCD3EE-6161-4A96-8B02-04779718D8EE}"/>
          </ac:picMkLst>
        </pc:picChg>
      </pc:sldChg>
      <pc:sldChg chg="addSp delSp modSp add mod">
        <pc:chgData name="Pauline Smyth" userId="de5ce227-53e3-42c9-b7e0-2fb7785ba6f5" providerId="ADAL" clId="{BB0AB443-E31A-4426-9BCF-96FD10E87744}" dt="2022-01-10T10:37:40.437" v="2076" actId="14100"/>
        <pc:sldMkLst>
          <pc:docMk/>
          <pc:sldMk cId="1477215170" sldId="315"/>
        </pc:sldMkLst>
        <pc:spChg chg="mod">
          <ac:chgData name="Pauline Smyth" userId="de5ce227-53e3-42c9-b7e0-2fb7785ba6f5" providerId="ADAL" clId="{BB0AB443-E31A-4426-9BCF-96FD10E87744}" dt="2022-01-10T10:37:16.572" v="2074" actId="20577"/>
          <ac:spMkLst>
            <pc:docMk/>
            <pc:sldMk cId="1477215170" sldId="315"/>
            <ac:spMk id="4" creationId="{346A2711-D918-4C96-9528-9FDC4A6332F8}"/>
          </ac:spMkLst>
        </pc:spChg>
        <pc:picChg chg="add mod">
          <ac:chgData name="Pauline Smyth" userId="de5ce227-53e3-42c9-b7e0-2fb7785ba6f5" providerId="ADAL" clId="{BB0AB443-E31A-4426-9BCF-96FD10E87744}" dt="2022-01-10T10:37:40.437" v="2076" actId="14100"/>
          <ac:picMkLst>
            <pc:docMk/>
            <pc:sldMk cId="1477215170" sldId="315"/>
            <ac:picMk id="5" creationId="{22566517-F697-4C0A-BA49-78F0BE16DB4E}"/>
          </ac:picMkLst>
        </pc:picChg>
        <pc:picChg chg="del">
          <ac:chgData name="Pauline Smyth" userId="de5ce227-53e3-42c9-b7e0-2fb7785ba6f5" providerId="ADAL" clId="{BB0AB443-E31A-4426-9BCF-96FD10E87744}" dt="2022-01-10T10:36:31.278" v="2039" actId="478"/>
          <ac:picMkLst>
            <pc:docMk/>
            <pc:sldMk cId="1477215170" sldId="315"/>
            <ac:picMk id="12" creationId="{B8CCD3EE-6161-4A96-8B02-04779718D8EE}"/>
          </ac:picMkLst>
        </pc:picChg>
      </pc:sldChg>
      <pc:sldChg chg="addSp delSp modSp add mod ord">
        <pc:chgData name="Pauline Smyth" userId="de5ce227-53e3-42c9-b7e0-2fb7785ba6f5" providerId="ADAL" clId="{BB0AB443-E31A-4426-9BCF-96FD10E87744}" dt="2022-01-12T21:28:50.974" v="2517"/>
        <pc:sldMkLst>
          <pc:docMk/>
          <pc:sldMk cId="4229465356" sldId="316"/>
        </pc:sldMkLst>
        <pc:spChg chg="mod">
          <ac:chgData name="Pauline Smyth" userId="de5ce227-53e3-42c9-b7e0-2fb7785ba6f5" providerId="ADAL" clId="{BB0AB443-E31A-4426-9BCF-96FD10E87744}" dt="2022-01-10T10:39:50.741" v="2134" actId="20577"/>
          <ac:spMkLst>
            <pc:docMk/>
            <pc:sldMk cId="4229465356" sldId="316"/>
            <ac:spMk id="4" creationId="{346A2711-D918-4C96-9528-9FDC4A6332F8}"/>
          </ac:spMkLst>
        </pc:spChg>
        <pc:picChg chg="add mod">
          <ac:chgData name="Pauline Smyth" userId="de5ce227-53e3-42c9-b7e0-2fb7785ba6f5" providerId="ADAL" clId="{BB0AB443-E31A-4426-9BCF-96FD10E87744}" dt="2022-01-10T10:41:29.964" v="2140" actId="14100"/>
          <ac:picMkLst>
            <pc:docMk/>
            <pc:sldMk cId="4229465356" sldId="316"/>
            <ac:picMk id="3" creationId="{050CB7B3-0989-40F0-AE71-40002E78F99F}"/>
          </ac:picMkLst>
        </pc:picChg>
        <pc:picChg chg="del">
          <ac:chgData name="Pauline Smyth" userId="de5ce227-53e3-42c9-b7e0-2fb7785ba6f5" providerId="ADAL" clId="{BB0AB443-E31A-4426-9BCF-96FD10E87744}" dt="2022-01-10T10:39:24.512" v="2114" actId="478"/>
          <ac:picMkLst>
            <pc:docMk/>
            <pc:sldMk cId="4229465356" sldId="316"/>
            <ac:picMk id="5" creationId="{22566517-F697-4C0A-BA49-78F0BE16DB4E}"/>
          </ac:picMkLst>
        </pc:picChg>
        <pc:picChg chg="add mod">
          <ac:chgData name="Pauline Smyth" userId="de5ce227-53e3-42c9-b7e0-2fb7785ba6f5" providerId="ADAL" clId="{BB0AB443-E31A-4426-9BCF-96FD10E87744}" dt="2022-01-10T10:41:13.645" v="2136" actId="1076"/>
          <ac:picMkLst>
            <pc:docMk/>
            <pc:sldMk cId="4229465356" sldId="316"/>
            <ac:picMk id="7" creationId="{73E7ADDF-2B5D-47B1-BC46-08B317B14ABB}"/>
          </ac:picMkLst>
        </pc:picChg>
      </pc:sldChg>
      <pc:sldChg chg="addSp delSp modSp add mod modNotesTx">
        <pc:chgData name="Pauline Smyth" userId="de5ce227-53e3-42c9-b7e0-2fb7785ba6f5" providerId="ADAL" clId="{BB0AB443-E31A-4426-9BCF-96FD10E87744}" dt="2022-01-10T11:03:45.679" v="2318" actId="6549"/>
        <pc:sldMkLst>
          <pc:docMk/>
          <pc:sldMk cId="800008753" sldId="317"/>
        </pc:sldMkLst>
        <pc:spChg chg="mod">
          <ac:chgData name="Pauline Smyth" userId="de5ce227-53e3-42c9-b7e0-2fb7785ba6f5" providerId="ADAL" clId="{BB0AB443-E31A-4426-9BCF-96FD10E87744}" dt="2022-01-10T11:02:49.504" v="2315" actId="20577"/>
          <ac:spMkLst>
            <pc:docMk/>
            <pc:sldMk cId="800008753" sldId="317"/>
            <ac:spMk id="4" creationId="{346A2711-D918-4C96-9528-9FDC4A6332F8}"/>
          </ac:spMkLst>
        </pc:spChg>
        <pc:picChg chg="del">
          <ac:chgData name="Pauline Smyth" userId="de5ce227-53e3-42c9-b7e0-2fb7785ba6f5" providerId="ADAL" clId="{BB0AB443-E31A-4426-9BCF-96FD10E87744}" dt="2022-01-10T10:43:08.311" v="2188" actId="478"/>
          <ac:picMkLst>
            <pc:docMk/>
            <pc:sldMk cId="800008753" sldId="317"/>
            <ac:picMk id="3" creationId="{050CB7B3-0989-40F0-AE71-40002E78F99F}"/>
          </ac:picMkLst>
        </pc:picChg>
        <pc:picChg chg="del">
          <ac:chgData name="Pauline Smyth" userId="de5ce227-53e3-42c9-b7e0-2fb7785ba6f5" providerId="ADAL" clId="{BB0AB443-E31A-4426-9BCF-96FD10E87744}" dt="2022-01-10T10:43:06.483" v="2187" actId="478"/>
          <ac:picMkLst>
            <pc:docMk/>
            <pc:sldMk cId="800008753" sldId="317"/>
            <ac:picMk id="7" creationId="{73E7ADDF-2B5D-47B1-BC46-08B317B14ABB}"/>
          </ac:picMkLst>
        </pc:picChg>
        <pc:picChg chg="add mod">
          <ac:chgData name="Pauline Smyth" userId="de5ce227-53e3-42c9-b7e0-2fb7785ba6f5" providerId="ADAL" clId="{BB0AB443-E31A-4426-9BCF-96FD10E87744}" dt="2022-01-10T10:44:40.626" v="2193" actId="1076"/>
          <ac:picMkLst>
            <pc:docMk/>
            <pc:sldMk cId="800008753" sldId="317"/>
            <ac:picMk id="8" creationId="{AF839D47-C817-4ED4-AB28-55A9BEFD4A63}"/>
          </ac:picMkLst>
        </pc:picChg>
      </pc:sldChg>
      <pc:sldChg chg="addSp delSp modSp add mod">
        <pc:chgData name="Pauline Smyth" userId="de5ce227-53e3-42c9-b7e0-2fb7785ba6f5" providerId="ADAL" clId="{BB0AB443-E31A-4426-9BCF-96FD10E87744}" dt="2022-01-10T10:50:58.004" v="2275" actId="1076"/>
        <pc:sldMkLst>
          <pc:docMk/>
          <pc:sldMk cId="1870272812" sldId="318"/>
        </pc:sldMkLst>
        <pc:spChg chg="mod">
          <ac:chgData name="Pauline Smyth" userId="de5ce227-53e3-42c9-b7e0-2fb7785ba6f5" providerId="ADAL" clId="{BB0AB443-E31A-4426-9BCF-96FD10E87744}" dt="2022-01-10T10:50:58.004" v="2275" actId="1076"/>
          <ac:spMkLst>
            <pc:docMk/>
            <pc:sldMk cId="1870272812" sldId="318"/>
            <ac:spMk id="2" creationId="{D49C97B1-F677-4C82-9865-227A9B7D2400}"/>
          </ac:spMkLst>
        </pc:spChg>
        <pc:picChg chg="del">
          <ac:chgData name="Pauline Smyth" userId="de5ce227-53e3-42c9-b7e0-2fb7785ba6f5" providerId="ADAL" clId="{BB0AB443-E31A-4426-9BCF-96FD10E87744}" dt="2022-01-10T10:49:29.920" v="2226" actId="478"/>
          <ac:picMkLst>
            <pc:docMk/>
            <pc:sldMk cId="1870272812" sldId="318"/>
            <ac:picMk id="4" creationId="{E9187BCC-4D25-4C13-9D55-386A7E78C3A2}"/>
          </ac:picMkLst>
        </pc:picChg>
        <pc:picChg chg="del">
          <ac:chgData name="Pauline Smyth" userId="de5ce227-53e3-42c9-b7e0-2fb7785ba6f5" providerId="ADAL" clId="{BB0AB443-E31A-4426-9BCF-96FD10E87744}" dt="2022-01-10T10:49:32.246" v="2227" actId="478"/>
          <ac:picMkLst>
            <pc:docMk/>
            <pc:sldMk cId="1870272812" sldId="318"/>
            <ac:picMk id="7" creationId="{B3973584-13FB-4512-B05C-E72936185930}"/>
          </ac:picMkLst>
        </pc:picChg>
        <pc:picChg chg="add mod">
          <ac:chgData name="Pauline Smyth" userId="de5ce227-53e3-42c9-b7e0-2fb7785ba6f5" providerId="ADAL" clId="{BB0AB443-E31A-4426-9BCF-96FD10E87744}" dt="2022-01-10T10:50:50.096" v="2274" actId="14100"/>
          <ac:picMkLst>
            <pc:docMk/>
            <pc:sldMk cId="1870272812" sldId="318"/>
            <ac:picMk id="8" creationId="{1AC4BB19-7777-4653-91CE-51A6F76CEE71}"/>
          </ac:picMkLst>
        </pc:picChg>
      </pc:sldChg>
      <pc:sldChg chg="addSp delSp modSp add mod modNotesTx">
        <pc:chgData name="Pauline Smyth" userId="de5ce227-53e3-42c9-b7e0-2fb7785ba6f5" providerId="ADAL" clId="{BB0AB443-E31A-4426-9BCF-96FD10E87744}" dt="2022-01-10T11:26:26.732" v="2366" actId="27636"/>
        <pc:sldMkLst>
          <pc:docMk/>
          <pc:sldMk cId="33650988" sldId="319"/>
        </pc:sldMkLst>
        <pc:spChg chg="mod">
          <ac:chgData name="Pauline Smyth" userId="de5ce227-53e3-42c9-b7e0-2fb7785ba6f5" providerId="ADAL" clId="{BB0AB443-E31A-4426-9BCF-96FD10E87744}" dt="2022-01-10T11:26:26.732" v="2366" actId="27636"/>
          <ac:spMkLst>
            <pc:docMk/>
            <pc:sldMk cId="33650988" sldId="319"/>
            <ac:spMk id="4" creationId="{346A2711-D918-4C96-9528-9FDC4A6332F8}"/>
          </ac:spMkLst>
        </pc:spChg>
        <pc:picChg chg="add mod">
          <ac:chgData name="Pauline Smyth" userId="de5ce227-53e3-42c9-b7e0-2fb7785ba6f5" providerId="ADAL" clId="{BB0AB443-E31A-4426-9BCF-96FD10E87744}" dt="2022-01-10T11:06:03.411" v="2323" actId="14100"/>
          <ac:picMkLst>
            <pc:docMk/>
            <pc:sldMk cId="33650988" sldId="319"/>
            <ac:picMk id="3" creationId="{61FE2965-813A-47EB-9916-94B3FE0D60EB}"/>
          </ac:picMkLst>
        </pc:picChg>
        <pc:picChg chg="del">
          <ac:chgData name="Pauline Smyth" userId="de5ce227-53e3-42c9-b7e0-2fb7785ba6f5" providerId="ADAL" clId="{BB0AB443-E31A-4426-9BCF-96FD10E87744}" dt="2022-01-10T11:05:51.752" v="2320" actId="478"/>
          <ac:picMkLst>
            <pc:docMk/>
            <pc:sldMk cId="33650988" sldId="319"/>
            <ac:picMk id="8" creationId="{AF839D47-C817-4ED4-AB28-55A9BEFD4A63}"/>
          </ac:picMkLst>
        </pc:picChg>
      </pc:sldChg>
      <pc:sldChg chg="addSp delSp modSp add mod modNotesTx">
        <pc:chgData name="Pauline Smyth" userId="de5ce227-53e3-42c9-b7e0-2fb7785ba6f5" providerId="ADAL" clId="{BB0AB443-E31A-4426-9BCF-96FD10E87744}" dt="2022-01-10T11:26:21.061" v="2364" actId="27636"/>
        <pc:sldMkLst>
          <pc:docMk/>
          <pc:sldMk cId="1618009282" sldId="320"/>
        </pc:sldMkLst>
        <pc:spChg chg="mod">
          <ac:chgData name="Pauline Smyth" userId="de5ce227-53e3-42c9-b7e0-2fb7785ba6f5" providerId="ADAL" clId="{BB0AB443-E31A-4426-9BCF-96FD10E87744}" dt="2022-01-10T11:26:21.061" v="2364" actId="27636"/>
          <ac:spMkLst>
            <pc:docMk/>
            <pc:sldMk cId="1618009282" sldId="320"/>
            <ac:spMk id="4" creationId="{346A2711-D918-4C96-9528-9FDC4A6332F8}"/>
          </ac:spMkLst>
        </pc:spChg>
        <pc:spChg chg="add mod">
          <ac:chgData name="Pauline Smyth" userId="de5ce227-53e3-42c9-b7e0-2fb7785ba6f5" providerId="ADAL" clId="{BB0AB443-E31A-4426-9BCF-96FD10E87744}" dt="2022-01-10T11:08:28.430" v="2361" actId="12"/>
          <ac:spMkLst>
            <pc:docMk/>
            <pc:sldMk cId="1618009282" sldId="320"/>
            <ac:spMk id="7" creationId="{7AAD195A-80D1-4750-9A28-3C5ADA13EB7D}"/>
          </ac:spMkLst>
        </pc:spChg>
        <pc:picChg chg="del">
          <ac:chgData name="Pauline Smyth" userId="de5ce227-53e3-42c9-b7e0-2fb7785ba6f5" providerId="ADAL" clId="{BB0AB443-E31A-4426-9BCF-96FD10E87744}" dt="2022-01-10T11:06:47.800" v="2325" actId="478"/>
          <ac:picMkLst>
            <pc:docMk/>
            <pc:sldMk cId="1618009282" sldId="320"/>
            <ac:picMk id="3" creationId="{61FE2965-813A-47EB-9916-94B3FE0D60EB}"/>
          </ac:picMkLst>
        </pc:picChg>
        <pc:picChg chg="add mod">
          <ac:chgData name="Pauline Smyth" userId="de5ce227-53e3-42c9-b7e0-2fb7785ba6f5" providerId="ADAL" clId="{BB0AB443-E31A-4426-9BCF-96FD10E87744}" dt="2022-01-10T11:08:42.457" v="2362" actId="1076"/>
          <ac:picMkLst>
            <pc:docMk/>
            <pc:sldMk cId="1618009282" sldId="320"/>
            <ac:picMk id="5" creationId="{BB1307D2-3F9C-44EC-9659-5C8DFD29E1F5}"/>
          </ac:picMkLst>
        </pc:picChg>
      </pc:sldChg>
      <pc:sldChg chg="addSp delSp modSp add mod modNotesTx">
        <pc:chgData name="Pauline Smyth" userId="de5ce227-53e3-42c9-b7e0-2fb7785ba6f5" providerId="ADAL" clId="{BB0AB443-E31A-4426-9BCF-96FD10E87744}" dt="2022-01-10T11:48:05.443" v="2413" actId="20577"/>
        <pc:sldMkLst>
          <pc:docMk/>
          <pc:sldMk cId="508857468" sldId="321"/>
        </pc:sldMkLst>
        <pc:spChg chg="del mod">
          <ac:chgData name="Pauline Smyth" userId="de5ce227-53e3-42c9-b7e0-2fb7785ba6f5" providerId="ADAL" clId="{BB0AB443-E31A-4426-9BCF-96FD10E87744}" dt="2022-01-10T11:31:14.482" v="2380" actId="478"/>
          <ac:spMkLst>
            <pc:docMk/>
            <pc:sldMk cId="508857468" sldId="321"/>
            <ac:spMk id="4" creationId="{346A2711-D918-4C96-9528-9FDC4A6332F8}"/>
          </ac:spMkLst>
        </pc:spChg>
        <pc:spChg chg="del">
          <ac:chgData name="Pauline Smyth" userId="de5ce227-53e3-42c9-b7e0-2fb7785ba6f5" providerId="ADAL" clId="{BB0AB443-E31A-4426-9BCF-96FD10E87744}" dt="2022-01-10T11:29:33.803" v="2373" actId="478"/>
          <ac:spMkLst>
            <pc:docMk/>
            <pc:sldMk cId="508857468" sldId="321"/>
            <ac:spMk id="7" creationId="{7AAD195A-80D1-4750-9A28-3C5ADA13EB7D}"/>
          </ac:spMkLst>
        </pc:spChg>
        <pc:spChg chg="add del mod">
          <ac:chgData name="Pauline Smyth" userId="de5ce227-53e3-42c9-b7e0-2fb7785ba6f5" providerId="ADAL" clId="{BB0AB443-E31A-4426-9BCF-96FD10E87744}" dt="2022-01-10T11:31:45.125" v="2387" actId="478"/>
          <ac:spMkLst>
            <pc:docMk/>
            <pc:sldMk cId="508857468" sldId="321"/>
            <ac:spMk id="10" creationId="{2E12F9E6-ECA7-4CAD-BF89-D6347971BF64}"/>
          </ac:spMkLst>
        </pc:spChg>
        <pc:spChg chg="add del mod">
          <ac:chgData name="Pauline Smyth" userId="de5ce227-53e3-42c9-b7e0-2fb7785ba6f5" providerId="ADAL" clId="{BB0AB443-E31A-4426-9BCF-96FD10E87744}" dt="2022-01-10T11:31:27.358" v="2383" actId="478"/>
          <ac:spMkLst>
            <pc:docMk/>
            <pc:sldMk cId="508857468" sldId="321"/>
            <ac:spMk id="12" creationId="{B3F546E9-0ED3-47FD-B20C-B9341ECF6C04}"/>
          </ac:spMkLst>
        </pc:spChg>
        <pc:picChg chg="add mod">
          <ac:chgData name="Pauline Smyth" userId="de5ce227-53e3-42c9-b7e0-2fb7785ba6f5" providerId="ADAL" clId="{BB0AB443-E31A-4426-9BCF-96FD10E87744}" dt="2022-01-10T11:31:36.433" v="2385" actId="14100"/>
          <ac:picMkLst>
            <pc:docMk/>
            <pc:sldMk cId="508857468" sldId="321"/>
            <ac:picMk id="3" creationId="{440772BC-1A9A-4A43-8721-A9A569C38C03}"/>
          </ac:picMkLst>
        </pc:picChg>
        <pc:picChg chg="del">
          <ac:chgData name="Pauline Smyth" userId="de5ce227-53e3-42c9-b7e0-2fb7785ba6f5" providerId="ADAL" clId="{BB0AB443-E31A-4426-9BCF-96FD10E87744}" dt="2022-01-10T11:29:35.801" v="2374" actId="478"/>
          <ac:picMkLst>
            <pc:docMk/>
            <pc:sldMk cId="508857468" sldId="321"/>
            <ac:picMk id="5" creationId="{BB1307D2-3F9C-44EC-9659-5C8DFD29E1F5}"/>
          </ac:picMkLst>
        </pc:picChg>
        <pc:picChg chg="add del">
          <ac:chgData name="Pauline Smyth" userId="de5ce227-53e3-42c9-b7e0-2fb7785ba6f5" providerId="ADAL" clId="{BB0AB443-E31A-4426-9BCF-96FD10E87744}" dt="2022-01-10T11:31:27.358" v="2383" actId="478"/>
          <ac:picMkLst>
            <pc:docMk/>
            <pc:sldMk cId="508857468" sldId="321"/>
            <ac:picMk id="6" creationId="{FDC0A5F4-FE96-4D3A-A9D6-A76F32BA6429}"/>
          </ac:picMkLst>
        </pc:picChg>
        <pc:picChg chg="add mod">
          <ac:chgData name="Pauline Smyth" userId="de5ce227-53e3-42c9-b7e0-2fb7785ba6f5" providerId="ADAL" clId="{BB0AB443-E31A-4426-9BCF-96FD10E87744}" dt="2022-01-10T11:31:41.849" v="2386" actId="1076"/>
          <ac:picMkLst>
            <pc:docMk/>
            <pc:sldMk cId="508857468" sldId="321"/>
            <ac:picMk id="8" creationId="{EF035BB3-9F28-4614-AB86-3A63D5911C2C}"/>
          </ac:picMkLst>
        </pc:picChg>
      </pc:sldChg>
      <pc:sldChg chg="addSp delSp modSp add mod modNotesTx">
        <pc:chgData name="Pauline Smyth" userId="de5ce227-53e3-42c9-b7e0-2fb7785ba6f5" providerId="ADAL" clId="{BB0AB443-E31A-4426-9BCF-96FD10E87744}" dt="2022-01-10T11:47:17.806" v="2412" actId="20577"/>
        <pc:sldMkLst>
          <pc:docMk/>
          <pc:sldMk cId="4141708600" sldId="322"/>
        </pc:sldMkLst>
        <pc:spChg chg="add mod">
          <ac:chgData name="Pauline Smyth" userId="de5ce227-53e3-42c9-b7e0-2fb7785ba6f5" providerId="ADAL" clId="{BB0AB443-E31A-4426-9BCF-96FD10E87744}" dt="2022-01-10T11:42:15.565" v="2411" actId="403"/>
          <ac:spMkLst>
            <pc:docMk/>
            <pc:sldMk cId="4141708600" sldId="322"/>
            <ac:spMk id="2" creationId="{DF043A32-A69D-4ABB-9C49-208A0D9531D9}"/>
          </ac:spMkLst>
        </pc:spChg>
        <pc:picChg chg="del">
          <ac:chgData name="Pauline Smyth" userId="de5ce227-53e3-42c9-b7e0-2fb7785ba6f5" providerId="ADAL" clId="{BB0AB443-E31A-4426-9BCF-96FD10E87744}" dt="2022-01-10T11:40:50.455" v="2396" actId="478"/>
          <ac:picMkLst>
            <pc:docMk/>
            <pc:sldMk cId="4141708600" sldId="322"/>
            <ac:picMk id="3" creationId="{440772BC-1A9A-4A43-8721-A9A569C38C03}"/>
          </ac:picMkLst>
        </pc:picChg>
        <pc:picChg chg="add mod">
          <ac:chgData name="Pauline Smyth" userId="de5ce227-53e3-42c9-b7e0-2fb7785ba6f5" providerId="ADAL" clId="{BB0AB443-E31A-4426-9BCF-96FD10E87744}" dt="2022-01-10T11:41:52.833" v="2406" actId="1076"/>
          <ac:picMkLst>
            <pc:docMk/>
            <pc:sldMk cId="4141708600" sldId="322"/>
            <ac:picMk id="5" creationId="{DEF14237-64A7-432C-8857-EDE8C821D763}"/>
          </ac:picMkLst>
        </pc:picChg>
        <pc:picChg chg="mod">
          <ac:chgData name="Pauline Smyth" userId="de5ce227-53e3-42c9-b7e0-2fb7785ba6f5" providerId="ADAL" clId="{BB0AB443-E31A-4426-9BCF-96FD10E87744}" dt="2022-01-10T11:41:56.365" v="2407" actId="1076"/>
          <ac:picMkLst>
            <pc:docMk/>
            <pc:sldMk cId="4141708600" sldId="322"/>
            <ac:picMk id="8" creationId="{EF035BB3-9F28-4614-AB86-3A63D5911C2C}"/>
          </ac:picMkLst>
        </pc:picChg>
      </pc:sldChg>
      <pc:sldChg chg="addSp delSp modSp add mod modNotesTx">
        <pc:chgData name="Pauline Smyth" userId="de5ce227-53e3-42c9-b7e0-2fb7785ba6f5" providerId="ADAL" clId="{BB0AB443-E31A-4426-9BCF-96FD10E87744}" dt="2022-01-12T22:01:23.636" v="2958" actId="20577"/>
        <pc:sldMkLst>
          <pc:docMk/>
          <pc:sldMk cId="2087409564" sldId="323"/>
        </pc:sldMkLst>
        <pc:spChg chg="mod">
          <ac:chgData name="Pauline Smyth" userId="de5ce227-53e3-42c9-b7e0-2fb7785ba6f5" providerId="ADAL" clId="{BB0AB443-E31A-4426-9BCF-96FD10E87744}" dt="2022-01-10T11:53:39.267" v="2476" actId="20577"/>
          <ac:spMkLst>
            <pc:docMk/>
            <pc:sldMk cId="2087409564" sldId="323"/>
            <ac:spMk id="2" creationId="{DF043A32-A69D-4ABB-9C49-208A0D9531D9}"/>
          </ac:spMkLst>
        </pc:spChg>
        <pc:picChg chg="add mod">
          <ac:chgData name="Pauline Smyth" userId="de5ce227-53e3-42c9-b7e0-2fb7785ba6f5" providerId="ADAL" clId="{BB0AB443-E31A-4426-9BCF-96FD10E87744}" dt="2022-01-10T11:53:04.115" v="2426" actId="14100"/>
          <ac:picMkLst>
            <pc:docMk/>
            <pc:sldMk cId="2087409564" sldId="323"/>
            <ac:picMk id="4" creationId="{043ABBEA-27CA-4411-8260-E5105E4FFE30}"/>
          </ac:picMkLst>
        </pc:picChg>
        <pc:picChg chg="del">
          <ac:chgData name="Pauline Smyth" userId="de5ce227-53e3-42c9-b7e0-2fb7785ba6f5" providerId="ADAL" clId="{BB0AB443-E31A-4426-9BCF-96FD10E87744}" dt="2022-01-10T11:52:00.623" v="2416" actId="478"/>
          <ac:picMkLst>
            <pc:docMk/>
            <pc:sldMk cId="2087409564" sldId="323"/>
            <ac:picMk id="5" creationId="{DEF14237-64A7-432C-8857-EDE8C821D763}"/>
          </ac:picMkLst>
        </pc:picChg>
        <pc:picChg chg="mod">
          <ac:chgData name="Pauline Smyth" userId="de5ce227-53e3-42c9-b7e0-2fb7785ba6f5" providerId="ADAL" clId="{BB0AB443-E31A-4426-9BCF-96FD10E87744}" dt="2022-01-10T11:53:05.125" v="2427" actId="1076"/>
          <ac:picMkLst>
            <pc:docMk/>
            <pc:sldMk cId="2087409564" sldId="323"/>
            <ac:picMk id="6" creationId="{FDC0A5F4-FE96-4D3A-A9D6-A76F32BA6429}"/>
          </ac:picMkLst>
        </pc:picChg>
        <pc:picChg chg="del">
          <ac:chgData name="Pauline Smyth" userId="de5ce227-53e3-42c9-b7e0-2fb7785ba6f5" providerId="ADAL" clId="{BB0AB443-E31A-4426-9BCF-96FD10E87744}" dt="2022-01-10T11:51:58.808" v="2415" actId="478"/>
          <ac:picMkLst>
            <pc:docMk/>
            <pc:sldMk cId="2087409564" sldId="323"/>
            <ac:picMk id="8" creationId="{EF035BB3-9F28-4614-AB86-3A63D5911C2C}"/>
          </ac:picMkLst>
        </pc:picChg>
      </pc:sldChg>
      <pc:sldChg chg="modSp add mod ord">
        <pc:chgData name="Pauline Smyth" userId="de5ce227-53e3-42c9-b7e0-2fb7785ba6f5" providerId="ADAL" clId="{BB0AB443-E31A-4426-9BCF-96FD10E87744}" dt="2022-01-12T21:54:03.066" v="2718" actId="20577"/>
        <pc:sldMkLst>
          <pc:docMk/>
          <pc:sldMk cId="988359592" sldId="324"/>
        </pc:sldMkLst>
        <pc:spChg chg="mod">
          <ac:chgData name="Pauline Smyth" userId="de5ce227-53e3-42c9-b7e0-2fb7785ba6f5" providerId="ADAL" clId="{BB0AB443-E31A-4426-9BCF-96FD10E87744}" dt="2022-01-12T21:28:32.470" v="2514" actId="20577"/>
          <ac:spMkLst>
            <pc:docMk/>
            <pc:sldMk cId="988359592" sldId="324"/>
            <ac:spMk id="3" creationId="{A7F5067F-B05A-4CB4-8FEF-12162F4FD7F8}"/>
          </ac:spMkLst>
        </pc:spChg>
        <pc:spChg chg="mod">
          <ac:chgData name="Pauline Smyth" userId="de5ce227-53e3-42c9-b7e0-2fb7785ba6f5" providerId="ADAL" clId="{BB0AB443-E31A-4426-9BCF-96FD10E87744}" dt="2022-01-12T21:54:03.066" v="2718" actId="20577"/>
          <ac:spMkLst>
            <pc:docMk/>
            <pc:sldMk cId="988359592" sldId="324"/>
            <ac:spMk id="4" creationId="{29AD4A91-7AB8-40C3-9C11-950FF5FC7DFC}"/>
          </ac:spMkLst>
        </pc:spChg>
      </pc:sldChg>
      <pc:sldChg chg="add">
        <pc:chgData name="Pauline Smyth" userId="de5ce227-53e3-42c9-b7e0-2fb7785ba6f5" providerId="ADAL" clId="{BB0AB443-E31A-4426-9BCF-96FD10E87744}" dt="2022-01-12T21:28:48.059" v="2515" actId="2890"/>
        <pc:sldMkLst>
          <pc:docMk/>
          <pc:sldMk cId="4232204143" sldId="325"/>
        </pc:sldMkLst>
      </pc:sldChg>
      <pc:sldChg chg="addSp delSp modSp add mod modNotesTx">
        <pc:chgData name="Pauline Smyth" userId="de5ce227-53e3-42c9-b7e0-2fb7785ba6f5" providerId="ADAL" clId="{BB0AB443-E31A-4426-9BCF-96FD10E87744}" dt="2022-01-17T09:54:06.815" v="3778" actId="1076"/>
        <pc:sldMkLst>
          <pc:docMk/>
          <pc:sldMk cId="1243984185" sldId="326"/>
        </pc:sldMkLst>
        <pc:spChg chg="mod">
          <ac:chgData name="Pauline Smyth" userId="de5ce227-53e3-42c9-b7e0-2fb7785ba6f5" providerId="ADAL" clId="{BB0AB443-E31A-4426-9BCF-96FD10E87744}" dt="2022-01-14T11:52:56.612" v="3371" actId="20577"/>
          <ac:spMkLst>
            <pc:docMk/>
            <pc:sldMk cId="1243984185" sldId="326"/>
            <ac:spMk id="2" creationId="{DF043A32-A69D-4ABB-9C49-208A0D9531D9}"/>
          </ac:spMkLst>
        </pc:spChg>
        <pc:spChg chg="add mod">
          <ac:chgData name="Pauline Smyth" userId="de5ce227-53e3-42c9-b7e0-2fb7785ba6f5" providerId="ADAL" clId="{BB0AB443-E31A-4426-9BCF-96FD10E87744}" dt="2022-01-17T09:53:27.747" v="3773" actId="20577"/>
          <ac:spMkLst>
            <pc:docMk/>
            <pc:sldMk cId="1243984185" sldId="326"/>
            <ac:spMk id="3" creationId="{B1B13BE2-C77A-4831-AE56-2D3C363E7928}"/>
          </ac:spMkLst>
        </pc:spChg>
        <pc:spChg chg="add del mod">
          <ac:chgData name="Pauline Smyth" userId="de5ce227-53e3-42c9-b7e0-2fb7785ba6f5" providerId="ADAL" clId="{BB0AB443-E31A-4426-9BCF-96FD10E87744}" dt="2022-01-14T11:53:25.214" v="3374"/>
          <ac:spMkLst>
            <pc:docMk/>
            <pc:sldMk cId="1243984185" sldId="326"/>
            <ac:spMk id="7" creationId="{F1596004-FCA7-4545-8D35-BDE11938B66A}"/>
          </ac:spMkLst>
        </pc:spChg>
        <pc:picChg chg="del">
          <ac:chgData name="Pauline Smyth" userId="de5ce227-53e3-42c9-b7e0-2fb7785ba6f5" providerId="ADAL" clId="{BB0AB443-E31A-4426-9BCF-96FD10E87744}" dt="2022-01-12T21:45:54.737" v="2603" actId="478"/>
          <ac:picMkLst>
            <pc:docMk/>
            <pc:sldMk cId="1243984185" sldId="326"/>
            <ac:picMk id="4" creationId="{043ABBEA-27CA-4411-8260-E5105E4FFE30}"/>
          </ac:picMkLst>
        </pc:picChg>
        <pc:picChg chg="add mod">
          <ac:chgData name="Pauline Smyth" userId="de5ce227-53e3-42c9-b7e0-2fb7785ba6f5" providerId="ADAL" clId="{BB0AB443-E31A-4426-9BCF-96FD10E87744}" dt="2022-01-17T09:54:06.815" v="3778" actId="1076"/>
          <ac:picMkLst>
            <pc:docMk/>
            <pc:sldMk cId="1243984185" sldId="326"/>
            <ac:picMk id="5" creationId="{5D52A218-5040-4CBE-B5B0-D655B459D2CD}"/>
          </ac:picMkLst>
        </pc:picChg>
        <pc:picChg chg="mod">
          <ac:chgData name="Pauline Smyth" userId="de5ce227-53e3-42c9-b7e0-2fb7785ba6f5" providerId="ADAL" clId="{BB0AB443-E31A-4426-9BCF-96FD10E87744}" dt="2022-01-17T09:54:00.063" v="3776" actId="1076"/>
          <ac:picMkLst>
            <pc:docMk/>
            <pc:sldMk cId="1243984185" sldId="326"/>
            <ac:picMk id="6" creationId="{FDC0A5F4-FE96-4D3A-A9D6-A76F32BA6429}"/>
          </ac:picMkLst>
        </pc:picChg>
      </pc:sldChg>
      <pc:sldChg chg="addSp delSp modSp add mod modNotesTx">
        <pc:chgData name="Pauline Smyth" userId="de5ce227-53e3-42c9-b7e0-2fb7785ba6f5" providerId="ADAL" clId="{BB0AB443-E31A-4426-9BCF-96FD10E87744}" dt="2022-01-12T21:51:23.333" v="2659" actId="5793"/>
        <pc:sldMkLst>
          <pc:docMk/>
          <pc:sldMk cId="1483727809" sldId="327"/>
        </pc:sldMkLst>
        <pc:spChg chg="del">
          <ac:chgData name="Pauline Smyth" userId="de5ce227-53e3-42c9-b7e0-2fb7785ba6f5" providerId="ADAL" clId="{BB0AB443-E31A-4426-9BCF-96FD10E87744}" dt="2022-01-12T21:49:27.915" v="2636" actId="478"/>
          <ac:spMkLst>
            <pc:docMk/>
            <pc:sldMk cId="1483727809" sldId="327"/>
            <ac:spMk id="2" creationId="{DF043A32-A69D-4ABB-9C49-208A0D9531D9}"/>
          </ac:spMkLst>
        </pc:spChg>
        <pc:spChg chg="del">
          <ac:chgData name="Pauline Smyth" userId="de5ce227-53e3-42c9-b7e0-2fb7785ba6f5" providerId="ADAL" clId="{BB0AB443-E31A-4426-9BCF-96FD10E87744}" dt="2022-01-12T21:48:45.817" v="2633" actId="478"/>
          <ac:spMkLst>
            <pc:docMk/>
            <pc:sldMk cId="1483727809" sldId="327"/>
            <ac:spMk id="7" creationId="{F1596004-FCA7-4545-8D35-BDE11938B66A}"/>
          </ac:spMkLst>
        </pc:spChg>
        <pc:graphicFrameChg chg="add del mod modGraphic">
          <ac:chgData name="Pauline Smyth" userId="de5ce227-53e3-42c9-b7e0-2fb7785ba6f5" providerId="ADAL" clId="{BB0AB443-E31A-4426-9BCF-96FD10E87744}" dt="2022-01-12T21:50:42.386" v="2647" actId="478"/>
          <ac:graphicFrameMkLst>
            <pc:docMk/>
            <pc:sldMk cId="1483727809" sldId="327"/>
            <ac:graphicFrameMk id="3" creationId="{B393E335-F669-4A27-913C-72C3B732CF2C}"/>
          </ac:graphicFrameMkLst>
        </pc:graphicFrameChg>
        <pc:picChg chg="add mod">
          <ac:chgData name="Pauline Smyth" userId="de5ce227-53e3-42c9-b7e0-2fb7785ba6f5" providerId="ADAL" clId="{BB0AB443-E31A-4426-9BCF-96FD10E87744}" dt="2022-01-12T21:50:54.621" v="2650" actId="14100"/>
          <ac:picMkLst>
            <pc:docMk/>
            <pc:sldMk cId="1483727809" sldId="327"/>
            <ac:picMk id="5" creationId="{18DA8C71-7E3E-429C-AA4C-C1502E2836B3}"/>
          </ac:picMkLst>
        </pc:picChg>
      </pc:sldChg>
      <pc:sldChg chg="addSp modSp add mod ord">
        <pc:chgData name="Pauline Smyth" userId="de5ce227-53e3-42c9-b7e0-2fb7785ba6f5" providerId="ADAL" clId="{BB0AB443-E31A-4426-9BCF-96FD10E87744}" dt="2022-01-12T21:53:26.309" v="2676" actId="1076"/>
        <pc:sldMkLst>
          <pc:docMk/>
          <pc:sldMk cId="138871415" sldId="328"/>
        </pc:sldMkLst>
        <pc:spChg chg="mod">
          <ac:chgData name="Pauline Smyth" userId="de5ce227-53e3-42c9-b7e0-2fb7785ba6f5" providerId="ADAL" clId="{BB0AB443-E31A-4426-9BCF-96FD10E87744}" dt="2022-01-12T21:52:46.797" v="2672" actId="1076"/>
          <ac:spMkLst>
            <pc:docMk/>
            <pc:sldMk cId="138871415" sldId="328"/>
            <ac:spMk id="7" creationId="{F1596004-FCA7-4545-8D35-BDE11938B66A}"/>
          </ac:spMkLst>
        </pc:spChg>
        <pc:picChg chg="add mod">
          <ac:chgData name="Pauline Smyth" userId="de5ce227-53e3-42c9-b7e0-2fb7785ba6f5" providerId="ADAL" clId="{BB0AB443-E31A-4426-9BCF-96FD10E87744}" dt="2022-01-12T21:53:26.309" v="2676" actId="1076"/>
          <ac:picMkLst>
            <pc:docMk/>
            <pc:sldMk cId="138871415" sldId="328"/>
            <ac:picMk id="4" creationId="{CAEFF783-FA4E-4926-940E-F72B58831421}"/>
          </ac:picMkLst>
        </pc:picChg>
        <pc:picChg chg="mod">
          <ac:chgData name="Pauline Smyth" userId="de5ce227-53e3-42c9-b7e0-2fb7785ba6f5" providerId="ADAL" clId="{BB0AB443-E31A-4426-9BCF-96FD10E87744}" dt="2022-01-12T21:52:41.368" v="2671" actId="1076"/>
          <ac:picMkLst>
            <pc:docMk/>
            <pc:sldMk cId="138871415" sldId="328"/>
            <ac:picMk id="6" creationId="{FDC0A5F4-FE96-4D3A-A9D6-A76F32BA6429}"/>
          </ac:picMkLst>
        </pc:picChg>
      </pc:sldChg>
      <pc:sldChg chg="addSp delSp modSp add mod modNotesTx">
        <pc:chgData name="Pauline Smyth" userId="de5ce227-53e3-42c9-b7e0-2fb7785ba6f5" providerId="ADAL" clId="{BB0AB443-E31A-4426-9BCF-96FD10E87744}" dt="2022-01-12T22:15:12.198" v="3259" actId="6549"/>
        <pc:sldMkLst>
          <pc:docMk/>
          <pc:sldMk cId="1628162290" sldId="329"/>
        </pc:sldMkLst>
        <pc:spChg chg="mod">
          <ac:chgData name="Pauline Smyth" userId="de5ce227-53e3-42c9-b7e0-2fb7785ba6f5" providerId="ADAL" clId="{BB0AB443-E31A-4426-9BCF-96FD10E87744}" dt="2022-01-12T22:13:05.680" v="3240" actId="20577"/>
          <ac:spMkLst>
            <pc:docMk/>
            <pc:sldMk cId="1628162290" sldId="329"/>
            <ac:spMk id="2" creationId="{DF043A32-A69D-4ABB-9C49-208A0D9531D9}"/>
          </ac:spMkLst>
        </pc:spChg>
        <pc:spChg chg="mod">
          <ac:chgData name="Pauline Smyth" userId="de5ce227-53e3-42c9-b7e0-2fb7785ba6f5" providerId="ADAL" clId="{BB0AB443-E31A-4426-9BCF-96FD10E87744}" dt="2022-01-12T22:14:19.264" v="3245" actId="20577"/>
          <ac:spMkLst>
            <pc:docMk/>
            <pc:sldMk cId="1628162290" sldId="329"/>
            <ac:spMk id="7" creationId="{F1596004-FCA7-4545-8D35-BDE11938B66A}"/>
          </ac:spMkLst>
        </pc:spChg>
        <pc:graphicFrameChg chg="add mod modGraphic">
          <ac:chgData name="Pauline Smyth" userId="de5ce227-53e3-42c9-b7e0-2fb7785ba6f5" providerId="ADAL" clId="{BB0AB443-E31A-4426-9BCF-96FD10E87744}" dt="2022-01-12T22:15:01.270" v="3258" actId="20577"/>
          <ac:graphicFrameMkLst>
            <pc:docMk/>
            <pc:sldMk cId="1628162290" sldId="329"/>
            <ac:graphicFrameMk id="3" creationId="{4F71020E-B524-4803-A6CB-66C03EF9FEE2}"/>
          </ac:graphicFrameMkLst>
        </pc:graphicFrameChg>
        <pc:picChg chg="del">
          <ac:chgData name="Pauline Smyth" userId="de5ce227-53e3-42c9-b7e0-2fb7785ba6f5" providerId="ADAL" clId="{BB0AB443-E31A-4426-9BCF-96FD10E87744}" dt="2022-01-12T21:56:09.916" v="2743" actId="478"/>
          <ac:picMkLst>
            <pc:docMk/>
            <pc:sldMk cId="1628162290" sldId="329"/>
            <ac:picMk id="4" creationId="{CAEFF783-FA4E-4926-940E-F72B58831421}"/>
          </ac:picMkLst>
        </pc:picChg>
      </pc:sldChg>
      <pc:sldChg chg="addSp delSp modSp add mod modNotesTx">
        <pc:chgData name="Pauline Smyth" userId="de5ce227-53e3-42c9-b7e0-2fb7785ba6f5" providerId="ADAL" clId="{BB0AB443-E31A-4426-9BCF-96FD10E87744}" dt="2022-01-12T22:17:35.198" v="3272"/>
        <pc:sldMkLst>
          <pc:docMk/>
          <pc:sldMk cId="2965324063" sldId="330"/>
        </pc:sldMkLst>
        <pc:spChg chg="mod">
          <ac:chgData name="Pauline Smyth" userId="de5ce227-53e3-42c9-b7e0-2fb7785ba6f5" providerId="ADAL" clId="{BB0AB443-E31A-4426-9BCF-96FD10E87744}" dt="2022-01-12T22:13:19.489" v="3243" actId="6549"/>
          <ac:spMkLst>
            <pc:docMk/>
            <pc:sldMk cId="2965324063" sldId="330"/>
            <ac:spMk id="2" creationId="{DF043A32-A69D-4ABB-9C49-208A0D9531D9}"/>
          </ac:spMkLst>
        </pc:spChg>
        <pc:spChg chg="mod">
          <ac:chgData name="Pauline Smyth" userId="de5ce227-53e3-42c9-b7e0-2fb7785ba6f5" providerId="ADAL" clId="{BB0AB443-E31A-4426-9BCF-96FD10E87744}" dt="2022-01-12T22:11:17.154" v="3226" actId="6549"/>
          <ac:spMkLst>
            <pc:docMk/>
            <pc:sldMk cId="2965324063" sldId="330"/>
            <ac:spMk id="7" creationId="{F1596004-FCA7-4545-8D35-BDE11938B66A}"/>
          </ac:spMkLst>
        </pc:spChg>
        <pc:spChg chg="add del mod">
          <ac:chgData name="Pauline Smyth" userId="de5ce227-53e3-42c9-b7e0-2fb7785ba6f5" providerId="ADAL" clId="{BB0AB443-E31A-4426-9BCF-96FD10E87744}" dt="2022-01-12T22:17:20.991" v="3268" actId="478"/>
          <ac:spMkLst>
            <pc:docMk/>
            <pc:sldMk cId="2965324063" sldId="330"/>
            <ac:spMk id="8" creationId="{34AFE9EF-71E6-401B-94A0-D35AFF761414}"/>
          </ac:spMkLst>
        </pc:spChg>
        <pc:picChg chg="add mod">
          <ac:chgData name="Pauline Smyth" userId="de5ce227-53e3-42c9-b7e0-2fb7785ba6f5" providerId="ADAL" clId="{BB0AB443-E31A-4426-9BCF-96FD10E87744}" dt="2022-01-12T22:17:31.018" v="3271" actId="14100"/>
          <ac:picMkLst>
            <pc:docMk/>
            <pc:sldMk cId="2965324063" sldId="330"/>
            <ac:picMk id="9" creationId="{9F952855-E048-49D7-9785-06063FC0DF5B}"/>
          </ac:picMkLst>
        </pc:picChg>
      </pc:sldChg>
      <pc:sldChg chg="addSp delSp modSp add mod modNotesTx">
        <pc:chgData name="Pauline Smyth" userId="de5ce227-53e3-42c9-b7e0-2fb7785ba6f5" providerId="ADAL" clId="{BB0AB443-E31A-4426-9BCF-96FD10E87744}" dt="2022-01-12T22:20:30.133" v="3301" actId="6549"/>
        <pc:sldMkLst>
          <pc:docMk/>
          <pc:sldMk cId="3009456408" sldId="331"/>
        </pc:sldMkLst>
        <pc:spChg chg="mod">
          <ac:chgData name="Pauline Smyth" userId="de5ce227-53e3-42c9-b7e0-2fb7785ba6f5" providerId="ADAL" clId="{BB0AB443-E31A-4426-9BCF-96FD10E87744}" dt="2022-01-12T22:18:45.110" v="3279" actId="20577"/>
          <ac:spMkLst>
            <pc:docMk/>
            <pc:sldMk cId="3009456408" sldId="331"/>
            <ac:spMk id="2" creationId="{DF043A32-A69D-4ABB-9C49-208A0D9531D9}"/>
          </ac:spMkLst>
        </pc:spChg>
        <pc:spChg chg="add del mod">
          <ac:chgData name="Pauline Smyth" userId="de5ce227-53e3-42c9-b7e0-2fb7785ba6f5" providerId="ADAL" clId="{BB0AB443-E31A-4426-9BCF-96FD10E87744}" dt="2022-01-12T22:19:06.513" v="3284" actId="22"/>
          <ac:spMkLst>
            <pc:docMk/>
            <pc:sldMk cId="3009456408" sldId="331"/>
            <ac:spMk id="8" creationId="{575CF175-7389-4819-B674-EA9E7721C552}"/>
          </ac:spMkLst>
        </pc:spChg>
        <pc:spChg chg="add mod">
          <ac:chgData name="Pauline Smyth" userId="de5ce227-53e3-42c9-b7e0-2fb7785ba6f5" providerId="ADAL" clId="{BB0AB443-E31A-4426-9BCF-96FD10E87744}" dt="2022-01-12T22:20:15.452" v="3300" actId="1076"/>
          <ac:spMkLst>
            <pc:docMk/>
            <pc:sldMk cId="3009456408" sldId="331"/>
            <ac:spMk id="10" creationId="{7A1380A8-F298-4DDE-8A76-963D73F2E6AF}"/>
          </ac:spMkLst>
        </pc:spChg>
        <pc:picChg chg="del">
          <ac:chgData name="Pauline Smyth" userId="de5ce227-53e3-42c9-b7e0-2fb7785ba6f5" providerId="ADAL" clId="{BB0AB443-E31A-4426-9BCF-96FD10E87744}" dt="2022-01-12T22:18:47.297" v="3280" actId="478"/>
          <ac:picMkLst>
            <pc:docMk/>
            <pc:sldMk cId="3009456408" sldId="331"/>
            <ac:picMk id="9" creationId="{9F952855-E048-49D7-9785-06063FC0DF5B}"/>
          </ac:picMkLst>
        </pc:picChg>
      </pc:sldChg>
      <pc:sldChg chg="addSp delSp modSp add mod modNotesTx">
        <pc:chgData name="Pauline Smyth" userId="de5ce227-53e3-42c9-b7e0-2fb7785ba6f5" providerId="ADAL" clId="{BB0AB443-E31A-4426-9BCF-96FD10E87744}" dt="2022-01-12T22:22:39.964" v="3320" actId="6549"/>
        <pc:sldMkLst>
          <pc:docMk/>
          <pc:sldMk cId="1391923963" sldId="332"/>
        </pc:sldMkLst>
        <pc:spChg chg="mod">
          <ac:chgData name="Pauline Smyth" userId="de5ce227-53e3-42c9-b7e0-2fb7785ba6f5" providerId="ADAL" clId="{BB0AB443-E31A-4426-9BCF-96FD10E87744}" dt="2022-01-12T22:20:46.740" v="3303" actId="20577"/>
          <ac:spMkLst>
            <pc:docMk/>
            <pc:sldMk cId="1391923963" sldId="332"/>
            <ac:spMk id="2" creationId="{DF043A32-A69D-4ABB-9C49-208A0D9531D9}"/>
          </ac:spMkLst>
        </pc:spChg>
        <pc:spChg chg="add mod">
          <ac:chgData name="Pauline Smyth" userId="de5ce227-53e3-42c9-b7e0-2fb7785ba6f5" providerId="ADAL" clId="{BB0AB443-E31A-4426-9BCF-96FD10E87744}" dt="2022-01-12T22:22:39.964" v="3320" actId="6549"/>
          <ac:spMkLst>
            <pc:docMk/>
            <pc:sldMk cId="1391923963" sldId="332"/>
            <ac:spMk id="9" creationId="{D5EDC1A1-435A-4825-B3F4-254BF0227815}"/>
          </ac:spMkLst>
        </pc:spChg>
        <pc:spChg chg="del">
          <ac:chgData name="Pauline Smyth" userId="de5ce227-53e3-42c9-b7e0-2fb7785ba6f5" providerId="ADAL" clId="{BB0AB443-E31A-4426-9BCF-96FD10E87744}" dt="2022-01-12T22:21:16.897" v="3305" actId="478"/>
          <ac:spMkLst>
            <pc:docMk/>
            <pc:sldMk cId="1391923963" sldId="332"/>
            <ac:spMk id="10" creationId="{7A1380A8-F298-4DDE-8A76-963D73F2E6AF}"/>
          </ac:spMkLst>
        </pc:spChg>
        <pc:picChg chg="add mod">
          <ac:chgData name="Pauline Smyth" userId="de5ce227-53e3-42c9-b7e0-2fb7785ba6f5" providerId="ADAL" clId="{BB0AB443-E31A-4426-9BCF-96FD10E87744}" dt="2022-01-12T22:22:11.005" v="3312" actId="1076"/>
          <ac:picMkLst>
            <pc:docMk/>
            <pc:sldMk cId="1391923963" sldId="332"/>
            <ac:picMk id="8" creationId="{7002C95E-9B19-47CF-880F-21EDF14CDC9F}"/>
          </ac:picMkLst>
        </pc:picChg>
      </pc:sldChg>
      <pc:sldChg chg="add del">
        <pc:chgData name="Pauline Smyth" userId="de5ce227-53e3-42c9-b7e0-2fb7785ba6f5" providerId="ADAL" clId="{BB0AB443-E31A-4426-9BCF-96FD10E87744}" dt="2022-01-19T23:04:27.705" v="4717" actId="47"/>
        <pc:sldMkLst>
          <pc:docMk/>
          <pc:sldMk cId="407708987" sldId="333"/>
        </pc:sldMkLst>
      </pc:sldChg>
      <pc:sldChg chg="addSp modSp add mod">
        <pc:chgData name="Pauline Smyth" userId="de5ce227-53e3-42c9-b7e0-2fb7785ba6f5" providerId="ADAL" clId="{BB0AB443-E31A-4426-9BCF-96FD10E87744}" dt="2022-01-17T10:37:10.805" v="4014" actId="1076"/>
        <pc:sldMkLst>
          <pc:docMk/>
          <pc:sldMk cId="3476617326" sldId="334"/>
        </pc:sldMkLst>
        <pc:spChg chg="mod">
          <ac:chgData name="Pauline Smyth" userId="de5ce227-53e3-42c9-b7e0-2fb7785ba6f5" providerId="ADAL" clId="{BB0AB443-E31A-4426-9BCF-96FD10E87744}" dt="2022-01-14T11:53:52.931" v="3402" actId="20577"/>
          <ac:spMkLst>
            <pc:docMk/>
            <pc:sldMk cId="3476617326" sldId="334"/>
            <ac:spMk id="2" creationId="{DF043A32-A69D-4ABB-9C49-208A0D9531D9}"/>
          </ac:spMkLst>
        </pc:spChg>
        <pc:spChg chg="add mod">
          <ac:chgData name="Pauline Smyth" userId="de5ce227-53e3-42c9-b7e0-2fb7785ba6f5" providerId="ADAL" clId="{BB0AB443-E31A-4426-9BCF-96FD10E87744}" dt="2022-01-17T10:32:02.715" v="4010" actId="20577"/>
          <ac:spMkLst>
            <pc:docMk/>
            <pc:sldMk cId="3476617326" sldId="334"/>
            <ac:spMk id="4" creationId="{8D8D6BA0-10D1-464E-8D5C-47E532979981}"/>
          </ac:spMkLst>
        </pc:spChg>
        <pc:picChg chg="add mod">
          <ac:chgData name="Pauline Smyth" userId="de5ce227-53e3-42c9-b7e0-2fb7785ba6f5" providerId="ADAL" clId="{BB0AB443-E31A-4426-9BCF-96FD10E87744}" dt="2022-01-17T10:37:10.805" v="4014" actId="1076"/>
          <ac:picMkLst>
            <pc:docMk/>
            <pc:sldMk cId="3476617326" sldId="334"/>
            <ac:picMk id="5" creationId="{A1352E4C-384E-492B-88F6-C78EF204F146}"/>
          </ac:picMkLst>
        </pc:picChg>
      </pc:sldChg>
      <pc:sldChg chg="addSp modSp add mod">
        <pc:chgData name="Pauline Smyth" userId="de5ce227-53e3-42c9-b7e0-2fb7785ba6f5" providerId="ADAL" clId="{BB0AB443-E31A-4426-9BCF-96FD10E87744}" dt="2022-01-17T10:42:49.375" v="4080" actId="1076"/>
        <pc:sldMkLst>
          <pc:docMk/>
          <pc:sldMk cId="2243343292" sldId="335"/>
        </pc:sldMkLst>
        <pc:spChg chg="mod">
          <ac:chgData name="Pauline Smyth" userId="de5ce227-53e3-42c9-b7e0-2fb7785ba6f5" providerId="ADAL" clId="{BB0AB443-E31A-4426-9BCF-96FD10E87744}" dt="2022-01-14T11:54:27.942" v="3440" actId="20577"/>
          <ac:spMkLst>
            <pc:docMk/>
            <pc:sldMk cId="2243343292" sldId="335"/>
            <ac:spMk id="2" creationId="{DF043A32-A69D-4ABB-9C49-208A0D9531D9}"/>
          </ac:spMkLst>
        </pc:spChg>
        <pc:spChg chg="add mod">
          <ac:chgData name="Pauline Smyth" userId="de5ce227-53e3-42c9-b7e0-2fb7785ba6f5" providerId="ADAL" clId="{BB0AB443-E31A-4426-9BCF-96FD10E87744}" dt="2022-01-17T10:40:28.289" v="4077" actId="14100"/>
          <ac:spMkLst>
            <pc:docMk/>
            <pc:sldMk cId="2243343292" sldId="335"/>
            <ac:spMk id="4" creationId="{3696A709-2B50-4D22-B5FF-760414FCCD1F}"/>
          </ac:spMkLst>
        </pc:spChg>
        <pc:picChg chg="add mod">
          <ac:chgData name="Pauline Smyth" userId="de5ce227-53e3-42c9-b7e0-2fb7785ba6f5" providerId="ADAL" clId="{BB0AB443-E31A-4426-9BCF-96FD10E87744}" dt="2022-01-17T10:42:49.375" v="4080" actId="1076"/>
          <ac:picMkLst>
            <pc:docMk/>
            <pc:sldMk cId="2243343292" sldId="335"/>
            <ac:picMk id="5" creationId="{5A09D948-8B86-4BFA-A3A6-D5003A91641A}"/>
          </ac:picMkLst>
        </pc:picChg>
      </pc:sldChg>
      <pc:sldChg chg="addSp modSp add mod">
        <pc:chgData name="Pauline Smyth" userId="de5ce227-53e3-42c9-b7e0-2fb7785ba6f5" providerId="ADAL" clId="{BB0AB443-E31A-4426-9BCF-96FD10E87744}" dt="2022-01-17T10:48:09.396" v="4117" actId="20577"/>
        <pc:sldMkLst>
          <pc:docMk/>
          <pc:sldMk cId="2911991168" sldId="336"/>
        </pc:sldMkLst>
        <pc:spChg chg="mod">
          <ac:chgData name="Pauline Smyth" userId="de5ce227-53e3-42c9-b7e0-2fb7785ba6f5" providerId="ADAL" clId="{BB0AB443-E31A-4426-9BCF-96FD10E87744}" dt="2022-01-14T11:55:02.813" v="3469" actId="20577"/>
          <ac:spMkLst>
            <pc:docMk/>
            <pc:sldMk cId="2911991168" sldId="336"/>
            <ac:spMk id="2" creationId="{DF043A32-A69D-4ABB-9C49-208A0D9531D9}"/>
          </ac:spMkLst>
        </pc:spChg>
        <pc:spChg chg="add mod">
          <ac:chgData name="Pauline Smyth" userId="de5ce227-53e3-42c9-b7e0-2fb7785ba6f5" providerId="ADAL" clId="{BB0AB443-E31A-4426-9BCF-96FD10E87744}" dt="2022-01-17T10:48:09.396" v="4117" actId="20577"/>
          <ac:spMkLst>
            <pc:docMk/>
            <pc:sldMk cId="2911991168" sldId="336"/>
            <ac:spMk id="4" creationId="{E5EAE761-F4D8-4C6D-BC6D-270BAA6F4CCC}"/>
          </ac:spMkLst>
        </pc:spChg>
        <pc:picChg chg="add mod">
          <ac:chgData name="Pauline Smyth" userId="de5ce227-53e3-42c9-b7e0-2fb7785ba6f5" providerId="ADAL" clId="{BB0AB443-E31A-4426-9BCF-96FD10E87744}" dt="2022-01-17T10:47:39.943" v="4107" actId="1076"/>
          <ac:picMkLst>
            <pc:docMk/>
            <pc:sldMk cId="2911991168" sldId="336"/>
            <ac:picMk id="5" creationId="{A2CA75CB-D6E4-4970-AD6E-5F138BB22CAC}"/>
          </ac:picMkLst>
        </pc:picChg>
      </pc:sldChg>
      <pc:sldChg chg="addSp delSp modSp add mod">
        <pc:chgData name="Pauline Smyth" userId="de5ce227-53e3-42c9-b7e0-2fb7785ba6f5" providerId="ADAL" clId="{BB0AB443-E31A-4426-9BCF-96FD10E87744}" dt="2022-01-17T11:13:20.099" v="4237" actId="1076"/>
        <pc:sldMkLst>
          <pc:docMk/>
          <pc:sldMk cId="671149527" sldId="337"/>
        </pc:sldMkLst>
        <pc:spChg chg="mod">
          <ac:chgData name="Pauline Smyth" userId="de5ce227-53e3-42c9-b7e0-2fb7785ba6f5" providerId="ADAL" clId="{BB0AB443-E31A-4426-9BCF-96FD10E87744}" dt="2022-01-14T11:56:05.816" v="3511" actId="20577"/>
          <ac:spMkLst>
            <pc:docMk/>
            <pc:sldMk cId="671149527" sldId="337"/>
            <ac:spMk id="2" creationId="{DF043A32-A69D-4ABB-9C49-208A0D9531D9}"/>
          </ac:spMkLst>
        </pc:spChg>
        <pc:spChg chg="add del mod">
          <ac:chgData name="Pauline Smyth" userId="de5ce227-53e3-42c9-b7e0-2fb7785ba6f5" providerId="ADAL" clId="{BB0AB443-E31A-4426-9BCF-96FD10E87744}" dt="2022-01-17T10:50:16.938" v="4120" actId="478"/>
          <ac:spMkLst>
            <pc:docMk/>
            <pc:sldMk cId="671149527" sldId="337"/>
            <ac:spMk id="5" creationId="{8D807F58-7C2B-4AC6-A267-714C9A5C37B2}"/>
          </ac:spMkLst>
        </pc:spChg>
        <pc:spChg chg="add mod">
          <ac:chgData name="Pauline Smyth" userId="de5ce227-53e3-42c9-b7e0-2fb7785ba6f5" providerId="ADAL" clId="{BB0AB443-E31A-4426-9BCF-96FD10E87744}" dt="2022-01-17T11:08:26.505" v="4236" actId="20577"/>
          <ac:spMkLst>
            <pc:docMk/>
            <pc:sldMk cId="671149527" sldId="337"/>
            <ac:spMk id="7" creationId="{0CBFC3F2-1B84-4E0E-B821-619844988FA7}"/>
          </ac:spMkLst>
        </pc:spChg>
        <pc:picChg chg="add mod">
          <ac:chgData name="Pauline Smyth" userId="de5ce227-53e3-42c9-b7e0-2fb7785ba6f5" providerId="ADAL" clId="{BB0AB443-E31A-4426-9BCF-96FD10E87744}" dt="2022-01-17T11:13:20.099" v="4237" actId="1076"/>
          <ac:picMkLst>
            <pc:docMk/>
            <pc:sldMk cId="671149527" sldId="337"/>
            <ac:picMk id="8" creationId="{75D5A856-365C-44AA-8216-CD6908E13F22}"/>
          </ac:picMkLst>
        </pc:picChg>
      </pc:sldChg>
      <pc:sldChg chg="addSp delSp modSp add mod">
        <pc:chgData name="Pauline Smyth" userId="de5ce227-53e3-42c9-b7e0-2fb7785ba6f5" providerId="ADAL" clId="{BB0AB443-E31A-4426-9BCF-96FD10E87744}" dt="2022-01-17T11:32:01.348" v="4586" actId="1076"/>
        <pc:sldMkLst>
          <pc:docMk/>
          <pc:sldMk cId="28296303" sldId="338"/>
        </pc:sldMkLst>
        <pc:spChg chg="del mod">
          <ac:chgData name="Pauline Smyth" userId="de5ce227-53e3-42c9-b7e0-2fb7785ba6f5" providerId="ADAL" clId="{BB0AB443-E31A-4426-9BCF-96FD10E87744}" dt="2022-01-17T11:21:12.104" v="4583" actId="478"/>
          <ac:spMkLst>
            <pc:docMk/>
            <pc:sldMk cId="28296303" sldId="338"/>
            <ac:spMk id="2" creationId="{DF043A32-A69D-4ABB-9C49-208A0D9531D9}"/>
          </ac:spMkLst>
        </pc:spChg>
        <pc:spChg chg="add mod">
          <ac:chgData name="Pauline Smyth" userId="de5ce227-53e3-42c9-b7e0-2fb7785ba6f5" providerId="ADAL" clId="{BB0AB443-E31A-4426-9BCF-96FD10E87744}" dt="2022-01-17T11:32:01.348" v="4586" actId="1076"/>
          <ac:spMkLst>
            <pc:docMk/>
            <pc:sldMk cId="28296303" sldId="338"/>
            <ac:spMk id="4" creationId="{0BDB3D49-6402-412A-A5B9-73209645418A}"/>
          </ac:spMkLst>
        </pc:spChg>
      </pc:sldChg>
      <pc:sldChg chg="addSp modSp add mod">
        <pc:chgData name="Pauline Smyth" userId="de5ce227-53e3-42c9-b7e0-2fb7785ba6f5" providerId="ADAL" clId="{BB0AB443-E31A-4426-9BCF-96FD10E87744}" dt="2022-01-19T14:50:54.121" v="4685" actId="14100"/>
        <pc:sldMkLst>
          <pc:docMk/>
          <pc:sldMk cId="1602555535" sldId="339"/>
        </pc:sldMkLst>
        <pc:spChg chg="mod">
          <ac:chgData name="Pauline Smyth" userId="de5ce227-53e3-42c9-b7e0-2fb7785ba6f5" providerId="ADAL" clId="{BB0AB443-E31A-4426-9BCF-96FD10E87744}" dt="2022-01-14T12:00:01.988" v="3598" actId="20577"/>
          <ac:spMkLst>
            <pc:docMk/>
            <pc:sldMk cId="1602555535" sldId="339"/>
            <ac:spMk id="2" creationId="{DF043A32-A69D-4ABB-9C49-208A0D9531D9}"/>
          </ac:spMkLst>
        </pc:spChg>
        <pc:picChg chg="add mod">
          <ac:chgData name="Pauline Smyth" userId="de5ce227-53e3-42c9-b7e0-2fb7785ba6f5" providerId="ADAL" clId="{BB0AB443-E31A-4426-9BCF-96FD10E87744}" dt="2022-01-19T14:50:54.121" v="4685" actId="14100"/>
          <ac:picMkLst>
            <pc:docMk/>
            <pc:sldMk cId="1602555535" sldId="339"/>
            <ac:picMk id="4" creationId="{A8F870B3-0474-4EF6-A3B9-98791B263847}"/>
          </ac:picMkLst>
        </pc:picChg>
      </pc:sldChg>
      <pc:sldChg chg="addSp modSp add mod">
        <pc:chgData name="Pauline Smyth" userId="de5ce227-53e3-42c9-b7e0-2fb7785ba6f5" providerId="ADAL" clId="{BB0AB443-E31A-4426-9BCF-96FD10E87744}" dt="2022-01-19T14:53:49.055" v="4688" actId="14100"/>
        <pc:sldMkLst>
          <pc:docMk/>
          <pc:sldMk cId="3685739968" sldId="340"/>
        </pc:sldMkLst>
        <pc:spChg chg="mod">
          <ac:chgData name="Pauline Smyth" userId="de5ce227-53e3-42c9-b7e0-2fb7785ba6f5" providerId="ADAL" clId="{BB0AB443-E31A-4426-9BCF-96FD10E87744}" dt="2022-01-14T12:01:16.694" v="3625" actId="20577"/>
          <ac:spMkLst>
            <pc:docMk/>
            <pc:sldMk cId="3685739968" sldId="340"/>
            <ac:spMk id="2" creationId="{DF043A32-A69D-4ABB-9C49-208A0D9531D9}"/>
          </ac:spMkLst>
        </pc:spChg>
        <pc:picChg chg="add mod">
          <ac:chgData name="Pauline Smyth" userId="de5ce227-53e3-42c9-b7e0-2fb7785ba6f5" providerId="ADAL" clId="{BB0AB443-E31A-4426-9BCF-96FD10E87744}" dt="2022-01-19T14:53:49.055" v="4688" actId="14100"/>
          <ac:picMkLst>
            <pc:docMk/>
            <pc:sldMk cId="3685739968" sldId="340"/>
            <ac:picMk id="4" creationId="{B3F6CABE-D206-4962-8697-8C79EA0FC453}"/>
          </ac:picMkLst>
        </pc:picChg>
      </pc:sldChg>
      <pc:sldChg chg="addSp delSp modSp add mod">
        <pc:chgData name="Pauline Smyth" userId="de5ce227-53e3-42c9-b7e0-2fb7785ba6f5" providerId="ADAL" clId="{BB0AB443-E31A-4426-9BCF-96FD10E87744}" dt="2022-01-19T22:51:06.708" v="4706" actId="21"/>
        <pc:sldMkLst>
          <pc:docMk/>
          <pc:sldMk cId="1875680228" sldId="341"/>
        </pc:sldMkLst>
        <pc:spChg chg="mod">
          <ac:chgData name="Pauline Smyth" userId="de5ce227-53e3-42c9-b7e0-2fb7785ba6f5" providerId="ADAL" clId="{BB0AB443-E31A-4426-9BCF-96FD10E87744}" dt="2022-01-19T22:51:06.708" v="4706" actId="21"/>
          <ac:spMkLst>
            <pc:docMk/>
            <pc:sldMk cId="1875680228" sldId="341"/>
            <ac:spMk id="2" creationId="{DF043A32-A69D-4ABB-9C49-208A0D9531D9}"/>
          </ac:spMkLst>
        </pc:spChg>
        <pc:picChg chg="add del">
          <ac:chgData name="Pauline Smyth" userId="de5ce227-53e3-42c9-b7e0-2fb7785ba6f5" providerId="ADAL" clId="{BB0AB443-E31A-4426-9BCF-96FD10E87744}" dt="2022-01-19T22:49:56.344" v="4701" actId="478"/>
          <ac:picMkLst>
            <pc:docMk/>
            <pc:sldMk cId="1875680228" sldId="341"/>
            <ac:picMk id="4" creationId="{5B42C8DB-4C91-4A9C-ACA2-980AEB406B8C}"/>
          </ac:picMkLst>
        </pc:picChg>
        <pc:picChg chg="add mod">
          <ac:chgData name="Pauline Smyth" userId="de5ce227-53e3-42c9-b7e0-2fb7785ba6f5" providerId="ADAL" clId="{BB0AB443-E31A-4426-9BCF-96FD10E87744}" dt="2022-01-19T22:50:36.419" v="4705" actId="1076"/>
          <ac:picMkLst>
            <pc:docMk/>
            <pc:sldMk cId="1875680228" sldId="341"/>
            <ac:picMk id="7" creationId="{A9A6B2E1-C7F7-4E8E-93D8-2A5D6A00D234}"/>
          </ac:picMkLst>
        </pc:picChg>
      </pc:sldChg>
      <pc:sldChg chg="addSp delSp modSp add mod delAnim modAnim">
        <pc:chgData name="Pauline Smyth" userId="de5ce227-53e3-42c9-b7e0-2fb7785ba6f5" providerId="ADAL" clId="{BB0AB443-E31A-4426-9BCF-96FD10E87744}" dt="2022-01-19T23:23:06.041" v="4778" actId="478"/>
        <pc:sldMkLst>
          <pc:docMk/>
          <pc:sldMk cId="3891456576" sldId="342"/>
        </pc:sldMkLst>
        <pc:spChg chg="del mod">
          <ac:chgData name="Pauline Smyth" userId="de5ce227-53e3-42c9-b7e0-2fb7785ba6f5" providerId="ADAL" clId="{BB0AB443-E31A-4426-9BCF-96FD10E87744}" dt="2022-01-19T23:14:57.466" v="4740" actId="478"/>
          <ac:spMkLst>
            <pc:docMk/>
            <pc:sldMk cId="3891456576" sldId="342"/>
            <ac:spMk id="2" creationId="{DF043A32-A69D-4ABB-9C49-208A0D9531D9}"/>
          </ac:spMkLst>
        </pc:spChg>
        <pc:picChg chg="add del mod">
          <ac:chgData name="Pauline Smyth" userId="de5ce227-53e3-42c9-b7e0-2fb7785ba6f5" providerId="ADAL" clId="{BB0AB443-E31A-4426-9BCF-96FD10E87744}" dt="2022-01-19T23:07:41.798" v="4720" actId="478"/>
          <ac:picMkLst>
            <pc:docMk/>
            <pc:sldMk cId="3891456576" sldId="342"/>
            <ac:picMk id="4" creationId="{96098178-16E4-43D7-A802-F95C90CDD6B3}"/>
          </ac:picMkLst>
        </pc:picChg>
        <pc:picChg chg="add mod">
          <ac:chgData name="Pauline Smyth" userId="de5ce227-53e3-42c9-b7e0-2fb7785ba6f5" providerId="ADAL" clId="{BB0AB443-E31A-4426-9BCF-96FD10E87744}" dt="2022-01-19T23:15:12.694" v="4742" actId="14100"/>
          <ac:picMkLst>
            <pc:docMk/>
            <pc:sldMk cId="3891456576" sldId="342"/>
            <ac:picMk id="5" creationId="{1CC2DE01-D9AE-44FA-AE82-1D6A88B35716}"/>
          </ac:picMkLst>
        </pc:picChg>
        <pc:picChg chg="add del mod">
          <ac:chgData name="Pauline Smyth" userId="de5ce227-53e3-42c9-b7e0-2fb7785ba6f5" providerId="ADAL" clId="{BB0AB443-E31A-4426-9BCF-96FD10E87744}" dt="2022-01-19T23:22:49.042" v="4769" actId="478"/>
          <ac:picMkLst>
            <pc:docMk/>
            <pc:sldMk cId="3891456576" sldId="342"/>
            <ac:picMk id="8" creationId="{97A2D069-2AA9-4A8A-9A59-9AF68DD3379E}"/>
          </ac:picMkLst>
        </pc:picChg>
        <pc:picChg chg="add del mod">
          <ac:chgData name="Pauline Smyth" userId="de5ce227-53e3-42c9-b7e0-2fb7785ba6f5" providerId="ADAL" clId="{BB0AB443-E31A-4426-9BCF-96FD10E87744}" dt="2022-01-19T23:22:54.645" v="4772" actId="478"/>
          <ac:picMkLst>
            <pc:docMk/>
            <pc:sldMk cId="3891456576" sldId="342"/>
            <ac:picMk id="10" creationId="{358ABEC8-0E32-42FE-A541-5D8BFB62FD5A}"/>
          </ac:picMkLst>
        </pc:picChg>
        <pc:picChg chg="add del mod">
          <ac:chgData name="Pauline Smyth" userId="de5ce227-53e3-42c9-b7e0-2fb7785ba6f5" providerId="ADAL" clId="{BB0AB443-E31A-4426-9BCF-96FD10E87744}" dt="2022-01-19T23:22:59.559" v="4773" actId="478"/>
          <ac:picMkLst>
            <pc:docMk/>
            <pc:sldMk cId="3891456576" sldId="342"/>
            <ac:picMk id="12" creationId="{AAA972B0-10FC-4C59-9034-04D76ED64C55}"/>
          </ac:picMkLst>
        </pc:picChg>
        <pc:picChg chg="add del mod">
          <ac:chgData name="Pauline Smyth" userId="de5ce227-53e3-42c9-b7e0-2fb7785ba6f5" providerId="ADAL" clId="{BB0AB443-E31A-4426-9BCF-96FD10E87744}" dt="2022-01-19T23:23:00.946" v="4774" actId="478"/>
          <ac:picMkLst>
            <pc:docMk/>
            <pc:sldMk cId="3891456576" sldId="342"/>
            <ac:picMk id="14" creationId="{83FEB334-5FFF-4FD8-9285-A149A0AC394B}"/>
          </ac:picMkLst>
        </pc:picChg>
        <pc:picChg chg="add del mod">
          <ac:chgData name="Pauline Smyth" userId="de5ce227-53e3-42c9-b7e0-2fb7785ba6f5" providerId="ADAL" clId="{BB0AB443-E31A-4426-9BCF-96FD10E87744}" dt="2022-01-19T23:23:02.981" v="4775" actId="478"/>
          <ac:picMkLst>
            <pc:docMk/>
            <pc:sldMk cId="3891456576" sldId="342"/>
            <ac:picMk id="16" creationId="{1FF7D07D-BBEF-41B8-8B87-926F277B5D7D}"/>
          </ac:picMkLst>
        </pc:picChg>
        <pc:picChg chg="add del mod">
          <ac:chgData name="Pauline Smyth" userId="de5ce227-53e3-42c9-b7e0-2fb7785ba6f5" providerId="ADAL" clId="{BB0AB443-E31A-4426-9BCF-96FD10E87744}" dt="2022-01-19T23:23:04.006" v="4776" actId="478"/>
          <ac:picMkLst>
            <pc:docMk/>
            <pc:sldMk cId="3891456576" sldId="342"/>
            <ac:picMk id="18" creationId="{2D977BD3-0CFD-4F96-8344-6D8443F67CCD}"/>
          </ac:picMkLst>
        </pc:picChg>
        <pc:picChg chg="add del mod">
          <ac:chgData name="Pauline Smyth" userId="de5ce227-53e3-42c9-b7e0-2fb7785ba6f5" providerId="ADAL" clId="{BB0AB443-E31A-4426-9BCF-96FD10E87744}" dt="2022-01-19T23:23:04.886" v="4777" actId="478"/>
          <ac:picMkLst>
            <pc:docMk/>
            <pc:sldMk cId="3891456576" sldId="342"/>
            <ac:picMk id="20" creationId="{67E57421-3C2A-4A2D-9B01-C65A17934B0F}"/>
          </ac:picMkLst>
        </pc:picChg>
        <pc:picChg chg="add del mod">
          <ac:chgData name="Pauline Smyth" userId="de5ce227-53e3-42c9-b7e0-2fb7785ba6f5" providerId="ADAL" clId="{BB0AB443-E31A-4426-9BCF-96FD10E87744}" dt="2022-01-19T23:23:06.041" v="4778" actId="478"/>
          <ac:picMkLst>
            <pc:docMk/>
            <pc:sldMk cId="3891456576" sldId="342"/>
            <ac:picMk id="22" creationId="{CD14E007-F410-4985-BC3C-80E96950AA80}"/>
          </ac:picMkLst>
        </pc:picChg>
      </pc:sldChg>
      <pc:sldChg chg="modSp add mod">
        <pc:chgData name="Pauline Smyth" userId="de5ce227-53e3-42c9-b7e0-2fb7785ba6f5" providerId="ADAL" clId="{BB0AB443-E31A-4426-9BCF-96FD10E87744}" dt="2022-01-17T09:55:57.645" v="3907" actId="1076"/>
        <pc:sldMkLst>
          <pc:docMk/>
          <pc:sldMk cId="4015050284" sldId="343"/>
        </pc:sldMkLst>
        <pc:spChg chg="mod">
          <ac:chgData name="Pauline Smyth" userId="de5ce227-53e3-42c9-b7e0-2fb7785ba6f5" providerId="ADAL" clId="{BB0AB443-E31A-4426-9BCF-96FD10E87744}" dt="2022-01-17T09:55:55.340" v="3906" actId="1076"/>
          <ac:spMkLst>
            <pc:docMk/>
            <pc:sldMk cId="4015050284" sldId="343"/>
            <ac:spMk id="3" creationId="{B1B13BE2-C77A-4831-AE56-2D3C363E7928}"/>
          </ac:spMkLst>
        </pc:spChg>
        <pc:picChg chg="mod">
          <ac:chgData name="Pauline Smyth" userId="de5ce227-53e3-42c9-b7e0-2fb7785ba6f5" providerId="ADAL" clId="{BB0AB443-E31A-4426-9BCF-96FD10E87744}" dt="2022-01-17T09:55:57.645" v="3907" actId="1076"/>
          <ac:picMkLst>
            <pc:docMk/>
            <pc:sldMk cId="4015050284" sldId="343"/>
            <ac:picMk id="5" creationId="{5D52A218-5040-4CBE-B5B0-D655B459D2CD}"/>
          </ac:picMkLst>
        </pc:picChg>
      </pc:sldChg>
      <pc:sldChg chg="addSp delSp modSp add mod">
        <pc:chgData name="Pauline Smyth" userId="de5ce227-53e3-42c9-b7e0-2fb7785ba6f5" providerId="ADAL" clId="{BB0AB443-E31A-4426-9BCF-96FD10E87744}" dt="2022-01-17T10:30:40.647" v="3915" actId="1076"/>
        <pc:sldMkLst>
          <pc:docMk/>
          <pc:sldMk cId="446380070" sldId="344"/>
        </pc:sldMkLst>
        <pc:spChg chg="mod">
          <ac:chgData name="Pauline Smyth" userId="de5ce227-53e3-42c9-b7e0-2fb7785ba6f5" providerId="ADAL" clId="{BB0AB443-E31A-4426-9BCF-96FD10E87744}" dt="2022-01-17T09:56:26.102" v="3911" actId="5793"/>
          <ac:spMkLst>
            <pc:docMk/>
            <pc:sldMk cId="446380070" sldId="344"/>
            <ac:spMk id="3" creationId="{B1B13BE2-C77A-4831-AE56-2D3C363E7928}"/>
          </ac:spMkLst>
        </pc:spChg>
        <pc:picChg chg="del">
          <ac:chgData name="Pauline Smyth" userId="de5ce227-53e3-42c9-b7e0-2fb7785ba6f5" providerId="ADAL" clId="{BB0AB443-E31A-4426-9BCF-96FD10E87744}" dt="2022-01-17T09:56:17.584" v="3909" actId="478"/>
          <ac:picMkLst>
            <pc:docMk/>
            <pc:sldMk cId="446380070" sldId="344"/>
            <ac:picMk id="5" creationId="{5D52A218-5040-4CBE-B5B0-D655B459D2CD}"/>
          </ac:picMkLst>
        </pc:picChg>
        <pc:picChg chg="add mod">
          <ac:chgData name="Pauline Smyth" userId="de5ce227-53e3-42c9-b7e0-2fb7785ba6f5" providerId="ADAL" clId="{BB0AB443-E31A-4426-9BCF-96FD10E87744}" dt="2022-01-17T10:30:40.647" v="3915" actId="1076"/>
          <ac:picMkLst>
            <pc:docMk/>
            <pc:sldMk cId="446380070" sldId="344"/>
            <ac:picMk id="7" creationId="{085485FB-599E-4470-8601-B859A698D58E}"/>
          </ac:picMkLst>
        </pc:picChg>
      </pc:sldChg>
      <pc:sldChg chg="addSp delSp modSp add mod">
        <pc:chgData name="Pauline Smyth" userId="de5ce227-53e3-42c9-b7e0-2fb7785ba6f5" providerId="ADAL" clId="{BB0AB443-E31A-4426-9BCF-96FD10E87744}" dt="2022-01-17T11:57:44.903" v="4681" actId="1076"/>
        <pc:sldMkLst>
          <pc:docMk/>
          <pc:sldMk cId="129970332" sldId="345"/>
        </pc:sldMkLst>
        <pc:spChg chg="del">
          <ac:chgData name="Pauline Smyth" userId="de5ce227-53e3-42c9-b7e0-2fb7785ba6f5" providerId="ADAL" clId="{BB0AB443-E31A-4426-9BCF-96FD10E87744}" dt="2022-01-17T11:57:40.041" v="4679" actId="478"/>
          <ac:spMkLst>
            <pc:docMk/>
            <pc:sldMk cId="129970332" sldId="345"/>
            <ac:spMk id="4" creationId="{0BDB3D49-6402-412A-A5B9-73209645418A}"/>
          </ac:spMkLst>
        </pc:spChg>
        <pc:picChg chg="add mod">
          <ac:chgData name="Pauline Smyth" userId="de5ce227-53e3-42c9-b7e0-2fb7785ba6f5" providerId="ADAL" clId="{BB0AB443-E31A-4426-9BCF-96FD10E87744}" dt="2022-01-17T11:57:44.903" v="4681" actId="1076"/>
          <ac:picMkLst>
            <pc:docMk/>
            <pc:sldMk cId="129970332" sldId="345"/>
            <ac:picMk id="5" creationId="{4A539105-28C4-427A-A932-B0C105D3FDB8}"/>
          </ac:picMkLst>
        </pc:picChg>
      </pc:sldChg>
      <pc:sldChg chg="addSp modSp add mod modAnim">
        <pc:chgData name="Pauline Smyth" userId="de5ce227-53e3-42c9-b7e0-2fb7785ba6f5" providerId="ADAL" clId="{BB0AB443-E31A-4426-9BCF-96FD10E87744}" dt="2022-01-17T11:49:29.902" v="4678"/>
        <pc:sldMkLst>
          <pc:docMk/>
          <pc:sldMk cId="3249635265" sldId="346"/>
        </pc:sldMkLst>
        <pc:spChg chg="mod">
          <ac:chgData name="Pauline Smyth" userId="de5ce227-53e3-42c9-b7e0-2fb7785ba6f5" providerId="ADAL" clId="{BB0AB443-E31A-4426-9BCF-96FD10E87744}" dt="2022-01-17T11:48:33.346" v="4673" actId="20577"/>
          <ac:spMkLst>
            <pc:docMk/>
            <pc:sldMk cId="3249635265" sldId="346"/>
            <ac:spMk id="4" creationId="{0BDB3D49-6402-412A-A5B9-73209645418A}"/>
          </ac:spMkLst>
        </pc:spChg>
        <pc:picChg chg="add mod">
          <ac:chgData name="Pauline Smyth" userId="de5ce227-53e3-42c9-b7e0-2fb7785ba6f5" providerId="ADAL" clId="{BB0AB443-E31A-4426-9BCF-96FD10E87744}" dt="2022-01-17T11:49:11.075" v="4676" actId="14100"/>
          <ac:picMkLst>
            <pc:docMk/>
            <pc:sldMk cId="3249635265" sldId="346"/>
            <ac:picMk id="3" creationId="{53CF114B-DC48-4DBD-81AC-C689DACAEF09}"/>
          </ac:picMkLst>
        </pc:picChg>
        <pc:picChg chg="mod">
          <ac:chgData name="Pauline Smyth" userId="de5ce227-53e3-42c9-b7e0-2fb7785ba6f5" providerId="ADAL" clId="{BB0AB443-E31A-4426-9BCF-96FD10E87744}" dt="2022-01-17T11:32:14.375" v="4589" actId="1076"/>
          <ac:picMkLst>
            <pc:docMk/>
            <pc:sldMk cId="3249635265" sldId="346"/>
            <ac:picMk id="6" creationId="{FDC0A5F4-FE96-4D3A-A9D6-A76F32BA6429}"/>
          </ac:picMkLst>
        </pc:picChg>
      </pc:sldChg>
      <pc:sldChg chg="addSp delSp modSp add mod">
        <pc:chgData name="Pauline Smyth" userId="de5ce227-53e3-42c9-b7e0-2fb7785ba6f5" providerId="ADAL" clId="{BB0AB443-E31A-4426-9BCF-96FD10E87744}" dt="2022-01-19T15:03:16.358" v="4694" actId="14100"/>
        <pc:sldMkLst>
          <pc:docMk/>
          <pc:sldMk cId="2444252530" sldId="347"/>
        </pc:sldMkLst>
        <pc:picChg chg="del">
          <ac:chgData name="Pauline Smyth" userId="de5ce227-53e3-42c9-b7e0-2fb7785ba6f5" providerId="ADAL" clId="{BB0AB443-E31A-4426-9BCF-96FD10E87744}" dt="2022-01-19T14:55:12.221" v="4690" actId="478"/>
          <ac:picMkLst>
            <pc:docMk/>
            <pc:sldMk cId="2444252530" sldId="347"/>
            <ac:picMk id="4" creationId="{B3F6CABE-D206-4962-8697-8C79EA0FC453}"/>
          </ac:picMkLst>
        </pc:picChg>
        <pc:picChg chg="add mod">
          <ac:chgData name="Pauline Smyth" userId="de5ce227-53e3-42c9-b7e0-2fb7785ba6f5" providerId="ADAL" clId="{BB0AB443-E31A-4426-9BCF-96FD10E87744}" dt="2022-01-19T15:03:16.358" v="4694" actId="14100"/>
          <ac:picMkLst>
            <pc:docMk/>
            <pc:sldMk cId="2444252530" sldId="347"/>
            <ac:picMk id="5" creationId="{CF79E547-3C24-4872-8474-2A8C61A45A7F}"/>
          </ac:picMkLst>
        </pc:picChg>
      </pc:sldChg>
      <pc:sldChg chg="addSp delSp modSp add mod">
        <pc:chgData name="Pauline Smyth" userId="de5ce227-53e3-42c9-b7e0-2fb7785ba6f5" providerId="ADAL" clId="{BB0AB443-E31A-4426-9BCF-96FD10E87744}" dt="2022-01-19T15:04:21.048" v="4699" actId="14100"/>
        <pc:sldMkLst>
          <pc:docMk/>
          <pc:sldMk cId="322427350" sldId="348"/>
        </pc:sldMkLst>
        <pc:picChg chg="add mod">
          <ac:chgData name="Pauline Smyth" userId="de5ce227-53e3-42c9-b7e0-2fb7785ba6f5" providerId="ADAL" clId="{BB0AB443-E31A-4426-9BCF-96FD10E87744}" dt="2022-01-19T15:04:21.048" v="4699" actId="14100"/>
          <ac:picMkLst>
            <pc:docMk/>
            <pc:sldMk cId="322427350" sldId="348"/>
            <ac:picMk id="4" creationId="{9F39F87E-86E5-4649-A439-CD14DAED131D}"/>
          </ac:picMkLst>
        </pc:picChg>
        <pc:picChg chg="del">
          <ac:chgData name="Pauline Smyth" userId="de5ce227-53e3-42c9-b7e0-2fb7785ba6f5" providerId="ADAL" clId="{BB0AB443-E31A-4426-9BCF-96FD10E87744}" dt="2022-01-19T15:03:24.062" v="4696" actId="478"/>
          <ac:picMkLst>
            <pc:docMk/>
            <pc:sldMk cId="322427350" sldId="348"/>
            <ac:picMk id="5" creationId="{CF79E547-3C24-4872-8474-2A8C61A45A7F}"/>
          </ac:picMkLst>
        </pc:picChg>
      </pc:sldChg>
      <pc:sldChg chg="addSp delSp modSp add mod">
        <pc:chgData name="Pauline Smyth" userId="de5ce227-53e3-42c9-b7e0-2fb7785ba6f5" providerId="ADAL" clId="{BB0AB443-E31A-4426-9BCF-96FD10E87744}" dt="2022-01-19T22:53:35.661" v="4713" actId="14100"/>
        <pc:sldMkLst>
          <pc:docMk/>
          <pc:sldMk cId="416687213" sldId="349"/>
        </pc:sldMkLst>
        <pc:spChg chg="mod">
          <ac:chgData name="Pauline Smyth" userId="de5ce227-53e3-42c9-b7e0-2fb7785ba6f5" providerId="ADAL" clId="{BB0AB443-E31A-4426-9BCF-96FD10E87744}" dt="2022-01-19T22:51:20.139" v="4709" actId="6549"/>
          <ac:spMkLst>
            <pc:docMk/>
            <pc:sldMk cId="416687213" sldId="349"/>
            <ac:spMk id="2" creationId="{DF043A32-A69D-4ABB-9C49-208A0D9531D9}"/>
          </ac:spMkLst>
        </pc:spChg>
        <pc:picChg chg="add mod">
          <ac:chgData name="Pauline Smyth" userId="de5ce227-53e3-42c9-b7e0-2fb7785ba6f5" providerId="ADAL" clId="{BB0AB443-E31A-4426-9BCF-96FD10E87744}" dt="2022-01-19T22:53:35.661" v="4713" actId="14100"/>
          <ac:picMkLst>
            <pc:docMk/>
            <pc:sldMk cId="416687213" sldId="349"/>
            <ac:picMk id="4" creationId="{ADE2C562-010F-4DEE-8DD6-61382CFD5222}"/>
          </ac:picMkLst>
        </pc:picChg>
        <pc:picChg chg="del">
          <ac:chgData name="Pauline Smyth" userId="de5ce227-53e3-42c9-b7e0-2fb7785ba6f5" providerId="ADAL" clId="{BB0AB443-E31A-4426-9BCF-96FD10E87744}" dt="2022-01-19T22:51:22.104" v="4710" actId="478"/>
          <ac:picMkLst>
            <pc:docMk/>
            <pc:sldMk cId="416687213" sldId="349"/>
            <ac:picMk id="7" creationId="{A9A6B2E1-C7F7-4E8E-93D8-2A5D6A00D234}"/>
          </ac:picMkLst>
        </pc:picChg>
      </pc:sldChg>
      <pc:sldChg chg="add">
        <pc:chgData name="Pauline Smyth" userId="de5ce227-53e3-42c9-b7e0-2fb7785ba6f5" providerId="ADAL" clId="{BB0AB443-E31A-4426-9BCF-96FD10E87744}" dt="2022-01-19T23:07:37.233" v="4719" actId="2890"/>
        <pc:sldMkLst>
          <pc:docMk/>
          <pc:sldMk cId="2287995495" sldId="350"/>
        </pc:sldMkLst>
      </pc:sldChg>
    </pc:docChg>
  </pc:docChgLst>
  <pc:docChgLst>
    <pc:chgData name="Pauline Smyth" userId="S::psmyth.spc@lmetb.ie::de5ce227-53e3-42c9-b7e0-2fb7785ba6f5" providerId="AD" clId="Web-{D50945AD-C1A6-407F-92E5-F8CD669BE4DD}"/>
    <pc:docChg chg="delSld">
      <pc:chgData name="Pauline Smyth" userId="S::psmyth.spc@lmetb.ie::de5ce227-53e3-42c9-b7e0-2fb7785ba6f5" providerId="AD" clId="Web-{D50945AD-C1A6-407F-92E5-F8CD669BE4DD}" dt="2024-02-18T19:35:24.272" v="1"/>
      <pc:docMkLst>
        <pc:docMk/>
      </pc:docMkLst>
      <pc:sldChg chg="del">
        <pc:chgData name="Pauline Smyth" userId="S::psmyth.spc@lmetb.ie::de5ce227-53e3-42c9-b7e0-2fb7785ba6f5" providerId="AD" clId="Web-{D50945AD-C1A6-407F-92E5-F8CD669BE4DD}" dt="2024-02-18T19:34:38.364" v="0"/>
        <pc:sldMkLst>
          <pc:docMk/>
          <pc:sldMk cId="1628162290" sldId="329"/>
        </pc:sldMkLst>
      </pc:sldChg>
      <pc:sldChg chg="del">
        <pc:chgData name="Pauline Smyth" userId="S::psmyth.spc@lmetb.ie::de5ce227-53e3-42c9-b7e0-2fb7785ba6f5" providerId="AD" clId="Web-{D50945AD-C1A6-407F-92E5-F8CD669BE4DD}" dt="2024-02-18T19:35:24.272" v="1"/>
        <pc:sldMkLst>
          <pc:docMk/>
          <pc:sldMk cId="1391923963" sldId="332"/>
        </pc:sldMkLst>
      </pc:sldChg>
    </pc:docChg>
  </pc:docChgLst>
  <pc:docChgLst>
    <pc:chgData name="Pauline Smyth" userId="S::psmyth.spc@lmetb.ie::de5ce227-53e3-42c9-b7e0-2fb7785ba6f5" providerId="AD" clId="Web-{9794CA8D-B599-1A53-CB8A-2378602AC220}"/>
    <pc:docChg chg="modSld">
      <pc:chgData name="Pauline Smyth" userId="S::psmyth.spc@lmetb.ie::de5ce227-53e3-42c9-b7e0-2fb7785ba6f5" providerId="AD" clId="Web-{9794CA8D-B599-1A53-CB8A-2378602AC220}" dt="2024-01-25T15:04:52.324" v="4" actId="20577"/>
      <pc:docMkLst>
        <pc:docMk/>
      </pc:docMkLst>
      <pc:sldChg chg="modSp">
        <pc:chgData name="Pauline Smyth" userId="S::psmyth.spc@lmetb.ie::de5ce227-53e3-42c9-b7e0-2fb7785ba6f5" providerId="AD" clId="Web-{9794CA8D-B599-1A53-CB8A-2378602AC220}" dt="2024-01-25T15:04:16.354" v="0" actId="20577"/>
        <pc:sldMkLst>
          <pc:docMk/>
          <pc:sldMk cId="1386799731" sldId="273"/>
        </pc:sldMkLst>
        <pc:spChg chg="mod">
          <ac:chgData name="Pauline Smyth" userId="S::psmyth.spc@lmetb.ie::de5ce227-53e3-42c9-b7e0-2fb7785ba6f5" providerId="AD" clId="Web-{9794CA8D-B599-1A53-CB8A-2378602AC220}" dt="2024-01-25T15:04:16.354" v="0" actId="20577"/>
          <ac:spMkLst>
            <pc:docMk/>
            <pc:sldMk cId="1386799731" sldId="273"/>
            <ac:spMk id="3" creationId="{A7F5067F-B05A-4CB4-8FEF-12162F4FD7F8}"/>
          </ac:spMkLst>
        </pc:spChg>
      </pc:sldChg>
      <pc:sldChg chg="modSp">
        <pc:chgData name="Pauline Smyth" userId="S::psmyth.spc@lmetb.ie::de5ce227-53e3-42c9-b7e0-2fb7785ba6f5" providerId="AD" clId="Web-{9794CA8D-B599-1A53-CB8A-2378602AC220}" dt="2024-01-25T15:04:33.683" v="1" actId="20577"/>
        <pc:sldMkLst>
          <pc:docMk/>
          <pc:sldMk cId="1914714367" sldId="308"/>
        </pc:sldMkLst>
        <pc:spChg chg="mod">
          <ac:chgData name="Pauline Smyth" userId="S::psmyth.spc@lmetb.ie::de5ce227-53e3-42c9-b7e0-2fb7785ba6f5" providerId="AD" clId="Web-{9794CA8D-B599-1A53-CB8A-2378602AC220}" dt="2024-01-25T15:04:33.683" v="1" actId="20577"/>
          <ac:spMkLst>
            <pc:docMk/>
            <pc:sldMk cId="1914714367" sldId="308"/>
            <ac:spMk id="3" creationId="{A7F5067F-B05A-4CB4-8FEF-12162F4FD7F8}"/>
          </ac:spMkLst>
        </pc:spChg>
      </pc:sldChg>
      <pc:sldChg chg="modSp">
        <pc:chgData name="Pauline Smyth" userId="S::psmyth.spc@lmetb.ie::de5ce227-53e3-42c9-b7e0-2fb7785ba6f5" providerId="AD" clId="Web-{9794CA8D-B599-1A53-CB8A-2378602AC220}" dt="2024-01-25T15:04:41.464" v="2" actId="20577"/>
        <pc:sldMkLst>
          <pc:docMk/>
          <pc:sldMk cId="3988102628" sldId="311"/>
        </pc:sldMkLst>
        <pc:spChg chg="mod">
          <ac:chgData name="Pauline Smyth" userId="S::psmyth.spc@lmetb.ie::de5ce227-53e3-42c9-b7e0-2fb7785ba6f5" providerId="AD" clId="Web-{9794CA8D-B599-1A53-CB8A-2378602AC220}" dt="2024-01-25T15:04:41.464" v="2" actId="20577"/>
          <ac:spMkLst>
            <pc:docMk/>
            <pc:sldMk cId="3988102628" sldId="311"/>
            <ac:spMk id="3" creationId="{A7F5067F-B05A-4CB4-8FEF-12162F4FD7F8}"/>
          </ac:spMkLst>
        </pc:spChg>
      </pc:sldChg>
      <pc:sldChg chg="modSp">
        <pc:chgData name="Pauline Smyth" userId="S::psmyth.spc@lmetb.ie::de5ce227-53e3-42c9-b7e0-2fb7785ba6f5" providerId="AD" clId="Web-{9794CA8D-B599-1A53-CB8A-2378602AC220}" dt="2024-01-25T15:04:52.324" v="4" actId="20577"/>
        <pc:sldMkLst>
          <pc:docMk/>
          <pc:sldMk cId="988359592" sldId="324"/>
        </pc:sldMkLst>
        <pc:spChg chg="mod">
          <ac:chgData name="Pauline Smyth" userId="S::psmyth.spc@lmetb.ie::de5ce227-53e3-42c9-b7e0-2fb7785ba6f5" providerId="AD" clId="Web-{9794CA8D-B599-1A53-CB8A-2378602AC220}" dt="2024-01-25T15:04:52.324" v="4" actId="20577"/>
          <ac:spMkLst>
            <pc:docMk/>
            <pc:sldMk cId="988359592" sldId="324"/>
            <ac:spMk id="3" creationId="{A7F5067F-B05A-4CB4-8FEF-12162F4FD7F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82BF6E8C-83C1-49DC-AD24-B31033E29031}">
      <dgm:prSet/>
      <dgm:spPr>
        <a:solidFill>
          <a:schemeClr val="bg1"/>
        </a:solidFill>
        <a:ln>
          <a:solidFill>
            <a:schemeClr val="bg2">
              <a:lumMod val="75000"/>
            </a:schemeClr>
          </a:solidFill>
        </a:ln>
      </dgm:spPr>
      <dgm:t>
        <a:bodyPr lIns="72000" rIns="72000"/>
        <a:lstStyle/>
        <a:p>
          <a:r>
            <a:rPr lang="en-US" b="1">
              <a:solidFill>
                <a:schemeClr val="accent1">
                  <a:lumMod val="75000"/>
                </a:schemeClr>
              </a:solidFill>
            </a:rPr>
            <a:t>Lesson 1</a:t>
          </a:r>
          <a:r>
            <a:rPr lang="ru-RU" b="1">
              <a:solidFill>
                <a:schemeClr val="accent1">
                  <a:lumMod val="75000"/>
                </a:schemeClr>
              </a:solidFill>
            </a:rPr>
            <a:t>.</a:t>
          </a:r>
        </a:p>
        <a:p>
          <a:r>
            <a:rPr lang="en-US">
              <a:solidFill>
                <a:schemeClr val="bg2">
                  <a:lumMod val="50000"/>
                </a:schemeClr>
              </a:solidFill>
            </a:rPr>
            <a:t>- What is a list?</a:t>
          </a:r>
        </a:p>
        <a:p>
          <a:r>
            <a:rPr lang="en-US" err="1">
              <a:solidFill>
                <a:schemeClr val="bg2">
                  <a:lumMod val="50000"/>
                </a:schemeClr>
              </a:solidFill>
            </a:rPr>
            <a:t>Initialise</a:t>
          </a:r>
          <a:r>
            <a:rPr lang="en-US">
              <a:solidFill>
                <a:schemeClr val="bg2">
                  <a:lumMod val="50000"/>
                </a:schemeClr>
              </a:solidFill>
            </a:rPr>
            <a:t> a list </a:t>
          </a:r>
        </a:p>
        <a:p>
          <a:pPr>
            <a:buClr>
              <a:schemeClr val="accent1"/>
            </a:buClr>
            <a:buFont typeface="Arial" panose="020B0604020202020204" pitchFamily="34" charset="0"/>
            <a:buChar char="•"/>
          </a:pPr>
          <a:r>
            <a:rPr lang="en-US">
              <a:solidFill>
                <a:schemeClr val="bg2">
                  <a:lumMod val="50000"/>
                </a:schemeClr>
              </a:solidFill>
            </a:rPr>
            <a:t>Understand the difference between a list and an array</a:t>
          </a:r>
        </a:p>
        <a:p>
          <a:pPr>
            <a:buClr>
              <a:schemeClr val="accent1"/>
            </a:buClr>
            <a:buFont typeface="Arial" panose="020B0604020202020204" pitchFamily="34" charset="0"/>
            <a:buChar char="•"/>
          </a:pPr>
          <a:r>
            <a:rPr lang="en-US">
              <a:solidFill>
                <a:schemeClr val="bg2">
                  <a:lumMod val="50000"/>
                </a:schemeClr>
              </a:solidFill>
            </a:rPr>
            <a:t>Index a list</a:t>
          </a:r>
        </a:p>
        <a:p>
          <a:endParaRPr lang="en-US">
            <a:solidFill>
              <a:schemeClr val="bg2">
                <a:lumMod val="50000"/>
              </a:schemeClr>
            </a:solidFill>
          </a:endParaRPr>
        </a:p>
      </dgm:t>
    </dgm:pt>
    <dgm:pt modelId="{835E124C-0A12-4038-9A22-EF13D8A37207}" type="parTrans" cxnId="{31C3A74E-D0A8-4C13-B401-A7A7BB704411}">
      <dgm:prSet/>
      <dgm:spPr/>
      <dgm:t>
        <a:bodyPr/>
        <a:lstStyle/>
        <a:p>
          <a:endParaRPr lang="en-IE"/>
        </a:p>
      </dgm:t>
    </dgm:pt>
    <dgm:pt modelId="{99F65FDC-AF76-40AA-B884-B56A090B0342}" type="sibTrans" cxnId="{31C3A74E-D0A8-4C13-B401-A7A7BB704411}">
      <dgm:prSet/>
      <dgm:spPr/>
      <dgm:t>
        <a:bodyPr/>
        <a:lstStyle/>
        <a:p>
          <a:endParaRPr lang="en-IE"/>
        </a:p>
      </dgm:t>
    </dgm:pt>
    <dgm:pt modelId="{28C609CE-16F6-4329-ACC7-B44547EE99FF}">
      <dgm:prSet/>
      <dgm:spPr>
        <a:solidFill>
          <a:schemeClr val="bg1"/>
        </a:solidFill>
        <a:ln>
          <a:solidFill>
            <a:schemeClr val="bg2">
              <a:lumMod val="75000"/>
            </a:schemeClr>
          </a:solidFill>
        </a:ln>
      </dgm:spPr>
      <dgm:t>
        <a:bodyPr lIns="72000" rIns="72000"/>
        <a:lstStyle/>
        <a:p>
          <a:r>
            <a:rPr lang="en-US" b="1">
              <a:solidFill>
                <a:schemeClr val="accent1">
                  <a:lumMod val="75000"/>
                </a:schemeClr>
              </a:solidFill>
            </a:rPr>
            <a:t>Lesson 2</a:t>
          </a:r>
          <a:r>
            <a:rPr lang="ru-RU" b="1">
              <a:solidFill>
                <a:schemeClr val="accent1">
                  <a:lumMod val="75000"/>
                </a:schemeClr>
              </a:solidFill>
            </a:rPr>
            <a:t>.</a:t>
          </a:r>
          <a:endParaRPr lang="en-IE" b="1">
            <a:solidFill>
              <a:schemeClr val="accent1">
                <a:lumMod val="75000"/>
              </a:schemeClr>
            </a:solidFill>
          </a:endParaRPr>
        </a:p>
        <a:p>
          <a:pPr>
            <a:buClr>
              <a:schemeClr val="accent1"/>
            </a:buClr>
            <a:buFont typeface="Arial" panose="020B0604020202020204" pitchFamily="34" charset="0"/>
            <a:buChar char="•"/>
          </a:pPr>
          <a:r>
            <a:rPr lang="en-US">
              <a:solidFill>
                <a:schemeClr val="bg2">
                  <a:lumMod val="50000"/>
                </a:schemeClr>
              </a:solidFill>
            </a:rPr>
            <a:t>Recap on last class skills</a:t>
          </a:r>
        </a:p>
        <a:p>
          <a:pPr>
            <a:buClr>
              <a:schemeClr val="accent1"/>
            </a:buClr>
            <a:buFont typeface="Arial" panose="020B0604020202020204" pitchFamily="34" charset="0"/>
            <a:buChar char="•"/>
          </a:pPr>
          <a:r>
            <a:rPr lang="en-US">
              <a:solidFill>
                <a:schemeClr val="bg2">
                  <a:lumMod val="50000"/>
                </a:schemeClr>
              </a:solidFill>
            </a:rPr>
            <a:t>Change the values in a list</a:t>
          </a:r>
        </a:p>
        <a:p>
          <a:pPr>
            <a:buClr>
              <a:schemeClr val="accent1"/>
            </a:buClr>
            <a:buFont typeface="Arial" panose="020B0604020202020204" pitchFamily="34" charset="0"/>
            <a:buChar char="•"/>
          </a:pPr>
          <a:r>
            <a:rPr lang="en-US">
              <a:solidFill>
                <a:schemeClr val="bg2">
                  <a:lumMod val="50000"/>
                </a:schemeClr>
              </a:solidFill>
            </a:rPr>
            <a:t>Understand “Out of Range errors”</a:t>
          </a:r>
        </a:p>
        <a:p>
          <a:pPr>
            <a:buClr>
              <a:schemeClr val="accent1"/>
            </a:buClr>
            <a:buFont typeface="Arial" panose="020B0604020202020204" pitchFamily="34" charset="0"/>
            <a:buChar char="•"/>
          </a:pPr>
          <a:r>
            <a:rPr lang="en-US">
              <a:solidFill>
                <a:schemeClr val="bg2">
                  <a:lumMod val="50000"/>
                </a:schemeClr>
              </a:solidFill>
            </a:rPr>
            <a:t>Use Negative indexing with lists</a:t>
          </a:r>
          <a:endParaRPr lang="ru-RU" b="1">
            <a:solidFill>
              <a:schemeClr val="accent1">
                <a:lumMod val="75000"/>
              </a:schemeClr>
            </a:solidFill>
          </a:endParaRPr>
        </a:p>
        <a:p>
          <a:r>
            <a:rPr lang="en-US">
              <a:solidFill>
                <a:schemeClr val="bg2">
                  <a:lumMod val="50000"/>
                </a:schemeClr>
              </a:solidFill>
            </a:rPr>
            <a:t>-</a:t>
          </a:r>
        </a:p>
      </dgm:t>
    </dgm:pt>
    <dgm:pt modelId="{DED48D1A-B472-4FE2-A8FE-6F0076BFE6EE}" type="parTrans" cxnId="{19193C3A-B308-4DF5-8D4F-529722FEE49D}">
      <dgm:prSet/>
      <dgm:spPr/>
      <dgm:t>
        <a:bodyPr/>
        <a:lstStyle/>
        <a:p>
          <a:endParaRPr lang="en-IE"/>
        </a:p>
      </dgm:t>
    </dgm:pt>
    <dgm:pt modelId="{795FBE80-15A6-4C56-AAD8-CBBE48945494}" type="sibTrans" cxnId="{19193C3A-B308-4DF5-8D4F-529722FEE49D}">
      <dgm:prSet/>
      <dgm:spPr/>
      <dgm:t>
        <a:bodyPr/>
        <a:lstStyle/>
        <a:p>
          <a:endParaRPr lang="en-IE"/>
        </a:p>
      </dgm:t>
    </dgm:pt>
    <dgm:pt modelId="{ED9FE504-95F2-473C-B3C5-C7DF25BF073B}">
      <dgm:prSet/>
      <dgm:spPr>
        <a:solidFill>
          <a:schemeClr val="bg1"/>
        </a:solidFill>
        <a:ln>
          <a:solidFill>
            <a:schemeClr val="bg2">
              <a:lumMod val="75000"/>
            </a:schemeClr>
          </a:solidFill>
        </a:ln>
      </dgm:spPr>
      <dgm:t>
        <a:bodyPr lIns="72000" rIns="72000"/>
        <a:lstStyle/>
        <a:p>
          <a:r>
            <a:rPr lang="en-US" b="1">
              <a:solidFill>
                <a:schemeClr val="accent1">
                  <a:lumMod val="75000"/>
                </a:schemeClr>
              </a:solidFill>
            </a:rPr>
            <a:t>Lesson 3</a:t>
          </a:r>
          <a:r>
            <a:rPr lang="ru-RU" b="1">
              <a:solidFill>
                <a:schemeClr val="accent1">
                  <a:lumMod val="75000"/>
                </a:schemeClr>
              </a:solidFill>
            </a:rPr>
            <a:t>.</a:t>
          </a:r>
        </a:p>
        <a:p>
          <a:r>
            <a:rPr lang="en-US">
              <a:solidFill>
                <a:schemeClr val="bg2">
                  <a:lumMod val="50000"/>
                </a:schemeClr>
              </a:solidFill>
            </a:rPr>
            <a:t>Recap on negative indexing</a:t>
          </a:r>
        </a:p>
        <a:p>
          <a:pPr>
            <a:buClr>
              <a:schemeClr val="accent1"/>
            </a:buClr>
            <a:buFont typeface="Arial" panose="020B0604020202020204" pitchFamily="34" charset="0"/>
            <a:buChar char="•"/>
          </a:pPr>
          <a:r>
            <a:rPr lang="en-US">
              <a:solidFill>
                <a:schemeClr val="bg2">
                  <a:lumMod val="50000"/>
                </a:schemeClr>
              </a:solidFill>
            </a:rPr>
            <a:t>Implement different forms of list slicing</a:t>
          </a:r>
        </a:p>
        <a:p>
          <a:pPr>
            <a:buClr>
              <a:schemeClr val="accent1"/>
            </a:buClr>
            <a:buFont typeface="Arial" panose="020B0604020202020204" pitchFamily="34" charset="0"/>
            <a:buChar char="•"/>
          </a:pPr>
          <a:r>
            <a:rPr lang="en-US">
              <a:solidFill>
                <a:schemeClr val="bg2">
                  <a:lumMod val="50000"/>
                </a:schemeClr>
              </a:solidFill>
            </a:rPr>
            <a:t>Understand and use different list methods-</a:t>
          </a:r>
        </a:p>
      </dgm:t>
    </dgm:pt>
    <dgm:pt modelId="{1823F1C7-33ED-48A4-BC93-19E5E688F041}" type="parTrans" cxnId="{C017F182-81E3-4003-93E0-A47632232EA7}">
      <dgm:prSet/>
      <dgm:spPr/>
      <dgm:t>
        <a:bodyPr/>
        <a:lstStyle/>
        <a:p>
          <a:endParaRPr lang="en-IE"/>
        </a:p>
      </dgm:t>
    </dgm:pt>
    <dgm:pt modelId="{A43E2B2C-FE70-4503-8B2B-F1532BDED120}" type="sibTrans" cxnId="{C017F182-81E3-4003-93E0-A47632232EA7}">
      <dgm:prSet/>
      <dgm:spPr/>
      <dgm:t>
        <a:bodyPr/>
        <a:lstStyle/>
        <a:p>
          <a:endParaRPr lang="en-IE"/>
        </a:p>
      </dgm:t>
    </dgm:pt>
    <dgm:pt modelId="{40FE0EB9-B287-43F6-ABB4-527CB1B94B4A}" type="pres">
      <dgm:prSet presAssocID="{D0F07F19-1F50-4B42-A7A0-278DF9D25BB1}" presName="diagram" presStyleCnt="0">
        <dgm:presLayoutVars>
          <dgm:dir/>
          <dgm:resizeHandles val="exact"/>
        </dgm:presLayoutVars>
      </dgm:prSet>
      <dgm:spPr/>
    </dgm:pt>
    <dgm:pt modelId="{9D1CF132-D504-4814-8EF6-9CE49C980BD1}" type="pres">
      <dgm:prSet presAssocID="{82BF6E8C-83C1-49DC-AD24-B31033E29031}" presName="node" presStyleLbl="node1" presStyleIdx="0" presStyleCnt="3" custScaleX="115064" custScaleY="244949" custLinFactNeighborX="976">
        <dgm:presLayoutVars>
          <dgm:bulletEnabled val="1"/>
        </dgm:presLayoutVars>
      </dgm:prSet>
      <dgm:spPr/>
    </dgm:pt>
    <dgm:pt modelId="{461D80A3-8163-41EA-845F-C453821F6D76}" type="pres">
      <dgm:prSet presAssocID="{99F65FDC-AF76-40AA-B884-B56A090B0342}" presName="sibTrans" presStyleCnt="0"/>
      <dgm:spPr/>
    </dgm:pt>
    <dgm:pt modelId="{85116EED-DAE1-4D57-B1A6-481D93952427}" type="pres">
      <dgm:prSet presAssocID="{28C609CE-16F6-4329-ACC7-B44547EE99FF}" presName="node" presStyleLbl="node1" presStyleIdx="1" presStyleCnt="3" custScaleX="115064" custScaleY="244949" custLinFactNeighborX="976">
        <dgm:presLayoutVars>
          <dgm:bulletEnabled val="1"/>
        </dgm:presLayoutVars>
      </dgm:prSet>
      <dgm:spPr/>
    </dgm:pt>
    <dgm:pt modelId="{534FDBD2-A2E1-4DFE-8903-F994ECFB5291}" type="pres">
      <dgm:prSet presAssocID="{795FBE80-15A6-4C56-AAD8-CBBE48945494}" presName="sibTrans" presStyleCnt="0"/>
      <dgm:spPr/>
    </dgm:pt>
    <dgm:pt modelId="{51422498-84A4-499C-AD07-B02E10D3507C}" type="pres">
      <dgm:prSet presAssocID="{ED9FE504-95F2-473C-B3C5-C7DF25BF073B}" presName="node" presStyleLbl="node1" presStyleIdx="2" presStyleCnt="3" custScaleX="115064" custScaleY="244949" custLinFactNeighborX="976">
        <dgm:presLayoutVars>
          <dgm:bulletEnabled val="1"/>
        </dgm:presLayoutVars>
      </dgm:prSet>
      <dgm:spPr/>
    </dgm:pt>
  </dgm:ptLst>
  <dgm:cxnLst>
    <dgm:cxn modelId="{19193C3A-B308-4DF5-8D4F-529722FEE49D}" srcId="{D0F07F19-1F50-4B42-A7A0-278DF9D25BB1}" destId="{28C609CE-16F6-4329-ACC7-B44547EE99FF}" srcOrd="1" destOrd="0" parTransId="{DED48D1A-B472-4FE2-A8FE-6F0076BFE6EE}" sibTransId="{795FBE80-15A6-4C56-AAD8-CBBE48945494}"/>
    <dgm:cxn modelId="{31C3A74E-D0A8-4C13-B401-A7A7BB704411}" srcId="{D0F07F19-1F50-4B42-A7A0-278DF9D25BB1}" destId="{82BF6E8C-83C1-49DC-AD24-B31033E29031}" srcOrd="0" destOrd="0" parTransId="{835E124C-0A12-4038-9A22-EF13D8A37207}" sibTransId="{99F65FDC-AF76-40AA-B884-B56A090B0342}"/>
    <dgm:cxn modelId="{99795150-9446-47EA-96AC-E3FC80CC2A11}" type="presOf" srcId="{28C609CE-16F6-4329-ACC7-B44547EE99FF}" destId="{85116EED-DAE1-4D57-B1A6-481D93952427}" srcOrd="0" destOrd="0" presId="urn:microsoft.com/office/officeart/2005/8/layout/default"/>
    <dgm:cxn modelId="{B859C758-F8A0-46C3-880A-70E7DA337424}" type="presOf" srcId="{82BF6E8C-83C1-49DC-AD24-B31033E29031}" destId="{9D1CF132-D504-4814-8EF6-9CE49C980BD1}" srcOrd="0" destOrd="0" presId="urn:microsoft.com/office/officeart/2005/8/layout/default"/>
    <dgm:cxn modelId="{C017F182-81E3-4003-93E0-A47632232EA7}" srcId="{D0F07F19-1F50-4B42-A7A0-278DF9D25BB1}" destId="{ED9FE504-95F2-473C-B3C5-C7DF25BF073B}" srcOrd="2" destOrd="0" parTransId="{1823F1C7-33ED-48A4-BC93-19E5E688F041}" sibTransId="{A43E2B2C-FE70-4503-8B2B-F1532BDED120}"/>
    <dgm:cxn modelId="{6C1179A2-6ED3-4171-B43C-85AE5CF667D5}" type="presOf" srcId="{ED9FE504-95F2-473C-B3C5-C7DF25BF073B}" destId="{51422498-84A4-499C-AD07-B02E10D3507C}" srcOrd="0" destOrd="0" presId="urn:microsoft.com/office/officeart/2005/8/layout/default"/>
    <dgm:cxn modelId="{38B196E4-A718-4E5E-8B33-DFB2B77FDE42}" type="presOf" srcId="{D0F07F19-1F50-4B42-A7A0-278DF9D25BB1}" destId="{40FE0EB9-B287-43F6-ABB4-527CB1B94B4A}" srcOrd="0" destOrd="0" presId="urn:microsoft.com/office/officeart/2005/8/layout/default"/>
    <dgm:cxn modelId="{EB5441D8-889B-48DD-93C7-553990ECE0F6}" type="presParOf" srcId="{40FE0EB9-B287-43F6-ABB4-527CB1B94B4A}" destId="{9D1CF132-D504-4814-8EF6-9CE49C980BD1}" srcOrd="0" destOrd="0" presId="urn:microsoft.com/office/officeart/2005/8/layout/default"/>
    <dgm:cxn modelId="{FF4CAAA5-AFB1-490E-B55C-3265D47545F4}" type="presParOf" srcId="{40FE0EB9-B287-43F6-ABB4-527CB1B94B4A}" destId="{461D80A3-8163-41EA-845F-C453821F6D76}" srcOrd="1" destOrd="0" presId="urn:microsoft.com/office/officeart/2005/8/layout/default"/>
    <dgm:cxn modelId="{133AA624-D7CA-4FAF-8F1E-8B5C24D931C2}" type="presParOf" srcId="{40FE0EB9-B287-43F6-ABB4-527CB1B94B4A}" destId="{85116EED-DAE1-4D57-B1A6-481D93952427}" srcOrd="2" destOrd="0" presId="urn:microsoft.com/office/officeart/2005/8/layout/default"/>
    <dgm:cxn modelId="{F7B5234F-F71B-4F82-ACC8-05A6E02B7DFE}" type="presParOf" srcId="{40FE0EB9-B287-43F6-ABB4-527CB1B94B4A}" destId="{534FDBD2-A2E1-4DFE-8903-F994ECFB5291}" srcOrd="3" destOrd="0" presId="urn:microsoft.com/office/officeart/2005/8/layout/default"/>
    <dgm:cxn modelId="{6D2B17EC-22D3-466A-8BB3-B04BF5FF6768}" type="presParOf" srcId="{40FE0EB9-B287-43F6-ABB4-527CB1B94B4A}" destId="{51422498-84A4-499C-AD07-B02E10D3507C}"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CF132-D504-4814-8EF6-9CE49C980BD1}">
      <dsp:nvSpPr>
        <dsp:cNvPr id="0" name=""/>
        <dsp:cNvSpPr/>
      </dsp:nvSpPr>
      <dsp:spPr>
        <a:xfrm>
          <a:off x="1048629" y="1248"/>
          <a:ext cx="2762191" cy="3528102"/>
        </a:xfrm>
        <a:prstGeom prst="rect">
          <a:avLst/>
        </a:prstGeom>
        <a:solidFill>
          <a:schemeClr val="bg1"/>
        </a:solidFill>
        <a:ln w="12700" cap="flat"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83820" rIns="72000" bIns="83820" numCol="1" spcCol="1270" anchor="ctr" anchorCtr="0">
          <a:noAutofit/>
        </a:bodyPr>
        <a:lstStyle/>
        <a:p>
          <a:pPr marL="0" lvl="0" indent="0" algn="ctr" defTabSz="977900">
            <a:lnSpc>
              <a:spcPct val="90000"/>
            </a:lnSpc>
            <a:spcBef>
              <a:spcPct val="0"/>
            </a:spcBef>
            <a:spcAft>
              <a:spcPct val="35000"/>
            </a:spcAft>
            <a:buNone/>
          </a:pPr>
          <a:r>
            <a:rPr lang="en-US" sz="2200" b="1" kern="1200">
              <a:solidFill>
                <a:schemeClr val="accent1">
                  <a:lumMod val="75000"/>
                </a:schemeClr>
              </a:solidFill>
            </a:rPr>
            <a:t>Lesson 1</a:t>
          </a:r>
          <a:r>
            <a:rPr lang="ru-RU" sz="2200" b="1" kern="1200">
              <a:solidFill>
                <a:schemeClr val="accent1">
                  <a:lumMod val="75000"/>
                </a:schemeClr>
              </a:solidFill>
            </a:rPr>
            <a:t>.</a:t>
          </a:r>
        </a:p>
        <a:p>
          <a:pPr marL="0" lvl="0" indent="0" algn="ctr" defTabSz="977900">
            <a:lnSpc>
              <a:spcPct val="90000"/>
            </a:lnSpc>
            <a:spcBef>
              <a:spcPct val="0"/>
            </a:spcBef>
            <a:spcAft>
              <a:spcPct val="35000"/>
            </a:spcAft>
            <a:buNone/>
          </a:pPr>
          <a:r>
            <a:rPr lang="en-US" sz="2200" kern="1200">
              <a:solidFill>
                <a:schemeClr val="bg2">
                  <a:lumMod val="50000"/>
                </a:schemeClr>
              </a:solidFill>
            </a:rPr>
            <a:t>- What is a list?</a:t>
          </a:r>
        </a:p>
        <a:p>
          <a:pPr marL="0" lvl="0" indent="0" algn="ctr" defTabSz="977900">
            <a:lnSpc>
              <a:spcPct val="90000"/>
            </a:lnSpc>
            <a:spcBef>
              <a:spcPct val="0"/>
            </a:spcBef>
            <a:spcAft>
              <a:spcPct val="35000"/>
            </a:spcAft>
            <a:buNone/>
          </a:pPr>
          <a:r>
            <a:rPr lang="en-US" sz="2200" kern="1200" err="1">
              <a:solidFill>
                <a:schemeClr val="bg2">
                  <a:lumMod val="50000"/>
                </a:schemeClr>
              </a:solidFill>
            </a:rPr>
            <a:t>Initialise</a:t>
          </a:r>
          <a:r>
            <a:rPr lang="en-US" sz="2200" kern="1200">
              <a:solidFill>
                <a:schemeClr val="bg2">
                  <a:lumMod val="50000"/>
                </a:schemeClr>
              </a:solidFill>
            </a:rPr>
            <a:t> a list </a:t>
          </a: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Understand the difference between a list and an array</a:t>
          </a: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Index a list</a:t>
          </a:r>
        </a:p>
        <a:p>
          <a:pPr marL="0" lvl="0" indent="0" algn="ctr" defTabSz="977900">
            <a:lnSpc>
              <a:spcPct val="90000"/>
            </a:lnSpc>
            <a:spcBef>
              <a:spcPct val="0"/>
            </a:spcBef>
            <a:spcAft>
              <a:spcPct val="35000"/>
            </a:spcAft>
            <a:buNone/>
          </a:pPr>
          <a:endParaRPr lang="en-US" sz="2200" kern="1200">
            <a:solidFill>
              <a:schemeClr val="bg2">
                <a:lumMod val="50000"/>
              </a:schemeClr>
            </a:solidFill>
          </a:endParaRPr>
        </a:p>
      </dsp:txBody>
      <dsp:txXfrm>
        <a:off x="1048629" y="1248"/>
        <a:ext cx="2762191" cy="3528102"/>
      </dsp:txXfrm>
    </dsp:sp>
    <dsp:sp modelId="{85116EED-DAE1-4D57-B1A6-481D93952427}">
      <dsp:nvSpPr>
        <dsp:cNvPr id="0" name=""/>
        <dsp:cNvSpPr/>
      </dsp:nvSpPr>
      <dsp:spPr>
        <a:xfrm>
          <a:off x="4050877" y="1248"/>
          <a:ext cx="2762191" cy="3528102"/>
        </a:xfrm>
        <a:prstGeom prst="rect">
          <a:avLst/>
        </a:prstGeom>
        <a:solidFill>
          <a:schemeClr val="bg1"/>
        </a:solidFill>
        <a:ln w="12700" cap="flat"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83820" rIns="72000" bIns="83820" numCol="1" spcCol="1270" anchor="ctr" anchorCtr="0">
          <a:noAutofit/>
        </a:bodyPr>
        <a:lstStyle/>
        <a:p>
          <a:pPr marL="0" lvl="0" indent="0" algn="ctr" defTabSz="977900">
            <a:lnSpc>
              <a:spcPct val="90000"/>
            </a:lnSpc>
            <a:spcBef>
              <a:spcPct val="0"/>
            </a:spcBef>
            <a:spcAft>
              <a:spcPct val="35000"/>
            </a:spcAft>
            <a:buNone/>
          </a:pPr>
          <a:r>
            <a:rPr lang="en-US" sz="2200" b="1" kern="1200">
              <a:solidFill>
                <a:schemeClr val="accent1">
                  <a:lumMod val="75000"/>
                </a:schemeClr>
              </a:solidFill>
            </a:rPr>
            <a:t>Lesson 2</a:t>
          </a:r>
          <a:r>
            <a:rPr lang="ru-RU" sz="2200" b="1" kern="1200">
              <a:solidFill>
                <a:schemeClr val="accent1">
                  <a:lumMod val="75000"/>
                </a:schemeClr>
              </a:solidFill>
            </a:rPr>
            <a:t>.</a:t>
          </a:r>
          <a:endParaRPr lang="en-IE" sz="2200" b="1" kern="1200">
            <a:solidFill>
              <a:schemeClr val="accent1">
                <a:lumMod val="75000"/>
              </a:schemeClr>
            </a:solidFill>
          </a:endParaRP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Recap on last class skills</a:t>
          </a: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Change the values in a list</a:t>
          </a: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Understand “Out of Range errors”</a:t>
          </a: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Use Negative indexing with lists</a:t>
          </a:r>
          <a:endParaRPr lang="ru-RU" sz="2200" b="1" kern="1200">
            <a:solidFill>
              <a:schemeClr val="accent1">
                <a:lumMod val="75000"/>
              </a:schemeClr>
            </a:solidFill>
          </a:endParaRPr>
        </a:p>
        <a:p>
          <a:pPr marL="0" lvl="0" indent="0" algn="ctr" defTabSz="977900">
            <a:lnSpc>
              <a:spcPct val="90000"/>
            </a:lnSpc>
            <a:spcBef>
              <a:spcPct val="0"/>
            </a:spcBef>
            <a:spcAft>
              <a:spcPct val="35000"/>
            </a:spcAft>
            <a:buNone/>
          </a:pPr>
          <a:r>
            <a:rPr lang="en-US" sz="2200" kern="1200">
              <a:solidFill>
                <a:schemeClr val="bg2">
                  <a:lumMod val="50000"/>
                </a:schemeClr>
              </a:solidFill>
            </a:rPr>
            <a:t>-</a:t>
          </a:r>
        </a:p>
      </dsp:txBody>
      <dsp:txXfrm>
        <a:off x="4050877" y="1248"/>
        <a:ext cx="2762191" cy="3528102"/>
      </dsp:txXfrm>
    </dsp:sp>
    <dsp:sp modelId="{51422498-84A4-499C-AD07-B02E10D3507C}">
      <dsp:nvSpPr>
        <dsp:cNvPr id="0" name=""/>
        <dsp:cNvSpPr/>
      </dsp:nvSpPr>
      <dsp:spPr>
        <a:xfrm>
          <a:off x="7053126" y="1248"/>
          <a:ext cx="2762191" cy="3528102"/>
        </a:xfrm>
        <a:prstGeom prst="rect">
          <a:avLst/>
        </a:prstGeom>
        <a:solidFill>
          <a:schemeClr val="bg1"/>
        </a:solidFill>
        <a:ln w="12700" cap="flat"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83820" rIns="72000" bIns="83820" numCol="1" spcCol="1270" anchor="ctr" anchorCtr="0">
          <a:noAutofit/>
        </a:bodyPr>
        <a:lstStyle/>
        <a:p>
          <a:pPr marL="0" lvl="0" indent="0" algn="ctr" defTabSz="977900">
            <a:lnSpc>
              <a:spcPct val="90000"/>
            </a:lnSpc>
            <a:spcBef>
              <a:spcPct val="0"/>
            </a:spcBef>
            <a:spcAft>
              <a:spcPct val="35000"/>
            </a:spcAft>
            <a:buNone/>
          </a:pPr>
          <a:r>
            <a:rPr lang="en-US" sz="2200" b="1" kern="1200">
              <a:solidFill>
                <a:schemeClr val="accent1">
                  <a:lumMod val="75000"/>
                </a:schemeClr>
              </a:solidFill>
            </a:rPr>
            <a:t>Lesson 3</a:t>
          </a:r>
          <a:r>
            <a:rPr lang="ru-RU" sz="2200" b="1" kern="1200">
              <a:solidFill>
                <a:schemeClr val="accent1">
                  <a:lumMod val="75000"/>
                </a:schemeClr>
              </a:solidFill>
            </a:rPr>
            <a:t>.</a:t>
          </a:r>
        </a:p>
        <a:p>
          <a:pPr marL="0" lvl="0" indent="0" algn="ctr" defTabSz="977900">
            <a:lnSpc>
              <a:spcPct val="90000"/>
            </a:lnSpc>
            <a:spcBef>
              <a:spcPct val="0"/>
            </a:spcBef>
            <a:spcAft>
              <a:spcPct val="35000"/>
            </a:spcAft>
            <a:buNone/>
          </a:pPr>
          <a:r>
            <a:rPr lang="en-US" sz="2200" kern="1200">
              <a:solidFill>
                <a:schemeClr val="bg2">
                  <a:lumMod val="50000"/>
                </a:schemeClr>
              </a:solidFill>
            </a:rPr>
            <a:t>Recap on negative indexing</a:t>
          </a: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Implement different forms of list slicing</a:t>
          </a:r>
        </a:p>
        <a:p>
          <a:pPr marL="0" lvl="0" indent="0" algn="ctr" defTabSz="977900">
            <a:lnSpc>
              <a:spcPct val="90000"/>
            </a:lnSpc>
            <a:spcBef>
              <a:spcPct val="0"/>
            </a:spcBef>
            <a:spcAft>
              <a:spcPct val="35000"/>
            </a:spcAft>
            <a:buClr>
              <a:schemeClr val="accent1"/>
            </a:buClr>
            <a:buFont typeface="Arial" panose="020B0604020202020204" pitchFamily="34" charset="0"/>
            <a:buNone/>
          </a:pPr>
          <a:r>
            <a:rPr lang="en-US" sz="2200" kern="1200">
              <a:solidFill>
                <a:schemeClr val="bg2">
                  <a:lumMod val="50000"/>
                </a:schemeClr>
              </a:solidFill>
            </a:rPr>
            <a:t>Understand and use different list methods-</a:t>
          </a:r>
        </a:p>
      </dsp:txBody>
      <dsp:txXfrm>
        <a:off x="7053126" y="1248"/>
        <a:ext cx="2762191" cy="352810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CB4F3C-75A8-4BB8-A18E-B730DDD68B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6AE10D8-98A5-4E68-A41F-7AA79FF696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5764CF-3664-45D0-9B27-4222DB1A6BA7}" type="datetimeFigureOut">
              <a:rPr lang="en-US" smtClean="0"/>
              <a:t>2/18/2024</a:t>
            </a:fld>
            <a:endParaRPr lang="en-US"/>
          </a:p>
        </p:txBody>
      </p:sp>
      <p:sp>
        <p:nvSpPr>
          <p:cNvPr id="4" name="Footer Placeholder 3">
            <a:extLst>
              <a:ext uri="{FF2B5EF4-FFF2-40B4-BE49-F238E27FC236}">
                <a16:creationId xmlns:a16="http://schemas.microsoft.com/office/drawing/2014/main" id="{177EF411-0DAB-4BCE-94A8-E903E20549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A11237F-7CCA-4423-B624-29C06FF2E7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8CD4AB-B9A2-4248-B31F-8EBC71546D8D}" type="slidenum">
              <a:rPr lang="en-US" smtClean="0"/>
              <a:t>‹#›</a:t>
            </a:fld>
            <a:endParaRPr lang="en-US"/>
          </a:p>
        </p:txBody>
      </p:sp>
    </p:spTree>
    <p:extLst>
      <p:ext uri="{BB962C8B-B14F-4D97-AF65-F5344CB8AC3E}">
        <p14:creationId xmlns:p14="http://schemas.microsoft.com/office/powerpoint/2010/main" val="28697791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F7E720-7243-402E-A0D4-CE3189C951A5}" type="datetimeFigureOut">
              <a:rPr lang="en-US" noProof="0" smtClean="0"/>
              <a:t>2/18/2024</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BE9C73-6CDE-45E2-97F8-E3C5308FA232}" type="slidenum">
              <a:rPr lang="en-US" noProof="0" smtClean="0"/>
              <a:t>‹#›</a:t>
            </a:fld>
            <a:endParaRPr lang="en-US" noProof="0"/>
          </a:p>
        </p:txBody>
      </p:sp>
    </p:spTree>
    <p:extLst>
      <p:ext uri="{BB962C8B-B14F-4D97-AF65-F5344CB8AC3E}">
        <p14:creationId xmlns:p14="http://schemas.microsoft.com/office/powerpoint/2010/main" val="376349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a:t>
            </a:fld>
            <a:endParaRPr lang="en-US"/>
          </a:p>
        </p:txBody>
      </p:sp>
    </p:spTree>
    <p:extLst>
      <p:ext uri="{BB962C8B-B14F-4D97-AF65-F5344CB8AC3E}">
        <p14:creationId xmlns:p14="http://schemas.microsoft.com/office/powerpoint/2010/main" val="1567470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a:t>
            </a:fld>
            <a:endParaRPr lang="en-US"/>
          </a:p>
        </p:txBody>
      </p:sp>
    </p:spTree>
    <p:extLst>
      <p:ext uri="{BB962C8B-B14F-4D97-AF65-F5344CB8AC3E}">
        <p14:creationId xmlns:p14="http://schemas.microsoft.com/office/powerpoint/2010/main" val="3511812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a:t>
            </a:fld>
            <a:endParaRPr lang="en-US"/>
          </a:p>
        </p:txBody>
      </p:sp>
    </p:spTree>
    <p:extLst>
      <p:ext uri="{BB962C8B-B14F-4D97-AF65-F5344CB8AC3E}">
        <p14:creationId xmlns:p14="http://schemas.microsoft.com/office/powerpoint/2010/main" val="942007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a:t>
            </a:fld>
            <a:endParaRPr lang="en-US"/>
          </a:p>
        </p:txBody>
      </p:sp>
    </p:spTree>
    <p:extLst>
      <p:ext uri="{BB962C8B-B14F-4D97-AF65-F5344CB8AC3E}">
        <p14:creationId xmlns:p14="http://schemas.microsoft.com/office/powerpoint/2010/main" val="308730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5</a:t>
            </a:fld>
            <a:endParaRPr lang="en-US"/>
          </a:p>
        </p:txBody>
      </p:sp>
    </p:spTree>
    <p:extLst>
      <p:ext uri="{BB962C8B-B14F-4D97-AF65-F5344CB8AC3E}">
        <p14:creationId xmlns:p14="http://schemas.microsoft.com/office/powerpoint/2010/main" val="2170613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6</a:t>
            </a:fld>
            <a:endParaRPr lang="en-US"/>
          </a:p>
        </p:txBody>
      </p:sp>
    </p:spTree>
    <p:extLst>
      <p:ext uri="{BB962C8B-B14F-4D97-AF65-F5344CB8AC3E}">
        <p14:creationId xmlns:p14="http://schemas.microsoft.com/office/powerpoint/2010/main" val="4155942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7</a:t>
            </a:fld>
            <a:endParaRPr lang="en-US"/>
          </a:p>
        </p:txBody>
      </p:sp>
    </p:spTree>
    <p:extLst>
      <p:ext uri="{BB962C8B-B14F-4D97-AF65-F5344CB8AC3E}">
        <p14:creationId xmlns:p14="http://schemas.microsoft.com/office/powerpoint/2010/main" val="2234146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8</a:t>
            </a:fld>
            <a:endParaRPr lang="en-US"/>
          </a:p>
        </p:txBody>
      </p:sp>
    </p:spTree>
    <p:extLst>
      <p:ext uri="{BB962C8B-B14F-4D97-AF65-F5344CB8AC3E}">
        <p14:creationId xmlns:p14="http://schemas.microsoft.com/office/powerpoint/2010/main" val="2818359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9</a:t>
            </a:fld>
            <a:endParaRPr lang="en-US"/>
          </a:p>
        </p:txBody>
      </p:sp>
    </p:spTree>
    <p:extLst>
      <p:ext uri="{BB962C8B-B14F-4D97-AF65-F5344CB8AC3E}">
        <p14:creationId xmlns:p14="http://schemas.microsoft.com/office/powerpoint/2010/main" val="2618956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10</a:t>
            </a:fld>
            <a:endParaRPr lang="en-US"/>
          </a:p>
        </p:txBody>
      </p:sp>
    </p:spTree>
    <p:extLst>
      <p:ext uri="{BB962C8B-B14F-4D97-AF65-F5344CB8AC3E}">
        <p14:creationId xmlns:p14="http://schemas.microsoft.com/office/powerpoint/2010/main" val="525727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11</a:t>
            </a:fld>
            <a:endParaRPr lang="en-US"/>
          </a:p>
        </p:txBody>
      </p:sp>
    </p:spTree>
    <p:extLst>
      <p:ext uri="{BB962C8B-B14F-4D97-AF65-F5344CB8AC3E}">
        <p14:creationId xmlns:p14="http://schemas.microsoft.com/office/powerpoint/2010/main" val="316486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12</a:t>
            </a:fld>
            <a:endParaRPr lang="en-US"/>
          </a:p>
        </p:txBody>
      </p:sp>
    </p:spTree>
    <p:extLst>
      <p:ext uri="{BB962C8B-B14F-4D97-AF65-F5344CB8AC3E}">
        <p14:creationId xmlns:p14="http://schemas.microsoft.com/office/powerpoint/2010/main" val="248361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13</a:t>
            </a:fld>
            <a:endParaRPr lang="en-US"/>
          </a:p>
        </p:txBody>
      </p:sp>
    </p:spTree>
    <p:extLst>
      <p:ext uri="{BB962C8B-B14F-4D97-AF65-F5344CB8AC3E}">
        <p14:creationId xmlns:p14="http://schemas.microsoft.com/office/powerpoint/2010/main" val="966473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14</a:t>
            </a:fld>
            <a:endParaRPr lang="en-US"/>
          </a:p>
        </p:txBody>
      </p:sp>
    </p:spTree>
    <p:extLst>
      <p:ext uri="{BB962C8B-B14F-4D97-AF65-F5344CB8AC3E}">
        <p14:creationId xmlns:p14="http://schemas.microsoft.com/office/powerpoint/2010/main" val="747256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15</a:t>
            </a:fld>
            <a:endParaRPr lang="en-US"/>
          </a:p>
        </p:txBody>
      </p:sp>
    </p:spTree>
    <p:extLst>
      <p:ext uri="{BB962C8B-B14F-4D97-AF65-F5344CB8AC3E}">
        <p14:creationId xmlns:p14="http://schemas.microsoft.com/office/powerpoint/2010/main" val="2273390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16</a:t>
            </a:fld>
            <a:endParaRPr lang="en-US"/>
          </a:p>
        </p:txBody>
      </p:sp>
    </p:spTree>
    <p:extLst>
      <p:ext uri="{BB962C8B-B14F-4D97-AF65-F5344CB8AC3E}">
        <p14:creationId xmlns:p14="http://schemas.microsoft.com/office/powerpoint/2010/main" val="3595407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17</a:t>
            </a:fld>
            <a:endParaRPr lang="en-US"/>
          </a:p>
        </p:txBody>
      </p:sp>
    </p:spTree>
    <p:extLst>
      <p:ext uri="{BB962C8B-B14F-4D97-AF65-F5344CB8AC3E}">
        <p14:creationId xmlns:p14="http://schemas.microsoft.com/office/powerpoint/2010/main" val="911984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18</a:t>
            </a:fld>
            <a:endParaRPr lang="en-US"/>
          </a:p>
        </p:txBody>
      </p:sp>
    </p:spTree>
    <p:extLst>
      <p:ext uri="{BB962C8B-B14F-4D97-AF65-F5344CB8AC3E}">
        <p14:creationId xmlns:p14="http://schemas.microsoft.com/office/powerpoint/2010/main" val="449094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19</a:t>
            </a:fld>
            <a:endParaRPr lang="en-US"/>
          </a:p>
        </p:txBody>
      </p:sp>
    </p:spTree>
    <p:extLst>
      <p:ext uri="{BB962C8B-B14F-4D97-AF65-F5344CB8AC3E}">
        <p14:creationId xmlns:p14="http://schemas.microsoft.com/office/powerpoint/2010/main" val="1265495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50000"/>
              </a:lnSpc>
              <a:buFont typeface="Wingdings" panose="05000000000000000000" pitchFamily="2" charset="2"/>
              <a:buChar char=""/>
            </a:pPr>
            <a:r>
              <a:rPr lang="en-GB" sz="1800">
                <a:effectLst/>
                <a:latin typeface="Arial" panose="020B0604020202020204" pitchFamily="34" charset="0"/>
                <a:ea typeface="Times New Roman" panose="02020603050405020304" pitchFamily="18" charset="0"/>
                <a:cs typeface="Times New Roman" panose="02020603050405020304" pitchFamily="18" charset="0"/>
              </a:rPr>
              <a:t>Line 1 initialises a list of fruits and line 2 displays the contents of the list</a:t>
            </a:r>
            <a:endParaRPr lang="en-IE" sz="180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Wingdings" panose="05000000000000000000" pitchFamily="2" charset="2"/>
              <a:buChar char=""/>
            </a:pPr>
            <a:r>
              <a:rPr lang="en-GB" sz="1800">
                <a:effectLst/>
                <a:latin typeface="Arial" panose="020B0604020202020204" pitchFamily="34" charset="0"/>
                <a:ea typeface="Times New Roman" panose="02020603050405020304" pitchFamily="18" charset="0"/>
                <a:cs typeface="Times New Roman" panose="02020603050405020304" pitchFamily="18" charset="0"/>
              </a:rPr>
              <a:t>Lines 4-9, each make separate changes to the individual elements in the list that are ‘housed’ at the given index</a:t>
            </a:r>
            <a:endParaRPr lang="en-IE" sz="180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Wingdings" panose="05000000000000000000" pitchFamily="2" charset="2"/>
              <a:buChar char=""/>
            </a:pPr>
            <a:r>
              <a:rPr lang="en-GB" sz="1800">
                <a:effectLst/>
                <a:latin typeface="Arial" panose="020B0604020202020204" pitchFamily="34" charset="0"/>
                <a:ea typeface="Times New Roman" panose="02020603050405020304" pitchFamily="18" charset="0"/>
                <a:cs typeface="Times New Roman" panose="02020603050405020304" pitchFamily="18" charset="0"/>
              </a:rPr>
              <a:t>Line 11 displays the list again </a:t>
            </a:r>
            <a:endParaRPr lang="en-IE" sz="180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Wingdings" panose="05000000000000000000" pitchFamily="2" charset="2"/>
              <a:buChar char=""/>
            </a:pPr>
            <a:r>
              <a:rPr lang="en-GB" sz="1800">
                <a:effectLst/>
                <a:latin typeface="Arial" panose="020B0604020202020204" pitchFamily="34" charset="0"/>
                <a:ea typeface="Times New Roman" panose="02020603050405020304" pitchFamily="18" charset="0"/>
                <a:cs typeface="Times New Roman" panose="02020603050405020304" pitchFamily="18" charset="0"/>
              </a:rPr>
              <a:t>Predict the output of the above program.</a:t>
            </a:r>
            <a:endParaRPr lang="en-IE" sz="180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20</a:t>
            </a:fld>
            <a:endParaRPr lang="en-US"/>
          </a:p>
        </p:txBody>
      </p:sp>
    </p:spTree>
    <p:extLst>
      <p:ext uri="{BB962C8B-B14F-4D97-AF65-F5344CB8AC3E}">
        <p14:creationId xmlns:p14="http://schemas.microsoft.com/office/powerpoint/2010/main" val="28835107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21</a:t>
            </a:fld>
            <a:endParaRPr lang="en-US"/>
          </a:p>
        </p:txBody>
      </p:sp>
    </p:spTree>
    <p:extLst>
      <p:ext uri="{BB962C8B-B14F-4D97-AF65-F5344CB8AC3E}">
        <p14:creationId xmlns:p14="http://schemas.microsoft.com/office/powerpoint/2010/main" val="3692082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22</a:t>
            </a:fld>
            <a:endParaRPr lang="en-US"/>
          </a:p>
        </p:txBody>
      </p:sp>
    </p:spTree>
    <p:extLst>
      <p:ext uri="{BB962C8B-B14F-4D97-AF65-F5344CB8AC3E}">
        <p14:creationId xmlns:p14="http://schemas.microsoft.com/office/powerpoint/2010/main" val="11550778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23</a:t>
            </a:fld>
            <a:endParaRPr lang="en-US"/>
          </a:p>
        </p:txBody>
      </p:sp>
    </p:spTree>
    <p:extLst>
      <p:ext uri="{BB962C8B-B14F-4D97-AF65-F5344CB8AC3E}">
        <p14:creationId xmlns:p14="http://schemas.microsoft.com/office/powerpoint/2010/main" val="19207926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24</a:t>
            </a:fld>
            <a:endParaRPr lang="en-US"/>
          </a:p>
        </p:txBody>
      </p:sp>
    </p:spTree>
    <p:extLst>
      <p:ext uri="{BB962C8B-B14F-4D97-AF65-F5344CB8AC3E}">
        <p14:creationId xmlns:p14="http://schemas.microsoft.com/office/powerpoint/2010/main" val="1703034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r>
              <a:rPr lang="en-GB" sz="1800" b="1" i="1">
                <a:effectLst/>
                <a:latin typeface="Arial" panose="020B0604020202020204" pitchFamily="34" charset="0"/>
                <a:ea typeface="Times New Roman" panose="02020603050405020304" pitchFamily="18" charset="0"/>
                <a:cs typeface="Times New Roman" panose="02020603050405020304" pitchFamily="18" charset="0"/>
              </a:rPr>
              <a:t>Can you figure out how the program generates the output shown inside the comments?</a:t>
            </a:r>
            <a:endParaRPr lang="en-IE" sz="180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GB" sz="1800" b="1" i="1">
                <a:effectLst/>
                <a:latin typeface="Arial" panose="020B0604020202020204" pitchFamily="34" charset="0"/>
                <a:ea typeface="Times New Roman" panose="02020603050405020304" pitchFamily="18" charset="0"/>
                <a:cs typeface="Times New Roman" panose="02020603050405020304" pitchFamily="18" charset="0"/>
              </a:rPr>
              <a:t>How could we ‘slice out’ the fruits that grow in Ireland (i.e. apple and pear)?</a:t>
            </a:r>
            <a:endParaRPr lang="en-IE" sz="180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GB" sz="1800" b="1" i="1">
                <a:effectLst/>
                <a:latin typeface="Arial" panose="020B0604020202020204" pitchFamily="34" charset="0"/>
                <a:ea typeface="Times New Roman" panose="02020603050405020304" pitchFamily="18" charset="0"/>
                <a:cs typeface="Times New Roman" panose="02020603050405020304" pitchFamily="18" charset="0"/>
              </a:rPr>
              <a:t>What output would be generated from the line </a:t>
            </a:r>
            <a:r>
              <a:rPr lang="en-GB" sz="1800">
                <a:effectLst/>
                <a:latin typeface="Bookman Old Style" panose="02050604050505020204" pitchFamily="18" charset="0"/>
                <a:ea typeface="Times New Roman" panose="02020603050405020304" pitchFamily="18" charset="0"/>
                <a:cs typeface="Times New Roman" panose="02020603050405020304" pitchFamily="18" charset="0"/>
              </a:rPr>
              <a:t>print(fruits[ : ])</a:t>
            </a:r>
            <a:r>
              <a:rPr lang="en-GB" sz="1800" b="1">
                <a:effectLst/>
                <a:latin typeface="Arial" panose="020B0604020202020204" pitchFamily="34" charset="0"/>
                <a:ea typeface="Times New Roman" panose="02020603050405020304" pitchFamily="18" charset="0"/>
              </a:rPr>
              <a:t>?</a:t>
            </a: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25</a:t>
            </a:fld>
            <a:endParaRPr lang="en-US"/>
          </a:p>
        </p:txBody>
      </p:sp>
    </p:spTree>
    <p:extLst>
      <p:ext uri="{BB962C8B-B14F-4D97-AF65-F5344CB8AC3E}">
        <p14:creationId xmlns:p14="http://schemas.microsoft.com/office/powerpoint/2010/main" val="6095289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26</a:t>
            </a:fld>
            <a:endParaRPr lang="en-US"/>
          </a:p>
        </p:txBody>
      </p:sp>
    </p:spTree>
    <p:extLst>
      <p:ext uri="{BB962C8B-B14F-4D97-AF65-F5344CB8AC3E}">
        <p14:creationId xmlns:p14="http://schemas.microsoft.com/office/powerpoint/2010/main" val="40268178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27</a:t>
            </a:fld>
            <a:endParaRPr lang="en-US"/>
          </a:p>
        </p:txBody>
      </p:sp>
    </p:spTree>
    <p:extLst>
      <p:ext uri="{BB962C8B-B14F-4D97-AF65-F5344CB8AC3E}">
        <p14:creationId xmlns:p14="http://schemas.microsoft.com/office/powerpoint/2010/main" val="33050883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r>
              <a:rPr lang="en-US"/>
              <a:t>Task 4 </a:t>
            </a:r>
          </a:p>
        </p:txBody>
      </p:sp>
      <p:sp>
        <p:nvSpPr>
          <p:cNvPr id="4" name="Slide Number Placeholder 3"/>
          <p:cNvSpPr>
            <a:spLocks noGrp="1"/>
          </p:cNvSpPr>
          <p:nvPr>
            <p:ph type="sldNum" sz="quarter" idx="5"/>
          </p:nvPr>
        </p:nvSpPr>
        <p:spPr/>
        <p:txBody>
          <a:bodyPr/>
          <a:lstStyle/>
          <a:p>
            <a:fld id="{AABE9C73-6CDE-45E2-97F8-E3C5308FA232}" type="slidenum">
              <a:rPr lang="en-US" smtClean="0"/>
              <a:t>28</a:t>
            </a:fld>
            <a:endParaRPr lang="en-US"/>
          </a:p>
        </p:txBody>
      </p:sp>
    </p:spTree>
    <p:extLst>
      <p:ext uri="{BB962C8B-B14F-4D97-AF65-F5344CB8AC3E}">
        <p14:creationId xmlns:p14="http://schemas.microsoft.com/office/powerpoint/2010/main" val="40776685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r>
              <a:rPr lang="en-US"/>
              <a:t>Task 4 </a:t>
            </a:r>
          </a:p>
        </p:txBody>
      </p:sp>
      <p:sp>
        <p:nvSpPr>
          <p:cNvPr id="4" name="Slide Number Placeholder 3"/>
          <p:cNvSpPr>
            <a:spLocks noGrp="1"/>
          </p:cNvSpPr>
          <p:nvPr>
            <p:ph type="sldNum" sz="quarter" idx="5"/>
          </p:nvPr>
        </p:nvSpPr>
        <p:spPr/>
        <p:txBody>
          <a:bodyPr/>
          <a:lstStyle/>
          <a:p>
            <a:fld id="{AABE9C73-6CDE-45E2-97F8-E3C5308FA232}" type="slidenum">
              <a:rPr lang="en-US" smtClean="0"/>
              <a:t>29</a:t>
            </a:fld>
            <a:endParaRPr lang="en-US"/>
          </a:p>
        </p:txBody>
      </p:sp>
    </p:spTree>
    <p:extLst>
      <p:ext uri="{BB962C8B-B14F-4D97-AF65-F5344CB8AC3E}">
        <p14:creationId xmlns:p14="http://schemas.microsoft.com/office/powerpoint/2010/main" val="3743747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r>
              <a:rPr lang="en-US"/>
              <a:t>How would you extend the programs functionality to generate and display a random card</a:t>
            </a:r>
          </a:p>
          <a:p>
            <a:pPr marL="342900" lvl="0" indent="-342900">
              <a:lnSpc>
                <a:spcPct val="115000"/>
              </a:lnSpc>
              <a:buFont typeface="+mj-lt"/>
              <a:buAutoNum type="arabicPeriod"/>
            </a:pPr>
            <a:r>
              <a:rPr lang="en-US"/>
              <a:t>What additional issues would you have to consider if the program was required to deal a random hand of 5 cards</a:t>
            </a:r>
          </a:p>
        </p:txBody>
      </p:sp>
      <p:sp>
        <p:nvSpPr>
          <p:cNvPr id="4" name="Slide Number Placeholder 3"/>
          <p:cNvSpPr>
            <a:spLocks noGrp="1"/>
          </p:cNvSpPr>
          <p:nvPr>
            <p:ph type="sldNum" sz="quarter" idx="5"/>
          </p:nvPr>
        </p:nvSpPr>
        <p:spPr/>
        <p:txBody>
          <a:bodyPr/>
          <a:lstStyle/>
          <a:p>
            <a:fld id="{AABE9C73-6CDE-45E2-97F8-E3C5308FA232}" type="slidenum">
              <a:rPr lang="en-US" smtClean="0"/>
              <a:t>30</a:t>
            </a:fld>
            <a:endParaRPr lang="en-US"/>
          </a:p>
        </p:txBody>
      </p:sp>
    </p:spTree>
    <p:extLst>
      <p:ext uri="{BB962C8B-B14F-4D97-AF65-F5344CB8AC3E}">
        <p14:creationId xmlns:p14="http://schemas.microsoft.com/office/powerpoint/2010/main" val="3768513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31</a:t>
            </a:fld>
            <a:endParaRPr lang="en-US"/>
          </a:p>
        </p:txBody>
      </p:sp>
    </p:spTree>
    <p:extLst>
      <p:ext uri="{BB962C8B-B14F-4D97-AF65-F5344CB8AC3E}">
        <p14:creationId xmlns:p14="http://schemas.microsoft.com/office/powerpoint/2010/main" val="2731146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32</a:t>
            </a:fld>
            <a:endParaRPr lang="en-US"/>
          </a:p>
        </p:txBody>
      </p:sp>
    </p:spTree>
    <p:extLst>
      <p:ext uri="{BB962C8B-B14F-4D97-AF65-F5344CB8AC3E}">
        <p14:creationId xmlns:p14="http://schemas.microsoft.com/office/powerpoint/2010/main" val="1166758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33</a:t>
            </a:fld>
            <a:endParaRPr lang="en-US"/>
          </a:p>
        </p:txBody>
      </p:sp>
    </p:spTree>
    <p:extLst>
      <p:ext uri="{BB962C8B-B14F-4D97-AF65-F5344CB8AC3E}">
        <p14:creationId xmlns:p14="http://schemas.microsoft.com/office/powerpoint/2010/main" val="33759433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34</a:t>
            </a:fld>
            <a:endParaRPr lang="en-US"/>
          </a:p>
        </p:txBody>
      </p:sp>
    </p:spTree>
    <p:extLst>
      <p:ext uri="{BB962C8B-B14F-4D97-AF65-F5344CB8AC3E}">
        <p14:creationId xmlns:p14="http://schemas.microsoft.com/office/powerpoint/2010/main" val="33244859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35</a:t>
            </a:fld>
            <a:endParaRPr lang="en-US"/>
          </a:p>
        </p:txBody>
      </p:sp>
    </p:spTree>
    <p:extLst>
      <p:ext uri="{BB962C8B-B14F-4D97-AF65-F5344CB8AC3E}">
        <p14:creationId xmlns:p14="http://schemas.microsoft.com/office/powerpoint/2010/main" val="22992012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36</a:t>
            </a:fld>
            <a:endParaRPr lang="en-US"/>
          </a:p>
        </p:txBody>
      </p:sp>
    </p:spTree>
    <p:extLst>
      <p:ext uri="{BB962C8B-B14F-4D97-AF65-F5344CB8AC3E}">
        <p14:creationId xmlns:p14="http://schemas.microsoft.com/office/powerpoint/2010/main" val="38193188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37</a:t>
            </a:fld>
            <a:endParaRPr lang="en-US"/>
          </a:p>
        </p:txBody>
      </p:sp>
    </p:spTree>
    <p:extLst>
      <p:ext uri="{BB962C8B-B14F-4D97-AF65-F5344CB8AC3E}">
        <p14:creationId xmlns:p14="http://schemas.microsoft.com/office/powerpoint/2010/main" val="5231928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38</a:t>
            </a:fld>
            <a:endParaRPr lang="en-US"/>
          </a:p>
        </p:txBody>
      </p:sp>
    </p:spTree>
    <p:extLst>
      <p:ext uri="{BB962C8B-B14F-4D97-AF65-F5344CB8AC3E}">
        <p14:creationId xmlns:p14="http://schemas.microsoft.com/office/powerpoint/2010/main" val="14368159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39</a:t>
            </a:fld>
            <a:endParaRPr lang="en-US"/>
          </a:p>
        </p:txBody>
      </p:sp>
    </p:spTree>
    <p:extLst>
      <p:ext uri="{BB962C8B-B14F-4D97-AF65-F5344CB8AC3E}">
        <p14:creationId xmlns:p14="http://schemas.microsoft.com/office/powerpoint/2010/main" val="11012647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40</a:t>
            </a:fld>
            <a:endParaRPr lang="en-US"/>
          </a:p>
        </p:txBody>
      </p:sp>
    </p:spTree>
    <p:extLst>
      <p:ext uri="{BB962C8B-B14F-4D97-AF65-F5344CB8AC3E}">
        <p14:creationId xmlns:p14="http://schemas.microsoft.com/office/powerpoint/2010/main" val="39415176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41</a:t>
            </a:fld>
            <a:endParaRPr lang="en-US"/>
          </a:p>
        </p:txBody>
      </p:sp>
    </p:spTree>
    <p:extLst>
      <p:ext uri="{BB962C8B-B14F-4D97-AF65-F5344CB8AC3E}">
        <p14:creationId xmlns:p14="http://schemas.microsoft.com/office/powerpoint/2010/main" val="26217714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42</a:t>
            </a:fld>
            <a:endParaRPr lang="en-US"/>
          </a:p>
        </p:txBody>
      </p:sp>
    </p:spTree>
    <p:extLst>
      <p:ext uri="{BB962C8B-B14F-4D97-AF65-F5344CB8AC3E}">
        <p14:creationId xmlns:p14="http://schemas.microsoft.com/office/powerpoint/2010/main" val="9548634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43</a:t>
            </a:fld>
            <a:endParaRPr lang="en-US"/>
          </a:p>
        </p:txBody>
      </p:sp>
    </p:spTree>
    <p:extLst>
      <p:ext uri="{BB962C8B-B14F-4D97-AF65-F5344CB8AC3E}">
        <p14:creationId xmlns:p14="http://schemas.microsoft.com/office/powerpoint/2010/main" val="20621714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44</a:t>
            </a:fld>
            <a:endParaRPr lang="en-US"/>
          </a:p>
        </p:txBody>
      </p:sp>
    </p:spTree>
    <p:extLst>
      <p:ext uri="{BB962C8B-B14F-4D97-AF65-F5344CB8AC3E}">
        <p14:creationId xmlns:p14="http://schemas.microsoft.com/office/powerpoint/2010/main" val="25027485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45</a:t>
            </a:fld>
            <a:endParaRPr lang="en-US"/>
          </a:p>
        </p:txBody>
      </p:sp>
    </p:spTree>
    <p:extLst>
      <p:ext uri="{BB962C8B-B14F-4D97-AF65-F5344CB8AC3E}">
        <p14:creationId xmlns:p14="http://schemas.microsoft.com/office/powerpoint/2010/main" val="8888429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46</a:t>
            </a:fld>
            <a:endParaRPr lang="en-US"/>
          </a:p>
        </p:txBody>
      </p:sp>
    </p:spTree>
    <p:extLst>
      <p:ext uri="{BB962C8B-B14F-4D97-AF65-F5344CB8AC3E}">
        <p14:creationId xmlns:p14="http://schemas.microsoft.com/office/powerpoint/2010/main" val="9138633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47</a:t>
            </a:fld>
            <a:endParaRPr lang="en-US"/>
          </a:p>
        </p:txBody>
      </p:sp>
    </p:spTree>
    <p:extLst>
      <p:ext uri="{BB962C8B-B14F-4D97-AF65-F5344CB8AC3E}">
        <p14:creationId xmlns:p14="http://schemas.microsoft.com/office/powerpoint/2010/main" val="37296180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48</a:t>
            </a:fld>
            <a:endParaRPr lang="en-US"/>
          </a:p>
        </p:txBody>
      </p:sp>
    </p:spTree>
    <p:extLst>
      <p:ext uri="{BB962C8B-B14F-4D97-AF65-F5344CB8AC3E}">
        <p14:creationId xmlns:p14="http://schemas.microsoft.com/office/powerpoint/2010/main" val="42638781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49</a:t>
            </a:fld>
            <a:endParaRPr lang="en-US"/>
          </a:p>
        </p:txBody>
      </p:sp>
    </p:spTree>
    <p:extLst>
      <p:ext uri="{BB962C8B-B14F-4D97-AF65-F5344CB8AC3E}">
        <p14:creationId xmlns:p14="http://schemas.microsoft.com/office/powerpoint/2010/main" val="8076116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15000"/>
              </a:lnSpc>
              <a:buFont typeface="+mj-lt"/>
              <a:buNone/>
            </a:pPr>
            <a:endParaRPr lang="en-US"/>
          </a:p>
        </p:txBody>
      </p:sp>
      <p:sp>
        <p:nvSpPr>
          <p:cNvPr id="4" name="Slide Number Placeholder 3"/>
          <p:cNvSpPr>
            <a:spLocks noGrp="1"/>
          </p:cNvSpPr>
          <p:nvPr>
            <p:ph type="sldNum" sz="quarter" idx="5"/>
          </p:nvPr>
        </p:nvSpPr>
        <p:spPr/>
        <p:txBody>
          <a:bodyPr/>
          <a:lstStyle/>
          <a:p>
            <a:fld id="{AABE9C73-6CDE-45E2-97F8-E3C5308FA232}" type="slidenum">
              <a:rPr lang="en-US" smtClean="0"/>
              <a:t>50</a:t>
            </a:fld>
            <a:endParaRPr lang="en-US"/>
          </a:p>
        </p:txBody>
      </p:sp>
    </p:spTree>
    <p:extLst>
      <p:ext uri="{BB962C8B-B14F-4D97-AF65-F5344CB8AC3E}">
        <p14:creationId xmlns:p14="http://schemas.microsoft.com/office/powerpoint/2010/main" val="39749957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r>
              <a:rPr lang="en-GB" sz="1200" b="1" i="1">
                <a:effectLst/>
                <a:latin typeface="Arial" panose="020B0604020202020204" pitchFamily="34" charset="0"/>
                <a:ea typeface="Times New Roman" panose="02020603050405020304" pitchFamily="18" charset="0"/>
                <a:cs typeface="Times New Roman" panose="02020603050405020304" pitchFamily="18" charset="0"/>
              </a:rPr>
              <a:t>Type up the code and run it. Can you figure out what each line of code does?</a:t>
            </a:r>
            <a:endParaRPr lang="en-IE" sz="120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GB" sz="1200" b="1" i="1">
                <a:effectLst/>
                <a:latin typeface="Arial" panose="020B0604020202020204" pitchFamily="34" charset="0"/>
                <a:ea typeface="Times New Roman" panose="02020603050405020304" pitchFamily="18" charset="0"/>
                <a:cs typeface="Times New Roman" panose="02020603050405020304" pitchFamily="18" charset="0"/>
              </a:rPr>
              <a:t>Extend the code to get the user to input their year of birth. What datatype will you use for this? </a:t>
            </a:r>
            <a:endParaRPr lang="en-IE" sz="120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GB" sz="1200" b="1" i="1">
                <a:effectLst/>
                <a:latin typeface="Arial" panose="020B0604020202020204" pitchFamily="34" charset="0"/>
                <a:ea typeface="Times New Roman" panose="02020603050405020304" pitchFamily="18" charset="0"/>
                <a:cs typeface="Times New Roman" panose="02020603050405020304" pitchFamily="18" charset="0"/>
              </a:rPr>
              <a:t>At the end of the program, display the list again but in reverse order.</a:t>
            </a:r>
            <a:endParaRPr lang="en-IE" sz="120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ABE9C73-6CDE-45E2-97F8-E3C5308FA232}" type="slidenum">
              <a:rPr lang="en-US" smtClean="0"/>
              <a:t>51</a:t>
            </a:fld>
            <a:endParaRPr lang="en-US"/>
          </a:p>
        </p:txBody>
      </p:sp>
    </p:spTree>
    <p:extLst>
      <p:ext uri="{BB962C8B-B14F-4D97-AF65-F5344CB8AC3E}">
        <p14:creationId xmlns:p14="http://schemas.microsoft.com/office/powerpoint/2010/main" val="21323828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buFont typeface="+mj-lt"/>
              <a:buAutoNum type="arabicPeriod"/>
            </a:pPr>
            <a:endParaRPr lang="en-IE" sz="120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ABE9C73-6CDE-45E2-97F8-E3C5308FA232}" type="slidenum">
              <a:rPr lang="en-US" smtClean="0"/>
              <a:t>52</a:t>
            </a:fld>
            <a:endParaRPr lang="en-US"/>
          </a:p>
        </p:txBody>
      </p:sp>
    </p:spTree>
    <p:extLst>
      <p:ext uri="{BB962C8B-B14F-4D97-AF65-F5344CB8AC3E}">
        <p14:creationId xmlns:p14="http://schemas.microsoft.com/office/powerpoint/2010/main" val="2092895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2/18/2024</a:t>
            </a:fld>
            <a:endParaRPr lang="en-US"/>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982019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32B432-ACDA-4023-A761-2BAB76577B62}" type="datetime1">
              <a:rPr lang="en-US" smtClean="0"/>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628558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2/18/2024</a:t>
            </a:fld>
            <a:endParaRPr lang="en-US"/>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8703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186D26-FA5F-4637-B602-B7C2DC34CFD4}" type="datetime1">
              <a:rPr lang="en-US" smtClean="0"/>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05556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F2F0876-DA34-44C2-B05E-66533803FE6E}"/>
              </a:ext>
            </a:extLst>
          </p:cNvPr>
          <p:cNvSpPr>
            <a:spLocks noGrp="1"/>
          </p:cNvSpPr>
          <p:nvPr>
            <p:ph type="pic" sz="quarter" idx="14"/>
          </p:nvPr>
        </p:nvSpPr>
        <p:spPr>
          <a:xfrm>
            <a:off x="233400" y="246600"/>
            <a:ext cx="11725200" cy="6364800"/>
          </a:xfrm>
        </p:spPr>
        <p:txBody>
          <a:bodyPr anchor="ctr" anchorCtr="0"/>
          <a:lstStyle>
            <a:lvl1pPr marL="0" indent="0" algn="ctr">
              <a:buNone/>
              <a:defRPr/>
            </a:lvl1pPr>
          </a:lstStyle>
          <a:p>
            <a:r>
              <a:rPr lang="en-US"/>
              <a:t>Click icon to add picture</a:t>
            </a:r>
            <a:endParaRPr lang="ru-RU"/>
          </a:p>
        </p:txBody>
      </p:sp>
      <p:sp>
        <p:nvSpPr>
          <p:cNvPr id="10" name="Picture Placeholder 9">
            <a:extLst>
              <a:ext uri="{FF2B5EF4-FFF2-40B4-BE49-F238E27FC236}">
                <a16:creationId xmlns:a16="http://schemas.microsoft.com/office/drawing/2014/main" id="{6E352C7E-BCE1-47CD-872E-2935DD89FC28}"/>
              </a:ext>
            </a:extLst>
          </p:cNvPr>
          <p:cNvSpPr>
            <a:spLocks noGrp="1"/>
          </p:cNvSpPr>
          <p:nvPr>
            <p:ph type="pic" sz="quarter" idx="13"/>
          </p:nvPr>
        </p:nvSpPr>
        <p:spPr>
          <a:xfrm>
            <a:off x="852488" y="2103438"/>
            <a:ext cx="5243512" cy="3748087"/>
          </a:xfrm>
        </p:spPr>
        <p:txBody>
          <a:bodyPr anchor="ctr" anchorCtr="0"/>
          <a:lstStyle>
            <a:lvl1pPr marL="0" indent="0" algn="ctr">
              <a:buNone/>
              <a:defRPr/>
            </a:lvl1pPr>
          </a:lstStyle>
          <a:p>
            <a:r>
              <a:rPr lang="en-US"/>
              <a:t>Click icon to add picture</a:t>
            </a:r>
            <a:endParaRPr lang="ru-RU"/>
          </a:p>
        </p:txBody>
      </p:sp>
      <p:sp>
        <p:nvSpPr>
          <p:cNvPr id="8" name="Title 7"/>
          <p:cNvSpPr>
            <a:spLocks noGrp="1"/>
          </p:cNvSpPr>
          <p:nvPr>
            <p:ph type="title"/>
          </p:nvPr>
        </p:nvSpPr>
        <p:spPr/>
        <p:txBody>
          <a:bodyPr/>
          <a:lstStyle>
            <a:lvl1pPr>
              <a:defRPr>
                <a:solidFill>
                  <a:schemeClr val="bg2">
                    <a:lumMod val="50000"/>
                  </a:schemeClr>
                </a:solidFill>
              </a:defRPr>
            </a:lvl1pPr>
          </a:lstStyle>
          <a:p>
            <a:r>
              <a:rPr lang="en-US"/>
              <a:t>Click to edit Master title style</a:t>
            </a:r>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186D26-FA5F-4637-B602-B7C2DC34CFD4}" type="datetime1">
              <a:rPr lang="en-US" smtClean="0"/>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23926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7F15D8-96D1-4781-BC50-CA8A088B2FE4}" type="datetime1">
              <a:rPr lang="en-US" smtClean="0"/>
              <a:t>2/18/2024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23591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A96C99-B8F8-4528-BD05-0E16E943DC09}" type="datetime1">
              <a:rPr lang="en-US" smtClean="0"/>
              <a:t>2/18/2024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758772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865951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2/18/2024</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696644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1_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Autofit/>
          </a:bodyPr>
          <a:lstStyle>
            <a:lvl1pPr algn="l" defTabSz="914400" rtl="0" eaLnBrk="1" latinLnBrk="0" hangingPunct="1">
              <a:lnSpc>
                <a:spcPct val="100000"/>
              </a:lnSpc>
              <a:spcBef>
                <a:spcPct val="0"/>
              </a:spcBef>
              <a:buNone/>
              <a:defRPr lang="en-US" sz="4800" b="0" kern="1200" cap="none" spc="0" baseline="0" dirty="0">
                <a:solidFill>
                  <a:schemeClr val="bg1"/>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bg1">
                    <a:lumMod val="9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2/18/2024</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54680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7A40E7-331A-409D-8385-D6893D1EA86A}"/>
              </a:ext>
            </a:extLst>
          </p:cNvPr>
          <p:cNvSpPr/>
          <p:nvPr userDrawn="1"/>
        </p:nvSpPr>
        <p:spPr>
          <a:xfrm>
            <a:off x="948394" y="941695"/>
            <a:ext cx="5452526" cy="497461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4" name="Picture Placeholder 23">
            <a:extLst>
              <a:ext uri="{FF2B5EF4-FFF2-40B4-BE49-F238E27FC236}">
                <a16:creationId xmlns:a16="http://schemas.microsoft.com/office/drawing/2014/main" id="{75561E95-1FD2-4358-9E4C-3D2E929E4872}"/>
              </a:ext>
            </a:extLst>
          </p:cNvPr>
          <p:cNvSpPr>
            <a:spLocks noGrp="1"/>
          </p:cNvSpPr>
          <p:nvPr>
            <p:ph type="pic" sz="quarter" idx="14"/>
          </p:nvPr>
        </p:nvSpPr>
        <p:spPr>
          <a:xfrm>
            <a:off x="0" y="0"/>
            <a:ext cx="12192000" cy="6858000"/>
          </a:xfrm>
          <a:custGeom>
            <a:avLst/>
            <a:gdLst>
              <a:gd name="connsiteX0" fmla="*/ 948394 w 12192000"/>
              <a:gd name="connsiteY0" fmla="*/ 941695 h 6858000"/>
              <a:gd name="connsiteX1" fmla="*/ 948394 w 12192000"/>
              <a:gd name="connsiteY1" fmla="*/ 5916305 h 6858000"/>
              <a:gd name="connsiteX2" fmla="*/ 6400920 w 12192000"/>
              <a:gd name="connsiteY2" fmla="*/ 5916305 h 6858000"/>
              <a:gd name="connsiteX3" fmla="*/ 6400920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48394" y="941695"/>
                </a:moveTo>
                <a:lnTo>
                  <a:pt x="948394" y="5916305"/>
                </a:lnTo>
                <a:lnTo>
                  <a:pt x="6400920" y="5916305"/>
                </a:lnTo>
                <a:lnTo>
                  <a:pt x="6400920" y="941695"/>
                </a:lnTo>
                <a:close/>
                <a:moveTo>
                  <a:pt x="0" y="0"/>
                </a:moveTo>
                <a:lnTo>
                  <a:pt x="12192000" y="0"/>
                </a:lnTo>
                <a:lnTo>
                  <a:pt x="12192000" y="6858000"/>
                </a:lnTo>
                <a:lnTo>
                  <a:pt x="0" y="6858000"/>
                </a:lnTo>
                <a:close/>
              </a:path>
            </a:pathLst>
          </a:custGeom>
          <a:solidFill>
            <a:schemeClr val="accent1">
              <a:lumMod val="60000"/>
              <a:lumOff val="40000"/>
            </a:schemeClr>
          </a:solidFill>
        </p:spPr>
        <p:txBody>
          <a:bodyPr wrap="square">
            <a:noAutofit/>
          </a:bodyPr>
          <a:lstStyle>
            <a:lvl1pPr marL="0" indent="0" algn="ctr">
              <a:buNone/>
              <a:defRPr/>
            </a:lvl1pPr>
          </a:lstStyle>
          <a:p>
            <a:r>
              <a:rPr lang="en-US" noProof="0"/>
              <a:t>Click icon to add picture</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noProof="0" smtClean="0"/>
              <a:t>2/18/2024</a:t>
            </a:fld>
            <a:endParaRPr lang="en-US" noProof="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noProof="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noProof="0" smtClean="0"/>
              <a:t>‹#›</a:t>
            </a:fld>
            <a:endParaRPr lang="en-US" noProof="0"/>
          </a:p>
        </p:txBody>
      </p:sp>
      <p:sp>
        <p:nvSpPr>
          <p:cNvPr id="22" name="Content Placeholder 3">
            <a:extLst>
              <a:ext uri="{FF2B5EF4-FFF2-40B4-BE49-F238E27FC236}">
                <a16:creationId xmlns:a16="http://schemas.microsoft.com/office/drawing/2014/main" id="{6E7077FF-6FAE-4A98-862F-3A2F931B9589}"/>
              </a:ext>
            </a:extLst>
          </p:cNvPr>
          <p:cNvSpPr>
            <a:spLocks noGrp="1"/>
          </p:cNvSpPr>
          <p:nvPr>
            <p:ph sz="half" idx="13"/>
          </p:nvPr>
        </p:nvSpPr>
        <p:spPr>
          <a:xfrm>
            <a:off x="1357950" y="2852792"/>
            <a:ext cx="4633415" cy="2572193"/>
          </a:xfrm>
        </p:spPr>
        <p:txBody>
          <a:bodyPr vert="horz" lIns="91440" tIns="45720" rIns="91440" bIns="45720" rtlCol="0">
            <a:normAutofit/>
          </a:bodyPr>
          <a:lstStyle>
            <a:lvl1pPr marL="0" indent="0">
              <a:buNone/>
              <a:defRPr>
                <a:solidFill>
                  <a:schemeClr val="bg1"/>
                </a:solidFill>
              </a:defRPr>
            </a:lvl1pPr>
          </a:lstStyle>
          <a:p>
            <a:pPr lvl="0"/>
            <a:r>
              <a:rPr lang="en-US" noProof="0"/>
              <a:t>Click to edit Master text styles</a:t>
            </a:r>
          </a:p>
        </p:txBody>
      </p:sp>
      <p:sp>
        <p:nvSpPr>
          <p:cNvPr id="23" name="Rectangle 22">
            <a:extLst>
              <a:ext uri="{FF2B5EF4-FFF2-40B4-BE49-F238E27FC236}">
                <a16:creationId xmlns:a16="http://schemas.microsoft.com/office/drawing/2014/main" id="{351E07B6-8D69-4F8A-9729-400511B37F8B}"/>
              </a:ext>
            </a:extLst>
          </p:cNvPr>
          <p:cNvSpPr/>
          <p:nvPr userDrawn="1"/>
        </p:nvSpPr>
        <p:spPr>
          <a:xfrm>
            <a:off x="1101715" y="1106424"/>
            <a:ext cx="5120640" cy="464515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1357950" y="1352804"/>
            <a:ext cx="4633415" cy="1333641"/>
          </a:xfrm>
        </p:spPr>
        <p:txBody>
          <a:bodyPr anchor="b">
            <a:normAutofit/>
          </a:bodyPr>
          <a:lstStyle>
            <a:lvl1pPr algn="l" defTabSz="914400" rtl="0" eaLnBrk="1" latinLnBrk="0" hangingPunct="1">
              <a:lnSpc>
                <a:spcPct val="100000"/>
              </a:lnSpc>
              <a:spcBef>
                <a:spcPct val="0"/>
              </a:spcBef>
              <a:buNone/>
              <a:defRPr lang="en-US" sz="4800" b="0" kern="1200" cap="none" spc="0" baseline="0" dirty="0">
                <a:solidFill>
                  <a:schemeClr val="bg1"/>
                </a:solidFill>
                <a:effectLst/>
                <a:latin typeface="+mj-lt"/>
                <a:ea typeface="+mn-ea"/>
                <a:cs typeface="+mn-cs"/>
              </a:defRPr>
            </a:lvl1pPr>
          </a:lstStyle>
          <a:p>
            <a:r>
              <a:rPr lang="en-US" noProof="0"/>
              <a:t>Click to edit Master title style</a:t>
            </a:r>
          </a:p>
        </p:txBody>
      </p:sp>
    </p:spTree>
    <p:extLst>
      <p:ext uri="{BB962C8B-B14F-4D97-AF65-F5344CB8AC3E}">
        <p14:creationId xmlns:p14="http://schemas.microsoft.com/office/powerpoint/2010/main" val="2811138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2/18/2024</a:t>
            </a:fld>
            <a:endParaRPr lang="en-US"/>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100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2/18/2024</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560424787"/>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9" r:id="rId5"/>
    <p:sldLayoutId id="2147483730" r:id="rId6"/>
    <p:sldLayoutId id="2147483736" r:id="rId7"/>
    <p:sldLayoutId id="2147483737" r:id="rId8"/>
    <p:sldLayoutId id="2147483727" r:id="rId9"/>
    <p:sldLayoutId id="2147483741" r:id="rId10"/>
    <p:sldLayoutId id="2147483740" r:id="rId11"/>
    <p:sldLayoutId id="2147483728" r:id="rId12"/>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an in headphones with a laptop">
            <a:extLst>
              <a:ext uri="{FF2B5EF4-FFF2-40B4-BE49-F238E27FC236}">
                <a16:creationId xmlns:a16="http://schemas.microsoft.com/office/drawing/2014/main" id="{ADA04C7C-FE8B-4C2F-BF2E-CBD501A02DFD}"/>
              </a:ext>
            </a:extLst>
          </p:cNvPr>
          <p:cNvPicPr>
            <a:picLocks noChangeAspect="1"/>
          </p:cNvPicPr>
          <p:nvPr/>
        </p:nvPicPr>
        <p:blipFill>
          <a:blip r:embed="rId3">
            <a:duotone>
              <a:prstClr val="black"/>
              <a:schemeClr val="accent1">
                <a:tint val="45000"/>
                <a:satMod val="400000"/>
              </a:schemeClr>
            </a:duotone>
          </a:blip>
          <a:srcRect/>
          <a:stretch/>
        </p:blipFill>
        <p:spPr>
          <a:xfrm>
            <a:off x="11" y="11"/>
            <a:ext cx="12191978" cy="6857988"/>
          </a:xfrm>
          <a:prstGeom prst="rect">
            <a:avLst/>
          </a:prstGeom>
        </p:spPr>
      </p:pic>
      <p:sp>
        <p:nvSpPr>
          <p:cNvPr id="11" name="Rectangle 10">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noFill/>
          <a:ln w="9525" cap="sq" cmpd="sng" algn="ctr">
            <a:solidFill>
              <a:schemeClr val="tx1">
                <a:lumMod val="75000"/>
                <a:lumOff val="25000"/>
              </a:schemeClr>
            </a:solidFill>
            <a:prstDash val="solid"/>
            <a:miter lim="800000"/>
          </a:ln>
          <a:effectLst>
            <a:softEdge rad="0"/>
          </a:effectLst>
        </p:spPr>
      </p:sp>
      <p:sp>
        <p:nvSpPr>
          <p:cNvPr id="2" name="Title 1">
            <a:extLst>
              <a:ext uri="{FF2B5EF4-FFF2-40B4-BE49-F238E27FC236}">
                <a16:creationId xmlns:a16="http://schemas.microsoft.com/office/drawing/2014/main" id="{01253F3E-E6E8-4DEE-A6F6-D6A88FD391E3}"/>
              </a:ext>
            </a:extLst>
          </p:cNvPr>
          <p:cNvSpPr>
            <a:spLocks noGrp="1"/>
          </p:cNvSpPr>
          <p:nvPr>
            <p:ph type="ctrTitle"/>
          </p:nvPr>
        </p:nvSpPr>
        <p:spPr>
          <a:xfrm>
            <a:off x="1769532" y="2091263"/>
            <a:ext cx="8652938" cy="2461504"/>
          </a:xfrm>
        </p:spPr>
        <p:txBody>
          <a:bodyPr>
            <a:normAutofit/>
          </a:bodyPr>
          <a:lstStyle/>
          <a:p>
            <a:r>
              <a:rPr lang="en-US"/>
              <a:t>Python - Lists</a:t>
            </a:r>
            <a:endParaRPr lang="ru-RU"/>
          </a:p>
        </p:txBody>
      </p:sp>
      <p:sp>
        <p:nvSpPr>
          <p:cNvPr id="3" name="Subtitle 2">
            <a:extLst>
              <a:ext uri="{FF2B5EF4-FFF2-40B4-BE49-F238E27FC236}">
                <a16:creationId xmlns:a16="http://schemas.microsoft.com/office/drawing/2014/main" id="{1C954176-1A2D-47B9-B195-FB21407C0471}"/>
              </a:ext>
            </a:extLst>
          </p:cNvPr>
          <p:cNvSpPr>
            <a:spLocks noGrp="1"/>
          </p:cNvSpPr>
          <p:nvPr>
            <p:ph type="subTitle" idx="1"/>
          </p:nvPr>
        </p:nvSpPr>
        <p:spPr>
          <a:xfrm>
            <a:off x="1769532" y="4623127"/>
            <a:ext cx="8655200" cy="457201"/>
          </a:xfrm>
        </p:spPr>
        <p:txBody>
          <a:bodyPr>
            <a:normAutofit/>
          </a:bodyPr>
          <a:lstStyle/>
          <a:p>
            <a:pPr>
              <a:spcAft>
                <a:spcPts val="600"/>
              </a:spcAft>
            </a:pPr>
            <a:r>
              <a:rPr lang="en-US" sz="2400">
                <a:solidFill>
                  <a:schemeClr val="tx2">
                    <a:lumMod val="90000"/>
                  </a:schemeClr>
                </a:solidFill>
              </a:rPr>
              <a:t>5</a:t>
            </a:r>
            <a:r>
              <a:rPr lang="en-US" sz="2400" baseline="30000">
                <a:solidFill>
                  <a:schemeClr val="tx2">
                    <a:lumMod val="90000"/>
                  </a:schemeClr>
                </a:solidFill>
              </a:rPr>
              <a:t>th</a:t>
            </a:r>
            <a:r>
              <a:rPr lang="en-US" sz="2400">
                <a:solidFill>
                  <a:schemeClr val="tx2">
                    <a:lumMod val="90000"/>
                  </a:schemeClr>
                </a:solidFill>
              </a:rPr>
              <a:t> Year Computer Science – January 2022</a:t>
            </a:r>
            <a:endParaRPr lang="ru-RU" sz="2400">
              <a:solidFill>
                <a:schemeClr val="tx2">
                  <a:lumMod val="90000"/>
                </a:schemeClr>
              </a:solidFill>
            </a:endParaRPr>
          </a:p>
        </p:txBody>
      </p:sp>
      <p:sp>
        <p:nvSpPr>
          <p:cNvPr id="13" name="Rectangle 12">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9525" cap="sq" cmpd="sng" algn="ctr">
            <a:solidFill>
              <a:schemeClr val="tx1">
                <a:lumMod val="75000"/>
                <a:lumOff val="25000"/>
                <a:alpha val="80000"/>
              </a:schemeClr>
            </a:solidFill>
            <a:prstDash val="solid"/>
            <a:miter lim="800000"/>
          </a:ln>
          <a:effectLst/>
        </p:spPr>
      </p:sp>
    </p:spTree>
    <p:extLst>
      <p:ext uri="{BB962C8B-B14F-4D97-AF65-F5344CB8AC3E}">
        <p14:creationId xmlns:p14="http://schemas.microsoft.com/office/powerpoint/2010/main" val="317353540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4859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1066800" y="642594"/>
            <a:ext cx="10058400" cy="1371600"/>
          </a:xfrm>
        </p:spPr>
        <p:txBody>
          <a:bodyPr vert="horz" lIns="91440" tIns="45720" rIns="91440" bIns="45720" rtlCol="0" anchor="ctr">
            <a:normAutofit/>
          </a:bodyPr>
          <a:lstStyle/>
          <a:p>
            <a:r>
              <a:rPr lang="en-US">
                <a:solidFill>
                  <a:schemeClr val="bg2">
                    <a:lumMod val="50000"/>
                  </a:schemeClr>
                </a:solidFill>
              </a:rPr>
              <a:t>Course Outline</a:t>
            </a:r>
          </a:p>
        </p:txBody>
      </p:sp>
      <p:graphicFrame>
        <p:nvGraphicFramePr>
          <p:cNvPr id="5" name="Content Placeholder 2" descr="SmartArt object">
            <a:extLst>
              <a:ext uri="{FF2B5EF4-FFF2-40B4-BE49-F238E27FC236}">
                <a16:creationId xmlns:a16="http://schemas.microsoft.com/office/drawing/2014/main" id="{A1342CC9-B5BC-4EE6-A03F-6501ED7CC4CC}"/>
              </a:ext>
            </a:extLst>
          </p:cNvPr>
          <p:cNvGraphicFramePr>
            <a:graphicFrameLocks/>
          </p:cNvGraphicFramePr>
          <p:nvPr>
            <p:extLst>
              <p:ext uri="{D42A27DB-BD31-4B8C-83A1-F6EECF244321}">
                <p14:modId xmlns:p14="http://schemas.microsoft.com/office/powerpoint/2010/main" val="211991777"/>
              </p:ext>
            </p:extLst>
          </p:nvPr>
        </p:nvGraphicFramePr>
        <p:xfrm>
          <a:off x="685799" y="2037524"/>
          <a:ext cx="10817088" cy="3530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7300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30" name="Rectangle 29">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32" name="Rectangle 31">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Young man is writing">
            <a:extLst>
              <a:ext uri="{FF2B5EF4-FFF2-40B4-BE49-F238E27FC236}">
                <a16:creationId xmlns:a16="http://schemas.microsoft.com/office/drawing/2014/main" id="{1054C6CA-D723-4A6A-9734-5910A1729B5C}"/>
              </a:ext>
            </a:extLst>
          </p:cNvPr>
          <p:cNvPicPr>
            <a:picLocks noGrp="1" noChangeAspect="1"/>
          </p:cNvPicPr>
          <p:nvPr>
            <p:ph type="pic" idx="1"/>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p:blipFill>
        <p:spPr>
          <a:xfrm>
            <a:off x="152401" y="1"/>
            <a:ext cx="12191998" cy="6857999"/>
          </a:xfrm>
          <a:prstGeom prst="rect">
            <a:avLst/>
          </a:prstGeom>
        </p:spPr>
      </p:pic>
      <p:sp>
        <p:nvSpPr>
          <p:cNvPr id="34" name="Rectangle 33">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7F5067F-B05A-4CB4-8FEF-12162F4FD7F8}"/>
              </a:ext>
            </a:extLst>
          </p:cNvPr>
          <p:cNvSpPr>
            <a:spLocks noGrp="1"/>
          </p:cNvSpPr>
          <p:nvPr>
            <p:ph type="title"/>
          </p:nvPr>
        </p:nvSpPr>
        <p:spPr>
          <a:xfrm>
            <a:off x="774043" y="727626"/>
            <a:ext cx="4602152" cy="1718225"/>
          </a:xfrm>
        </p:spPr>
        <p:txBody>
          <a:bodyPr vert="horz" lIns="91440" tIns="45720" rIns="91440" bIns="45720" rtlCol="0" anchor="ctr">
            <a:normAutofit/>
          </a:bodyPr>
          <a:lstStyle/>
          <a:p>
            <a:pPr>
              <a:lnSpc>
                <a:spcPct val="90000"/>
              </a:lnSpc>
            </a:pPr>
            <a:endParaRPr lang="en-US" sz="4400">
              <a:solidFill>
                <a:schemeClr val="bg2">
                  <a:lumMod val="50000"/>
                </a:schemeClr>
              </a:solidFill>
            </a:endParaRPr>
          </a:p>
        </p:txBody>
      </p:sp>
      <p:sp>
        <p:nvSpPr>
          <p:cNvPr id="4" name="Text Placeholder 3">
            <a:extLst>
              <a:ext uri="{FF2B5EF4-FFF2-40B4-BE49-F238E27FC236}">
                <a16:creationId xmlns:a16="http://schemas.microsoft.com/office/drawing/2014/main" id="{29AD4A91-7AB8-40C3-9C11-950FF5FC7DFC}"/>
              </a:ext>
            </a:extLst>
          </p:cNvPr>
          <p:cNvSpPr>
            <a:spLocks noGrp="1"/>
          </p:cNvSpPr>
          <p:nvPr>
            <p:ph type="body" sz="half" idx="2"/>
          </p:nvPr>
        </p:nvSpPr>
        <p:spPr>
          <a:xfrm>
            <a:off x="774043" y="2538920"/>
            <a:ext cx="4817132" cy="3480066"/>
          </a:xfrm>
        </p:spPr>
        <p:txBody>
          <a:bodyPr vert="horz" lIns="91440" tIns="45720" rIns="91440" bIns="45720" rtlCol="0">
            <a:normAutofit/>
          </a:bodyPr>
          <a:lstStyle/>
          <a:p>
            <a:pPr>
              <a:lnSpc>
                <a:spcPct val="100000"/>
              </a:lnSpc>
            </a:pPr>
            <a:r>
              <a:rPr lang="en-US" sz="2400" b="1">
                <a:solidFill>
                  <a:schemeClr val="bg2">
                    <a:lumMod val="50000"/>
                  </a:schemeClr>
                </a:solidFill>
              </a:rPr>
              <a:t>Today we will cover these skills:</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Understand what is a </a:t>
            </a:r>
            <a:r>
              <a:rPr lang="en-US" sz="2400" b="1" u="sng">
                <a:solidFill>
                  <a:schemeClr val="bg2">
                    <a:lumMod val="50000"/>
                  </a:schemeClr>
                </a:solidFill>
              </a:rPr>
              <a:t>python list</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Initialise a list </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Understand the difference between a list and an array</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Index a list</a:t>
            </a: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p:txBody>
      </p:sp>
    </p:spTree>
    <p:extLst>
      <p:ext uri="{BB962C8B-B14F-4D97-AF65-F5344CB8AC3E}">
        <p14:creationId xmlns:p14="http://schemas.microsoft.com/office/powerpoint/2010/main" val="1386799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4859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What is a list ?</a:t>
            </a:r>
          </a:p>
        </p:txBody>
      </p:sp>
      <p:sp>
        <p:nvSpPr>
          <p:cNvPr id="9" name="TextBox 8">
            <a:extLst>
              <a:ext uri="{FF2B5EF4-FFF2-40B4-BE49-F238E27FC236}">
                <a16:creationId xmlns:a16="http://schemas.microsoft.com/office/drawing/2014/main" id="{38F74A79-58DD-4F46-9125-B2B3909F09E4}"/>
              </a:ext>
            </a:extLst>
          </p:cNvPr>
          <p:cNvSpPr txBox="1"/>
          <p:nvPr/>
        </p:nvSpPr>
        <p:spPr>
          <a:xfrm>
            <a:off x="428625" y="1829528"/>
            <a:ext cx="11325225" cy="4093428"/>
          </a:xfrm>
          <a:prstGeom prst="rect">
            <a:avLst/>
          </a:prstGeom>
          <a:noFill/>
        </p:spPr>
        <p:txBody>
          <a:bodyPr wrap="square">
            <a:spAutoFit/>
          </a:bodyPr>
          <a:lstStyle/>
          <a:p>
            <a:pPr marL="285750" indent="-285750">
              <a:buFont typeface="Arial" panose="020B0604020202020204" pitchFamily="34" charset="0"/>
              <a:buChar char="•"/>
            </a:pPr>
            <a:r>
              <a:rPr lang="en-IE" sz="2000">
                <a:effectLst/>
                <a:latin typeface="Arial" panose="020B0604020202020204" pitchFamily="34" charset="0"/>
                <a:ea typeface="Calibri" panose="020F0502020204030204" pitchFamily="34" charset="0"/>
              </a:rPr>
              <a:t>Up until now, variables have been used to store </a:t>
            </a:r>
            <a:r>
              <a:rPr lang="en-IE" sz="2000" b="1">
                <a:effectLst/>
                <a:latin typeface="Arial" panose="020B0604020202020204" pitchFamily="34" charset="0"/>
                <a:ea typeface="Calibri" panose="020F0502020204030204" pitchFamily="34" charset="0"/>
              </a:rPr>
              <a:t>single values</a:t>
            </a:r>
            <a:r>
              <a:rPr lang="en-IE" sz="2000">
                <a:effectLst/>
                <a:latin typeface="Arial" panose="020B0604020202020204" pitchFamily="34" charset="0"/>
                <a:ea typeface="Calibri" panose="020F0502020204030204" pitchFamily="34" charset="0"/>
              </a:rPr>
              <a:t>. This has been the case regardless of the variable’s datatype i.e. whether it is a string or numeric, only one value at a time can be stored in it.</a:t>
            </a:r>
          </a:p>
          <a:p>
            <a:endParaRPr lang="en-IE" sz="2000">
              <a:latin typeface="Arial" panose="020B0604020202020204" pitchFamily="34" charset="0"/>
              <a:ea typeface="Calibri" panose="020F0502020204030204" pitchFamily="34" charset="0"/>
            </a:endParaRPr>
          </a:p>
          <a:p>
            <a:pPr marL="285750" indent="-285750">
              <a:buFont typeface="Arial" panose="020B0604020202020204" pitchFamily="34" charset="0"/>
              <a:buChar char="•"/>
            </a:pPr>
            <a:r>
              <a:rPr lang="en-IE" sz="2000">
                <a:effectLst/>
                <a:latin typeface="Arial" panose="020B0604020202020204" pitchFamily="34" charset="0"/>
                <a:ea typeface="Calibri" panose="020F0502020204030204" pitchFamily="34" charset="0"/>
              </a:rPr>
              <a:t>A </a:t>
            </a:r>
            <a:r>
              <a:rPr lang="en-IE" sz="2000" i="1">
                <a:effectLst/>
                <a:latin typeface="Arial" panose="020B0604020202020204" pitchFamily="34" charset="0"/>
                <a:ea typeface="Calibri" panose="020F0502020204030204" pitchFamily="34" charset="0"/>
              </a:rPr>
              <a:t>list</a:t>
            </a:r>
            <a:r>
              <a:rPr lang="en-IE" sz="2000">
                <a:effectLst/>
                <a:latin typeface="Arial" panose="020B0604020202020204" pitchFamily="34" charset="0"/>
                <a:ea typeface="Calibri" panose="020F0502020204030204" pitchFamily="34" charset="0"/>
              </a:rPr>
              <a:t> is a collection of variables. </a:t>
            </a:r>
          </a:p>
          <a:p>
            <a:pPr marL="285750" indent="-285750">
              <a:buFont typeface="Arial" panose="020B0604020202020204" pitchFamily="34" charset="0"/>
              <a:buChar char="•"/>
            </a:pPr>
            <a:endParaRPr lang="en-IE" sz="2000">
              <a:latin typeface="Arial" panose="020B0604020202020204" pitchFamily="34" charset="0"/>
            </a:endParaRPr>
          </a:p>
          <a:p>
            <a:pPr marL="285750" indent="-285750">
              <a:buFont typeface="Arial" panose="020B0604020202020204" pitchFamily="34" charset="0"/>
              <a:buChar char="•"/>
            </a:pPr>
            <a:r>
              <a:rPr lang="en-IE" sz="2000">
                <a:effectLst/>
                <a:latin typeface="Arial" panose="020B0604020202020204" pitchFamily="34" charset="0"/>
                <a:ea typeface="Calibri" panose="020F0502020204030204" pitchFamily="34" charset="0"/>
                <a:cs typeface="Times New Roman" panose="02020603050405020304" pitchFamily="18" charset="0"/>
              </a:rPr>
              <a:t>The main purpose of lists is to store a collection of data items. </a:t>
            </a:r>
            <a:r>
              <a:rPr lang="en-IE" sz="2000">
                <a:effectLst/>
                <a:latin typeface="Arial" panose="020B0604020202020204" pitchFamily="34" charset="0"/>
                <a:ea typeface="Calibri" panose="020F0502020204030204" pitchFamily="34" charset="0"/>
              </a:rPr>
              <a:t>Examples of lists include teacher names, schools, subjects, teams, lists of friends, a book list, a list of tweets, play lists (songs), shopping lists, a list of instructions, lists of countries etc…</a:t>
            </a:r>
            <a:endParaRPr lang="en-IE" sz="2400">
              <a:effectLst/>
              <a:latin typeface="Arial" panose="020B0604020202020204" pitchFamily="34" charset="0"/>
              <a:ea typeface="Calibri" panose="020F0502020204030204" pitchFamily="34" charset="0"/>
            </a:endParaRPr>
          </a:p>
          <a:p>
            <a:pPr marL="285750" indent="-285750">
              <a:buFont typeface="Arial" panose="020B0604020202020204" pitchFamily="34" charset="0"/>
              <a:buChar char="•"/>
            </a:pPr>
            <a:endParaRPr lang="en-IE" sz="2000">
              <a:latin typeface="Arial" panose="020B0604020202020204" pitchFamily="34" charset="0"/>
              <a:ea typeface="Calibri" panose="020F0502020204030204" pitchFamily="34" charset="0"/>
            </a:endParaRPr>
          </a:p>
          <a:p>
            <a:pPr marL="285750" indent="-285750">
              <a:buFont typeface="Arial" panose="020B0604020202020204" pitchFamily="34" charset="0"/>
              <a:buChar char="•"/>
            </a:pPr>
            <a:endParaRPr lang="en-IE" sz="2000">
              <a:latin typeface="Arial" panose="020B0604020202020204" pitchFamily="34" charset="0"/>
            </a:endParaRPr>
          </a:p>
          <a:p>
            <a:pPr marL="285750" indent="-285750">
              <a:buFont typeface="Arial" panose="020B0604020202020204" pitchFamily="34" charset="0"/>
              <a:buChar char="•"/>
            </a:pPr>
            <a:endParaRPr lang="en-IE" sz="2000">
              <a:latin typeface="Arial" panose="020B0604020202020204" pitchFamily="34" charset="0"/>
            </a:endParaRPr>
          </a:p>
          <a:p>
            <a:endParaRPr lang="en-IE" sz="2000"/>
          </a:p>
        </p:txBody>
      </p:sp>
      <p:pic>
        <p:nvPicPr>
          <p:cNvPr id="10" name="Picture 9">
            <a:extLst>
              <a:ext uri="{FF2B5EF4-FFF2-40B4-BE49-F238E27FC236}">
                <a16:creationId xmlns:a16="http://schemas.microsoft.com/office/drawing/2014/main" id="{9C57F383-E013-4B90-B29F-0292C855FDAD}"/>
              </a:ext>
            </a:extLst>
          </p:cNvPr>
          <p:cNvPicPr>
            <a:picLocks noChangeAspect="1"/>
          </p:cNvPicPr>
          <p:nvPr/>
        </p:nvPicPr>
        <p:blipFill>
          <a:blip r:embed="rId4"/>
          <a:stretch>
            <a:fillRect/>
          </a:stretch>
        </p:blipFill>
        <p:spPr>
          <a:xfrm>
            <a:off x="1819274" y="5133631"/>
            <a:ext cx="8543925" cy="1133475"/>
          </a:xfrm>
          <a:prstGeom prst="rect">
            <a:avLst/>
          </a:prstGeom>
        </p:spPr>
      </p:pic>
    </p:spTree>
    <p:extLst>
      <p:ext uri="{BB962C8B-B14F-4D97-AF65-F5344CB8AC3E}">
        <p14:creationId xmlns:p14="http://schemas.microsoft.com/office/powerpoint/2010/main" val="2850530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4859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Create a list in python</a:t>
            </a:r>
          </a:p>
        </p:txBody>
      </p:sp>
      <p:sp>
        <p:nvSpPr>
          <p:cNvPr id="9" name="TextBox 8">
            <a:extLst>
              <a:ext uri="{FF2B5EF4-FFF2-40B4-BE49-F238E27FC236}">
                <a16:creationId xmlns:a16="http://schemas.microsoft.com/office/drawing/2014/main" id="{38F74A79-58DD-4F46-9125-B2B3909F09E4}"/>
              </a:ext>
            </a:extLst>
          </p:cNvPr>
          <p:cNvSpPr txBox="1"/>
          <p:nvPr/>
        </p:nvSpPr>
        <p:spPr>
          <a:xfrm>
            <a:off x="428625" y="1829528"/>
            <a:ext cx="11325225" cy="2677656"/>
          </a:xfrm>
          <a:prstGeom prst="rect">
            <a:avLst/>
          </a:prstGeom>
          <a:noFill/>
        </p:spPr>
        <p:txBody>
          <a:bodyPr wrap="square">
            <a:spAutoFit/>
          </a:bodyPr>
          <a:lstStyle/>
          <a:p>
            <a:pPr marL="285750" indent="-285750">
              <a:buFont typeface="Arial" panose="020B0604020202020204" pitchFamily="34" charset="0"/>
              <a:buChar char="•"/>
            </a:pPr>
            <a:r>
              <a:rPr lang="en-IE" sz="2400">
                <a:latin typeface="Arial" panose="020B0604020202020204" pitchFamily="34" charset="0"/>
                <a:ea typeface="Calibri" panose="020F0502020204030204" pitchFamily="34" charset="0"/>
              </a:rPr>
              <a:t>The simplest kind of list is an empty list i.e. contains no elements</a:t>
            </a:r>
          </a:p>
          <a:p>
            <a:pPr marL="285750" indent="-285750">
              <a:buFont typeface="Arial" panose="020B0604020202020204" pitchFamily="34" charset="0"/>
              <a:buChar char="•"/>
            </a:pPr>
            <a:endParaRPr lang="en-IE" sz="2400">
              <a:latin typeface="Arial" panose="020B0604020202020204" pitchFamily="34" charset="0"/>
              <a:ea typeface="Calibri" panose="020F0502020204030204" pitchFamily="34" charset="0"/>
            </a:endParaRPr>
          </a:p>
          <a:p>
            <a:r>
              <a:rPr lang="en-IE" sz="2400">
                <a:solidFill>
                  <a:srgbClr val="0070C0"/>
                </a:solidFill>
                <a:latin typeface="Arial" panose="020B0604020202020204" pitchFamily="34" charset="0"/>
                <a:ea typeface="Calibri" panose="020F0502020204030204" pitchFamily="34" charset="0"/>
              </a:rPr>
              <a:t>boysName=[ ]</a:t>
            </a:r>
          </a:p>
          <a:p>
            <a:r>
              <a:rPr lang="en-IE" sz="2400">
                <a:solidFill>
                  <a:srgbClr val="0070C0"/>
                </a:solidFill>
                <a:latin typeface="Arial" panose="020B0604020202020204" pitchFamily="34" charset="0"/>
                <a:ea typeface="Calibri" panose="020F0502020204030204" pitchFamily="34" charset="0"/>
              </a:rPr>
              <a:t>girlsName=[ ]</a:t>
            </a:r>
          </a:p>
          <a:p>
            <a:endParaRPr lang="en-IE" sz="2400">
              <a:solidFill>
                <a:srgbClr val="0070C0"/>
              </a:solidFill>
              <a:latin typeface="Arial" panose="020B0604020202020204" pitchFamily="34" charset="0"/>
              <a:ea typeface="Calibri" panose="020F0502020204030204" pitchFamily="34" charset="0"/>
            </a:endParaRPr>
          </a:p>
          <a:p>
            <a:endParaRPr lang="en-IE" sz="2400">
              <a:solidFill>
                <a:srgbClr val="0070C0"/>
              </a:solidFill>
              <a:latin typeface="Arial" panose="020B0604020202020204" pitchFamily="34" charset="0"/>
              <a:ea typeface="Calibri" panose="020F0502020204030204" pitchFamily="34" charset="0"/>
            </a:endParaRPr>
          </a:p>
          <a:p>
            <a:r>
              <a:rPr lang="en-IE" sz="2400">
                <a:solidFill>
                  <a:srgbClr val="FF0000"/>
                </a:solidFill>
                <a:latin typeface="Arial" panose="020B0604020202020204" pitchFamily="34" charset="0"/>
                <a:ea typeface="Calibri" panose="020F0502020204030204" pitchFamily="34" charset="0"/>
              </a:rPr>
              <a:t>NB </a:t>
            </a:r>
            <a:r>
              <a:rPr lang="en-IE" sz="2400">
                <a:latin typeface="Arial" panose="020B0604020202020204" pitchFamily="34" charset="0"/>
                <a:ea typeface="Calibri" panose="020F0502020204030204" pitchFamily="34" charset="0"/>
              </a:rPr>
              <a:t>-&gt; Lists are </a:t>
            </a:r>
            <a:r>
              <a:rPr lang="en-IE" sz="2400" b="1">
                <a:latin typeface="Arial" panose="020B0604020202020204" pitchFamily="34" charset="0"/>
                <a:ea typeface="Calibri" panose="020F0502020204030204" pitchFamily="34" charset="0"/>
              </a:rPr>
              <a:t>mutable. </a:t>
            </a:r>
            <a:r>
              <a:rPr lang="en-IE" sz="2400">
                <a:latin typeface="Arial" panose="020B0604020202020204" pitchFamily="34" charset="0"/>
                <a:ea typeface="Calibri" panose="020F0502020204030204" pitchFamily="34" charset="0"/>
              </a:rPr>
              <a:t>They can be updated at a later stage</a:t>
            </a:r>
            <a:endParaRPr lang="en-IE" sz="2400"/>
          </a:p>
        </p:txBody>
      </p:sp>
    </p:spTree>
    <p:extLst>
      <p:ext uri="{BB962C8B-B14F-4D97-AF65-F5344CB8AC3E}">
        <p14:creationId xmlns:p14="http://schemas.microsoft.com/office/powerpoint/2010/main" val="3480016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Initialise a list with data</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996821"/>
            <a:ext cx="11325225" cy="4524315"/>
          </a:xfrm>
          <a:prstGeom prst="rect">
            <a:avLst/>
          </a:prstGeom>
          <a:noFill/>
        </p:spPr>
        <p:txBody>
          <a:bodyPr wrap="square">
            <a:spAutoFit/>
          </a:bodyPr>
          <a:lstStyle/>
          <a:p>
            <a:pPr marL="285750" indent="-285750">
              <a:buFont typeface="Arial" panose="020B0604020202020204" pitchFamily="34" charset="0"/>
              <a:buChar char="•"/>
            </a:pPr>
            <a:endParaRPr lang="en-IE" sz="2400"/>
          </a:p>
          <a:p>
            <a:pPr marL="285750" indent="-285750">
              <a:buFont typeface="Arial" panose="020B0604020202020204" pitchFamily="34" charset="0"/>
              <a:buChar char="•"/>
            </a:pPr>
            <a:r>
              <a:rPr lang="en-IE" sz="2400"/>
              <a:t>The following snippet of code shows how to initialise lists with data.</a:t>
            </a: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5" name="Picture 4">
            <a:extLst>
              <a:ext uri="{FF2B5EF4-FFF2-40B4-BE49-F238E27FC236}">
                <a16:creationId xmlns:a16="http://schemas.microsoft.com/office/drawing/2014/main" id="{0B38F162-6DA2-43F0-ADB0-BB717EEDC368}"/>
              </a:ext>
            </a:extLst>
          </p:cNvPr>
          <p:cNvPicPr/>
          <p:nvPr/>
        </p:nvPicPr>
        <p:blipFill>
          <a:blip r:embed="rId4"/>
          <a:stretch>
            <a:fillRect/>
          </a:stretch>
        </p:blipFill>
        <p:spPr>
          <a:xfrm>
            <a:off x="438150" y="2004044"/>
            <a:ext cx="10610849" cy="3107547"/>
          </a:xfrm>
          <a:prstGeom prst="rect">
            <a:avLst/>
          </a:prstGeom>
        </p:spPr>
      </p:pic>
    </p:spTree>
    <p:extLst>
      <p:ext uri="{BB962C8B-B14F-4D97-AF65-F5344CB8AC3E}">
        <p14:creationId xmlns:p14="http://schemas.microsoft.com/office/powerpoint/2010/main" val="336481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9" name="TextBox 8">
            <a:extLst>
              <a:ext uri="{FF2B5EF4-FFF2-40B4-BE49-F238E27FC236}">
                <a16:creationId xmlns:a16="http://schemas.microsoft.com/office/drawing/2014/main" id="{38F74A79-58DD-4F46-9125-B2B3909F09E4}"/>
              </a:ext>
            </a:extLst>
          </p:cNvPr>
          <p:cNvSpPr txBox="1"/>
          <p:nvPr/>
        </p:nvSpPr>
        <p:spPr>
          <a:xfrm>
            <a:off x="366675" y="3851250"/>
            <a:ext cx="11325225" cy="6370975"/>
          </a:xfrm>
          <a:prstGeom prst="rect">
            <a:avLst/>
          </a:prstGeom>
          <a:noFill/>
        </p:spPr>
        <p:txBody>
          <a:bodyPr wrap="square">
            <a:spAutoFit/>
          </a:bodyPr>
          <a:lstStyle/>
          <a:p>
            <a:pPr marL="285750" indent="-285750">
              <a:buFont typeface="Arial" panose="020B0604020202020204" pitchFamily="34" charset="0"/>
              <a:buChar char="•"/>
            </a:pPr>
            <a:r>
              <a:rPr lang="en-IE" sz="2400">
                <a:effectLst/>
                <a:ea typeface="Calibri" panose="020F0502020204030204" pitchFamily="34" charset="0"/>
              </a:rPr>
              <a:t>Note the use of square brackets on the right hand side and the use of commas to separate the individual list elements. The number of elements in the lists are 4, 4, 3, 5, 6 and 5 respectively.</a:t>
            </a:r>
          </a:p>
          <a:p>
            <a:pPr marL="285750" indent="-285750">
              <a:buFont typeface="Arial" panose="020B0604020202020204" pitchFamily="34" charset="0"/>
              <a:buChar char="•"/>
            </a:pPr>
            <a:endParaRPr lang="en-IE" sz="2400">
              <a:effectLst/>
              <a:ea typeface="Calibri" panose="020F0502020204030204" pitchFamily="34" charset="0"/>
            </a:endParaRPr>
          </a:p>
          <a:p>
            <a:pPr marL="285750" indent="-285750">
              <a:buFont typeface="Arial" panose="020B0604020202020204" pitchFamily="34" charset="0"/>
              <a:buChar char="•"/>
            </a:pPr>
            <a:r>
              <a:rPr lang="en-IE" sz="2400">
                <a:effectLst/>
                <a:ea typeface="Calibri" panose="020F0502020204030204" pitchFamily="34" charset="0"/>
                <a:cs typeface="Times New Roman" panose="02020603050405020304" pitchFamily="18" charset="0"/>
              </a:rPr>
              <a:t>Notice also that </a:t>
            </a:r>
            <a:r>
              <a:rPr lang="en-IE" sz="2400" err="1">
                <a:effectLst/>
                <a:ea typeface="Calibri" panose="020F0502020204030204" pitchFamily="34" charset="0"/>
                <a:cs typeface="Times New Roman" panose="02020603050405020304" pitchFamily="18" charset="0"/>
              </a:rPr>
              <a:t>boysNames</a:t>
            </a:r>
            <a:r>
              <a:rPr lang="en-IE" sz="2400">
                <a:effectLst/>
                <a:ea typeface="Calibri" panose="020F0502020204030204" pitchFamily="34" charset="0"/>
                <a:cs typeface="Times New Roman" panose="02020603050405020304" pitchFamily="18" charset="0"/>
              </a:rPr>
              <a:t>, </a:t>
            </a:r>
            <a:r>
              <a:rPr lang="en-IE" sz="2400" err="1">
                <a:effectLst/>
                <a:ea typeface="Calibri" panose="020F0502020204030204" pitchFamily="34" charset="0"/>
                <a:cs typeface="Times New Roman" panose="02020603050405020304" pitchFamily="18" charset="0"/>
              </a:rPr>
              <a:t>girlsNames</a:t>
            </a:r>
            <a:r>
              <a:rPr lang="en-IE" sz="2400">
                <a:effectLst/>
                <a:ea typeface="Calibri" panose="020F0502020204030204" pitchFamily="34" charset="0"/>
                <a:cs typeface="Times New Roman" panose="02020603050405020304" pitchFamily="18" charset="0"/>
              </a:rPr>
              <a:t>, </a:t>
            </a:r>
            <a:r>
              <a:rPr lang="en-IE" sz="2400" err="1">
                <a:effectLst/>
                <a:ea typeface="Calibri" panose="020F0502020204030204" pitchFamily="34" charset="0"/>
                <a:cs typeface="Times New Roman" panose="02020603050405020304" pitchFamily="18" charset="0"/>
              </a:rPr>
              <a:t>favouriteSongs</a:t>
            </a:r>
            <a:r>
              <a:rPr lang="en-IE" sz="2400">
                <a:effectLst/>
                <a:ea typeface="Calibri" panose="020F0502020204030204" pitchFamily="34" charset="0"/>
                <a:cs typeface="Times New Roman" panose="02020603050405020304" pitchFamily="18" charset="0"/>
              </a:rPr>
              <a:t> and fruits are all lists of strings; </a:t>
            </a:r>
            <a:r>
              <a:rPr lang="en-IE" sz="2400" err="1">
                <a:effectLst/>
                <a:ea typeface="Calibri" panose="020F0502020204030204" pitchFamily="34" charset="0"/>
                <a:cs typeface="Times New Roman" panose="02020603050405020304" pitchFamily="18" charset="0"/>
              </a:rPr>
              <a:t>vehicleCount</a:t>
            </a:r>
            <a:r>
              <a:rPr lang="en-IE" sz="2400">
                <a:effectLst/>
                <a:ea typeface="Calibri" panose="020F0502020204030204" pitchFamily="34" charset="0"/>
                <a:cs typeface="Times New Roman" panose="02020603050405020304" pitchFamily="18" charset="0"/>
              </a:rPr>
              <a:t> is a list of numbers, and </a:t>
            </a:r>
            <a:r>
              <a:rPr lang="en-IE" sz="2400" err="1">
                <a:effectLst/>
                <a:ea typeface="Calibri" panose="020F0502020204030204" pitchFamily="34" charset="0"/>
                <a:cs typeface="Times New Roman" panose="02020603050405020304" pitchFamily="18" charset="0"/>
              </a:rPr>
              <a:t>accountDetails</a:t>
            </a:r>
            <a:r>
              <a:rPr lang="en-IE" sz="2400">
                <a:effectLst/>
                <a:ea typeface="Calibri" panose="020F0502020204030204" pitchFamily="34" charset="0"/>
                <a:cs typeface="Times New Roman" panose="02020603050405020304" pitchFamily="18" charset="0"/>
              </a:rPr>
              <a:t> is a list of different datatypes.</a:t>
            </a: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5" name="Picture 4">
            <a:extLst>
              <a:ext uri="{FF2B5EF4-FFF2-40B4-BE49-F238E27FC236}">
                <a16:creationId xmlns:a16="http://schemas.microsoft.com/office/drawing/2014/main" id="{0B38F162-6DA2-43F0-ADB0-BB717EEDC368}"/>
              </a:ext>
            </a:extLst>
          </p:cNvPr>
          <p:cNvPicPr/>
          <p:nvPr/>
        </p:nvPicPr>
        <p:blipFill>
          <a:blip r:embed="rId4"/>
          <a:stretch>
            <a:fillRect/>
          </a:stretch>
        </p:blipFill>
        <p:spPr>
          <a:xfrm>
            <a:off x="528600" y="514118"/>
            <a:ext cx="10610849" cy="3107547"/>
          </a:xfrm>
          <a:prstGeom prst="rect">
            <a:avLst/>
          </a:prstGeom>
        </p:spPr>
      </p:pic>
    </p:spTree>
    <p:extLst>
      <p:ext uri="{BB962C8B-B14F-4D97-AF65-F5344CB8AC3E}">
        <p14:creationId xmlns:p14="http://schemas.microsoft.com/office/powerpoint/2010/main" val="3401994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Difference between a list and an array </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1339721"/>
            <a:ext cx="11325225" cy="5262979"/>
          </a:xfrm>
          <a:prstGeom prst="rect">
            <a:avLst/>
          </a:prstGeom>
          <a:noFill/>
        </p:spPr>
        <p:txBody>
          <a:bodyPr wrap="square">
            <a:spAutoFit/>
          </a:bodyPr>
          <a:lstStyle/>
          <a:p>
            <a:pPr marL="285750" indent="-285750">
              <a:buFont typeface="Arial" panose="020B0604020202020204" pitchFamily="34" charset="0"/>
              <a:buChar char="•"/>
            </a:pPr>
            <a:endParaRPr lang="en-IE" sz="2400"/>
          </a:p>
          <a:p>
            <a:pPr marL="285750" indent="-285750">
              <a:buFont typeface="Arial" panose="020B0604020202020204" pitchFamily="34" charset="0"/>
              <a:buChar char="•"/>
            </a:pPr>
            <a:r>
              <a:rPr lang="en-IE" sz="2400">
                <a:effectLst/>
                <a:ea typeface="Calibri" panose="020F0502020204030204" pitchFamily="34" charset="0"/>
              </a:rPr>
              <a:t>The list type is commonly referred to as an </a:t>
            </a:r>
            <a:r>
              <a:rPr lang="en-IE" sz="2400" i="1">
                <a:effectLst/>
                <a:ea typeface="Calibri" panose="020F0502020204030204" pitchFamily="34" charset="0"/>
              </a:rPr>
              <a:t>array</a:t>
            </a:r>
            <a:r>
              <a:rPr lang="en-IE" sz="2400">
                <a:effectLst/>
                <a:ea typeface="Calibri" panose="020F0502020204030204" pitchFamily="34" charset="0"/>
              </a:rPr>
              <a:t> in other programming languages. </a:t>
            </a:r>
          </a:p>
          <a:p>
            <a:pPr marL="285750" indent="-285750">
              <a:buFont typeface="Arial" panose="020B0604020202020204" pitchFamily="34" charset="0"/>
              <a:buChar char="•"/>
            </a:pPr>
            <a:endParaRPr lang="en-IE" sz="2400">
              <a:ea typeface="Calibri" panose="020F0502020204030204" pitchFamily="34" charset="0"/>
            </a:endParaRPr>
          </a:p>
          <a:p>
            <a:pPr marL="285750" indent="-285750">
              <a:buFont typeface="Arial" panose="020B0604020202020204" pitchFamily="34" charset="0"/>
              <a:buChar char="•"/>
            </a:pPr>
            <a:r>
              <a:rPr lang="en-IE" sz="2400">
                <a:effectLst/>
                <a:ea typeface="Calibri" panose="020F0502020204030204" pitchFamily="34" charset="0"/>
              </a:rPr>
              <a:t>One of the key differences between lists and traditional arrays used in other programming languages is that a </a:t>
            </a:r>
            <a:r>
              <a:rPr lang="en-IE" sz="2400" b="1" u="sng">
                <a:effectLst/>
                <a:ea typeface="Calibri" panose="020F0502020204030204" pitchFamily="34" charset="0"/>
              </a:rPr>
              <a:t>Python lists can be made up of data having a mixture of different datatypes</a:t>
            </a:r>
            <a:r>
              <a:rPr lang="en-IE" sz="2400">
                <a:effectLst/>
                <a:ea typeface="Calibri" panose="020F0502020204030204" pitchFamily="34" charset="0"/>
              </a:rPr>
              <a:t>, whereas the elements of an array must all be of the same data type.</a:t>
            </a: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7" name="Picture 6">
            <a:extLst>
              <a:ext uri="{FF2B5EF4-FFF2-40B4-BE49-F238E27FC236}">
                <a16:creationId xmlns:a16="http://schemas.microsoft.com/office/drawing/2014/main" id="{FF56F4DD-53C7-4A57-A091-9E5E022B3AFB}"/>
              </a:ext>
            </a:extLst>
          </p:cNvPr>
          <p:cNvPicPr>
            <a:picLocks noChangeAspect="1"/>
          </p:cNvPicPr>
          <p:nvPr/>
        </p:nvPicPr>
        <p:blipFill>
          <a:blip r:embed="rId4"/>
          <a:stretch>
            <a:fillRect/>
          </a:stretch>
        </p:blipFill>
        <p:spPr>
          <a:xfrm>
            <a:off x="1404865" y="3999785"/>
            <a:ext cx="8563048" cy="1115140"/>
          </a:xfrm>
          <a:prstGeom prst="rect">
            <a:avLst/>
          </a:prstGeom>
        </p:spPr>
      </p:pic>
    </p:spTree>
    <p:extLst>
      <p:ext uri="{BB962C8B-B14F-4D97-AF65-F5344CB8AC3E}">
        <p14:creationId xmlns:p14="http://schemas.microsoft.com/office/powerpoint/2010/main" val="199868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Lists representation in computer memory</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1177796"/>
            <a:ext cx="11325225" cy="5632311"/>
          </a:xfrm>
          <a:prstGeom prst="rect">
            <a:avLst/>
          </a:prstGeom>
          <a:noFill/>
        </p:spPr>
        <p:txBody>
          <a:bodyPr wrap="square">
            <a:spAutoFit/>
          </a:bodyPr>
          <a:lstStyle/>
          <a:p>
            <a:pPr marL="285750" indent="-285750">
              <a:buFont typeface="Arial" panose="020B0604020202020204" pitchFamily="34" charset="0"/>
              <a:buChar char="•"/>
            </a:pPr>
            <a:endParaRPr lang="en-IE" sz="2400"/>
          </a:p>
          <a:p>
            <a:pPr marL="285750" indent="-285750">
              <a:buFont typeface="Arial" panose="020B0604020202020204" pitchFamily="34" charset="0"/>
              <a:buChar char="•"/>
            </a:pPr>
            <a:r>
              <a:rPr lang="en-IE" sz="2400">
                <a:effectLst/>
                <a:ea typeface="Calibri" panose="020F0502020204030204" pitchFamily="34" charset="0"/>
              </a:rPr>
              <a:t>It is useful to form a mental image of how lists are represented internally by the computer.</a:t>
            </a:r>
          </a:p>
          <a:p>
            <a:pPr marL="285750" indent="-285750">
              <a:buFont typeface="Arial" panose="020B0604020202020204" pitchFamily="34" charset="0"/>
              <a:buChar char="•"/>
            </a:pPr>
            <a:r>
              <a:rPr lang="en-IE" sz="2400">
                <a:effectLst/>
                <a:ea typeface="Calibri" panose="020F0502020204030204" pitchFamily="34" charset="0"/>
              </a:rPr>
              <a:t> </a:t>
            </a:r>
          </a:p>
          <a:p>
            <a:pPr marL="285750" indent="-285750">
              <a:buFont typeface="Arial" panose="020B0604020202020204" pitchFamily="34" charset="0"/>
              <a:buChar char="•"/>
            </a:pPr>
            <a:r>
              <a:rPr lang="en-IE" sz="2400"/>
              <a:t>Lists can be depicted in either a horizontal or vertical fashion</a:t>
            </a: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r>
              <a:rPr lang="en-IE" sz="2400">
                <a:effectLst/>
                <a:ea typeface="Calibri" panose="020F0502020204030204" pitchFamily="34" charset="0"/>
              </a:rPr>
              <a:t>The key point is that the elements of the list should be envisaged in adjoining memory locations (just like the individual characters of a string as described previously).</a:t>
            </a:r>
            <a:endParaRPr lang="en-IE" sz="2400"/>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8" name="Picture 7">
            <a:extLst>
              <a:ext uri="{FF2B5EF4-FFF2-40B4-BE49-F238E27FC236}">
                <a16:creationId xmlns:a16="http://schemas.microsoft.com/office/drawing/2014/main" id="{116B426D-AB37-4C77-93A3-0ED6368AE558}"/>
              </a:ext>
            </a:extLst>
          </p:cNvPr>
          <p:cNvPicPr/>
          <p:nvPr/>
        </p:nvPicPr>
        <p:blipFill>
          <a:blip r:embed="rId4"/>
          <a:stretch>
            <a:fillRect/>
          </a:stretch>
        </p:blipFill>
        <p:spPr>
          <a:xfrm>
            <a:off x="714374" y="2986713"/>
            <a:ext cx="5381626" cy="918537"/>
          </a:xfrm>
          <a:prstGeom prst="rect">
            <a:avLst/>
          </a:prstGeom>
        </p:spPr>
      </p:pic>
      <p:pic>
        <p:nvPicPr>
          <p:cNvPr id="10" name="Picture 9">
            <a:extLst>
              <a:ext uri="{FF2B5EF4-FFF2-40B4-BE49-F238E27FC236}">
                <a16:creationId xmlns:a16="http://schemas.microsoft.com/office/drawing/2014/main" id="{55A3C2AD-732C-4E18-8880-E9471A691CF2}"/>
              </a:ext>
            </a:extLst>
          </p:cNvPr>
          <p:cNvPicPr/>
          <p:nvPr/>
        </p:nvPicPr>
        <p:blipFill>
          <a:blip r:embed="rId5"/>
          <a:stretch>
            <a:fillRect/>
          </a:stretch>
        </p:blipFill>
        <p:spPr>
          <a:xfrm>
            <a:off x="6786562" y="2986713"/>
            <a:ext cx="3338513" cy="2090112"/>
          </a:xfrm>
          <a:prstGeom prst="rect">
            <a:avLst/>
          </a:prstGeom>
        </p:spPr>
      </p:pic>
    </p:spTree>
    <p:extLst>
      <p:ext uri="{BB962C8B-B14F-4D97-AF65-F5344CB8AC3E}">
        <p14:creationId xmlns:p14="http://schemas.microsoft.com/office/powerpoint/2010/main" val="997793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pic>
        <p:nvPicPr>
          <p:cNvPr id="4" name="Picture 3">
            <a:extLst>
              <a:ext uri="{FF2B5EF4-FFF2-40B4-BE49-F238E27FC236}">
                <a16:creationId xmlns:a16="http://schemas.microsoft.com/office/drawing/2014/main" id="{4B52DFFD-7027-45F8-84BE-C97E87442FC9}"/>
              </a:ext>
            </a:extLst>
          </p:cNvPr>
          <p:cNvPicPr>
            <a:picLocks noChangeAspect="1"/>
          </p:cNvPicPr>
          <p:nvPr/>
        </p:nvPicPr>
        <p:blipFill>
          <a:blip r:embed="rId4"/>
          <a:stretch>
            <a:fillRect/>
          </a:stretch>
        </p:blipFill>
        <p:spPr>
          <a:xfrm>
            <a:off x="308247" y="660400"/>
            <a:ext cx="11469307" cy="5486400"/>
          </a:xfrm>
          <a:prstGeom prst="rect">
            <a:avLst/>
          </a:prstGeom>
        </p:spPr>
      </p:pic>
    </p:spTree>
    <p:extLst>
      <p:ext uri="{BB962C8B-B14F-4D97-AF65-F5344CB8AC3E}">
        <p14:creationId xmlns:p14="http://schemas.microsoft.com/office/powerpoint/2010/main" val="4010133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Indexing Lists</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1177796"/>
            <a:ext cx="11325225" cy="3046988"/>
          </a:xfrm>
          <a:prstGeom prst="rect">
            <a:avLst/>
          </a:prstGeom>
          <a:noFill/>
        </p:spPr>
        <p:txBody>
          <a:bodyPr wrap="square">
            <a:spAutoFit/>
          </a:bodyPr>
          <a:lstStyle/>
          <a:p>
            <a:pPr marL="285750" indent="-285750">
              <a:buFont typeface="Arial" panose="020B0604020202020204" pitchFamily="34" charset="0"/>
              <a:buChar char="•"/>
            </a:pPr>
            <a:endParaRPr lang="en-IE" sz="2400"/>
          </a:p>
          <a:p>
            <a:pPr marL="285750" indent="-285750">
              <a:buFont typeface="Arial" panose="020B0604020202020204" pitchFamily="34" charset="0"/>
              <a:buChar char="•"/>
            </a:pPr>
            <a:r>
              <a:rPr lang="en-IE" sz="2400">
                <a:effectLst/>
                <a:ea typeface="Calibri" panose="020F0502020204030204" pitchFamily="34" charset="0"/>
                <a:cs typeface="Times New Roman" panose="02020603050405020304" pitchFamily="18" charset="0"/>
              </a:rPr>
              <a:t>Strings and lists are different variable types, but elements in a list are indexed in the same way as strings.</a:t>
            </a:r>
          </a:p>
          <a:p>
            <a:pPr marL="285750" indent="-285750">
              <a:buFont typeface="Arial" panose="020B0604020202020204" pitchFamily="34" charset="0"/>
              <a:buChar char="•"/>
            </a:pPr>
            <a:endParaRPr lang="en-IE" sz="240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E" sz="2400">
              <a:effectLs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E" sz="2400">
              <a:effectLst/>
              <a:ea typeface="Calibri" panose="020F0502020204030204" pitchFamily="34" charset="0"/>
            </a:endParaRP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4" name="Picture 3">
            <a:extLst>
              <a:ext uri="{FF2B5EF4-FFF2-40B4-BE49-F238E27FC236}">
                <a16:creationId xmlns:a16="http://schemas.microsoft.com/office/drawing/2014/main" id="{1D7AC31A-A3BA-4393-996E-988F13D58A45}"/>
              </a:ext>
            </a:extLst>
          </p:cNvPr>
          <p:cNvPicPr>
            <a:picLocks noChangeAspect="1"/>
          </p:cNvPicPr>
          <p:nvPr/>
        </p:nvPicPr>
        <p:blipFill>
          <a:blip r:embed="rId4"/>
          <a:stretch>
            <a:fillRect/>
          </a:stretch>
        </p:blipFill>
        <p:spPr>
          <a:xfrm>
            <a:off x="560188" y="2467927"/>
            <a:ext cx="10909697" cy="466725"/>
          </a:xfrm>
          <a:prstGeom prst="rect">
            <a:avLst/>
          </a:prstGeom>
        </p:spPr>
      </p:pic>
      <p:graphicFrame>
        <p:nvGraphicFramePr>
          <p:cNvPr id="5" name="Table 6">
            <a:extLst>
              <a:ext uri="{FF2B5EF4-FFF2-40B4-BE49-F238E27FC236}">
                <a16:creationId xmlns:a16="http://schemas.microsoft.com/office/drawing/2014/main" id="{4CEBABAF-692D-448F-9634-3CE1E25C7E7B}"/>
              </a:ext>
            </a:extLst>
          </p:cNvPr>
          <p:cNvGraphicFramePr>
            <a:graphicFrameLocks noGrp="1"/>
          </p:cNvGraphicFramePr>
          <p:nvPr>
            <p:extLst>
              <p:ext uri="{D42A27DB-BD31-4B8C-83A1-F6EECF244321}">
                <p14:modId xmlns:p14="http://schemas.microsoft.com/office/powerpoint/2010/main" val="1394878982"/>
              </p:ext>
            </p:extLst>
          </p:nvPr>
        </p:nvGraphicFramePr>
        <p:xfrm>
          <a:off x="1727200" y="3455164"/>
          <a:ext cx="8127999"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673933534"/>
                    </a:ext>
                  </a:extLst>
                </a:gridCol>
                <a:gridCol w="2709333">
                  <a:extLst>
                    <a:ext uri="{9D8B030D-6E8A-4147-A177-3AD203B41FA5}">
                      <a16:colId xmlns:a16="http://schemas.microsoft.com/office/drawing/2014/main" val="1755355684"/>
                    </a:ext>
                  </a:extLst>
                </a:gridCol>
                <a:gridCol w="2709333">
                  <a:extLst>
                    <a:ext uri="{9D8B030D-6E8A-4147-A177-3AD203B41FA5}">
                      <a16:colId xmlns:a16="http://schemas.microsoft.com/office/drawing/2014/main" val="3026344281"/>
                    </a:ext>
                  </a:extLst>
                </a:gridCol>
              </a:tblGrid>
              <a:tr h="370840">
                <a:tc>
                  <a:txBody>
                    <a:bodyPr/>
                    <a:lstStyle/>
                    <a:p>
                      <a:r>
                        <a:rPr lang="en-IE"/>
                        <a:t>Index</a:t>
                      </a:r>
                    </a:p>
                  </a:txBody>
                  <a:tcPr/>
                </a:tc>
                <a:tc>
                  <a:txBody>
                    <a:bodyPr/>
                    <a:lstStyle/>
                    <a:p>
                      <a:r>
                        <a:rPr lang="en-IE"/>
                        <a:t>Value</a:t>
                      </a:r>
                    </a:p>
                  </a:txBody>
                  <a:tcPr/>
                </a:tc>
                <a:tc>
                  <a:txBody>
                    <a:bodyPr/>
                    <a:lstStyle/>
                    <a:p>
                      <a:r>
                        <a:rPr lang="en-IE"/>
                        <a:t>Item</a:t>
                      </a:r>
                    </a:p>
                  </a:txBody>
                  <a:tcPr/>
                </a:tc>
                <a:extLst>
                  <a:ext uri="{0D108BD9-81ED-4DB2-BD59-A6C34878D82A}">
                    <a16:rowId xmlns:a16="http://schemas.microsoft.com/office/drawing/2014/main" val="2512898417"/>
                  </a:ext>
                </a:extLst>
              </a:tr>
              <a:tr h="370840">
                <a:tc>
                  <a:txBody>
                    <a:bodyPr/>
                    <a:lstStyle/>
                    <a:p>
                      <a:r>
                        <a:rPr lang="en-IE"/>
                        <a:t>fruits[0]</a:t>
                      </a:r>
                    </a:p>
                  </a:txBody>
                  <a:tcPr/>
                </a:tc>
                <a:tc>
                  <a:txBody>
                    <a:bodyPr/>
                    <a:lstStyle/>
                    <a:p>
                      <a:r>
                        <a:rPr lang="en-IE"/>
                        <a:t>‘Strawberry’</a:t>
                      </a:r>
                    </a:p>
                  </a:txBody>
                  <a:tcPr/>
                </a:tc>
                <a:tc>
                  <a:txBody>
                    <a:bodyPr/>
                    <a:lstStyle/>
                    <a:p>
                      <a:r>
                        <a:rPr lang="en-IE"/>
                        <a:t>1</a:t>
                      </a:r>
                    </a:p>
                  </a:txBody>
                  <a:tcPr/>
                </a:tc>
                <a:extLst>
                  <a:ext uri="{0D108BD9-81ED-4DB2-BD59-A6C34878D82A}">
                    <a16:rowId xmlns:a16="http://schemas.microsoft.com/office/drawing/2014/main" val="62356320"/>
                  </a:ext>
                </a:extLst>
              </a:tr>
              <a:tr h="370840">
                <a:tc>
                  <a:txBody>
                    <a:bodyPr/>
                    <a:lstStyle/>
                    <a:p>
                      <a:r>
                        <a:rPr lang="en-IE"/>
                        <a:t>fruits[1]</a:t>
                      </a:r>
                    </a:p>
                  </a:txBody>
                  <a:tcPr/>
                </a:tc>
                <a:tc>
                  <a:txBody>
                    <a:bodyPr/>
                    <a:lstStyle/>
                    <a:p>
                      <a:r>
                        <a:rPr lang="en-IE"/>
                        <a:t>‘Lemon’</a:t>
                      </a:r>
                    </a:p>
                  </a:txBody>
                  <a:tcPr/>
                </a:tc>
                <a:tc>
                  <a:txBody>
                    <a:bodyPr/>
                    <a:lstStyle/>
                    <a:p>
                      <a:r>
                        <a:rPr lang="en-IE"/>
                        <a:t>2</a:t>
                      </a:r>
                    </a:p>
                  </a:txBody>
                  <a:tcPr/>
                </a:tc>
                <a:extLst>
                  <a:ext uri="{0D108BD9-81ED-4DB2-BD59-A6C34878D82A}">
                    <a16:rowId xmlns:a16="http://schemas.microsoft.com/office/drawing/2014/main" val="32737726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a:t>fruits[2]</a:t>
                      </a:r>
                    </a:p>
                  </a:txBody>
                  <a:tcPr/>
                </a:tc>
                <a:tc>
                  <a:txBody>
                    <a:bodyPr/>
                    <a:lstStyle/>
                    <a:p>
                      <a:r>
                        <a:rPr lang="en-IE"/>
                        <a:t>‘Orange’</a:t>
                      </a:r>
                    </a:p>
                  </a:txBody>
                  <a:tcPr/>
                </a:tc>
                <a:tc>
                  <a:txBody>
                    <a:bodyPr/>
                    <a:lstStyle/>
                    <a:p>
                      <a:r>
                        <a:rPr lang="en-IE"/>
                        <a:t>3</a:t>
                      </a:r>
                    </a:p>
                  </a:txBody>
                  <a:tcPr/>
                </a:tc>
                <a:extLst>
                  <a:ext uri="{0D108BD9-81ED-4DB2-BD59-A6C34878D82A}">
                    <a16:rowId xmlns:a16="http://schemas.microsoft.com/office/drawing/2014/main" val="12740463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a:t>fruits[3]</a:t>
                      </a:r>
                    </a:p>
                  </a:txBody>
                  <a:tcPr/>
                </a:tc>
                <a:tc>
                  <a:txBody>
                    <a:bodyPr/>
                    <a:lstStyle/>
                    <a:p>
                      <a:r>
                        <a:rPr lang="en-IE"/>
                        <a:t>‘Raspberry’</a:t>
                      </a:r>
                    </a:p>
                  </a:txBody>
                  <a:tcPr/>
                </a:tc>
                <a:tc>
                  <a:txBody>
                    <a:bodyPr/>
                    <a:lstStyle/>
                    <a:p>
                      <a:r>
                        <a:rPr lang="en-IE"/>
                        <a:t>4</a:t>
                      </a:r>
                    </a:p>
                  </a:txBody>
                  <a:tcPr/>
                </a:tc>
                <a:extLst>
                  <a:ext uri="{0D108BD9-81ED-4DB2-BD59-A6C34878D82A}">
                    <a16:rowId xmlns:a16="http://schemas.microsoft.com/office/drawing/2014/main" val="21202672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a:t>fruits[4 ]</a:t>
                      </a:r>
                    </a:p>
                  </a:txBody>
                  <a:tcPr/>
                </a:tc>
                <a:tc>
                  <a:txBody>
                    <a:bodyPr/>
                    <a:lstStyle/>
                    <a:p>
                      <a:r>
                        <a:rPr lang="en-IE"/>
                        <a:t>‘Cherry’</a:t>
                      </a:r>
                    </a:p>
                  </a:txBody>
                  <a:tcPr/>
                </a:tc>
                <a:tc>
                  <a:txBody>
                    <a:bodyPr/>
                    <a:lstStyle/>
                    <a:p>
                      <a:r>
                        <a:rPr lang="en-IE"/>
                        <a:t>5</a:t>
                      </a:r>
                    </a:p>
                  </a:txBody>
                  <a:tcPr/>
                </a:tc>
                <a:extLst>
                  <a:ext uri="{0D108BD9-81ED-4DB2-BD59-A6C34878D82A}">
                    <a16:rowId xmlns:a16="http://schemas.microsoft.com/office/drawing/2014/main" val="1276819458"/>
                  </a:ext>
                </a:extLst>
              </a:tr>
            </a:tbl>
          </a:graphicData>
        </a:graphic>
      </p:graphicFrame>
    </p:spTree>
    <p:extLst>
      <p:ext uri="{BB962C8B-B14F-4D97-AF65-F5344CB8AC3E}">
        <p14:creationId xmlns:p14="http://schemas.microsoft.com/office/powerpoint/2010/main" val="1103014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Indexing Lists</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1177796"/>
            <a:ext cx="11325225" cy="7725192"/>
          </a:xfrm>
          <a:prstGeom prst="rect">
            <a:avLst/>
          </a:prstGeom>
          <a:noFill/>
        </p:spPr>
        <p:txBody>
          <a:bodyPr wrap="square">
            <a:spAutoFit/>
          </a:bodyPr>
          <a:lstStyle/>
          <a:p>
            <a:pPr marL="285750" indent="-285750">
              <a:buFont typeface="Arial" panose="020B0604020202020204" pitchFamily="34" charset="0"/>
              <a:buChar char="•"/>
            </a:pPr>
            <a:endParaRPr lang="en-IE" sz="2400"/>
          </a:p>
          <a:p>
            <a:pPr marL="285750" indent="-285750">
              <a:buFont typeface="Arial" panose="020B0604020202020204" pitchFamily="34" charset="0"/>
              <a:buChar char="•"/>
            </a:pPr>
            <a:r>
              <a:rPr lang="en-IE" sz="2400">
                <a:effectLst/>
                <a:ea typeface="Calibri" panose="020F0502020204030204" pitchFamily="34" charset="0"/>
                <a:cs typeface="Times New Roman" panose="02020603050405020304" pitchFamily="18" charset="0"/>
              </a:rPr>
              <a:t>It is possible to print out single items from the list.</a:t>
            </a:r>
          </a:p>
          <a:p>
            <a:pPr marL="285750" indent="-285750">
              <a:buFont typeface="Arial" panose="020B0604020202020204" pitchFamily="34" charset="0"/>
              <a:buChar char="•"/>
            </a:pPr>
            <a:endParaRPr lang="en-IE" sz="240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E" sz="2400">
              <a:effectLs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E" sz="2400">
              <a:ea typeface="Calibri" panose="020F0502020204030204" pitchFamily="34" charset="0"/>
              <a:cs typeface="Times New Roman" panose="02020603050405020304" pitchFamily="18" charset="0"/>
            </a:endParaRPr>
          </a:p>
          <a:p>
            <a:r>
              <a:rPr lang="en-IE" sz="2400">
                <a:solidFill>
                  <a:srgbClr val="0070C0"/>
                </a:solidFill>
                <a:ea typeface="Calibri" panose="020F0502020204030204" pitchFamily="34" charset="0"/>
                <a:cs typeface="Times New Roman" panose="02020603050405020304" pitchFamily="18" charset="0"/>
              </a:rPr>
              <a:t>	</a:t>
            </a:r>
            <a:r>
              <a:rPr lang="en-IE" sz="3200">
                <a:solidFill>
                  <a:srgbClr val="0070C0"/>
                </a:solidFill>
                <a:ea typeface="Calibri" panose="020F0502020204030204" pitchFamily="34" charset="0"/>
                <a:cs typeface="Times New Roman" panose="02020603050405020304" pitchFamily="18" charset="0"/>
              </a:rPr>
              <a:t>print(fruits[0])</a:t>
            </a:r>
          </a:p>
          <a:p>
            <a:r>
              <a:rPr lang="en-IE" sz="3200">
                <a:solidFill>
                  <a:srgbClr val="0070C0"/>
                </a:solidFill>
                <a:ea typeface="Calibri" panose="020F0502020204030204" pitchFamily="34" charset="0"/>
                <a:cs typeface="Times New Roman" panose="02020603050405020304" pitchFamily="18" charset="0"/>
              </a:rPr>
              <a:t>	print(fruits[2])</a:t>
            </a:r>
          </a:p>
          <a:p>
            <a:r>
              <a:rPr lang="en-IE" sz="3200">
                <a:solidFill>
                  <a:srgbClr val="0070C0"/>
                </a:solidFill>
                <a:ea typeface="Calibri" panose="020F0502020204030204" pitchFamily="34" charset="0"/>
                <a:cs typeface="Times New Roman" panose="02020603050405020304" pitchFamily="18" charset="0"/>
              </a:rPr>
              <a:t>	print(fruits[4])</a:t>
            </a:r>
          </a:p>
          <a:p>
            <a:endParaRPr lang="en-IE" sz="3200">
              <a:solidFill>
                <a:srgbClr val="0070C0"/>
              </a:solidFill>
              <a:ea typeface="Calibri" panose="020F0502020204030204" pitchFamily="34" charset="0"/>
              <a:cs typeface="Times New Roman" panose="02020603050405020304" pitchFamily="18" charset="0"/>
            </a:endParaRPr>
          </a:p>
          <a:p>
            <a:r>
              <a:rPr lang="en-IE" sz="3200">
                <a:ea typeface="Calibri" panose="020F0502020204030204" pitchFamily="34" charset="0"/>
                <a:cs typeface="Times New Roman" panose="02020603050405020304" pitchFamily="18" charset="0"/>
              </a:rPr>
              <a:t>Predict what this code will do?</a:t>
            </a:r>
          </a:p>
          <a:p>
            <a:r>
              <a:rPr lang="en-IE" sz="3200">
                <a:ea typeface="Calibri" panose="020F0502020204030204" pitchFamily="34" charset="0"/>
                <a:cs typeface="Times New Roman" panose="02020603050405020304" pitchFamily="18" charset="0"/>
              </a:rPr>
              <a:t>Run the code to check your prediction.</a:t>
            </a:r>
          </a:p>
          <a:p>
            <a:r>
              <a:rPr lang="en-IE" sz="3200">
                <a:ea typeface="Calibri" panose="020F0502020204030204" pitchFamily="34" charset="0"/>
                <a:cs typeface="Times New Roman" panose="02020603050405020304" pitchFamily="18" charset="0"/>
              </a:rPr>
              <a:t>Modify the code to print each item in the list.</a:t>
            </a:r>
          </a:p>
          <a:p>
            <a:r>
              <a:rPr lang="en-IE" sz="3200">
                <a:solidFill>
                  <a:srgbClr val="0070C0"/>
                </a:solidFill>
                <a:effectLst/>
                <a:ea typeface="Calibri" panose="020F0502020204030204" pitchFamily="34" charset="0"/>
                <a:cs typeface="Times New Roman" panose="02020603050405020304" pitchFamily="18" charset="0"/>
              </a:rPr>
              <a:t>	</a:t>
            </a:r>
            <a:endParaRPr lang="en-IE" sz="2400">
              <a:effectLs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E" sz="240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E" sz="2400">
              <a:effectLs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E" sz="2400">
              <a:effectLst/>
              <a:ea typeface="Calibri" panose="020F0502020204030204" pitchFamily="34" charset="0"/>
            </a:endParaRP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4" name="Picture 3">
            <a:extLst>
              <a:ext uri="{FF2B5EF4-FFF2-40B4-BE49-F238E27FC236}">
                <a16:creationId xmlns:a16="http://schemas.microsoft.com/office/drawing/2014/main" id="{1D7AC31A-A3BA-4393-996E-988F13D58A45}"/>
              </a:ext>
            </a:extLst>
          </p:cNvPr>
          <p:cNvPicPr>
            <a:picLocks noChangeAspect="1"/>
          </p:cNvPicPr>
          <p:nvPr/>
        </p:nvPicPr>
        <p:blipFill>
          <a:blip r:embed="rId4"/>
          <a:stretch>
            <a:fillRect/>
          </a:stretch>
        </p:blipFill>
        <p:spPr>
          <a:xfrm>
            <a:off x="641151" y="2163127"/>
            <a:ext cx="10909697" cy="466725"/>
          </a:xfrm>
          <a:prstGeom prst="rect">
            <a:avLst/>
          </a:prstGeom>
        </p:spPr>
      </p:pic>
    </p:spTree>
    <p:extLst>
      <p:ext uri="{BB962C8B-B14F-4D97-AF65-F5344CB8AC3E}">
        <p14:creationId xmlns:p14="http://schemas.microsoft.com/office/powerpoint/2010/main" val="400385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17872"/>
            <a:ext cx="10058400" cy="1371600"/>
          </a:xfrm>
        </p:spPr>
        <p:txBody>
          <a:bodyPr vert="horz" lIns="91440" tIns="45720" rIns="91440" bIns="45720" rtlCol="0" anchor="ctr">
            <a:normAutofit/>
          </a:bodyPr>
          <a:lstStyle/>
          <a:p>
            <a:r>
              <a:rPr lang="en-US">
                <a:solidFill>
                  <a:schemeClr val="bg2">
                    <a:lumMod val="50000"/>
                  </a:schemeClr>
                </a:solidFill>
              </a:rPr>
              <a:t>Practice Time</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3" y="1130973"/>
            <a:ext cx="11325225" cy="1569660"/>
          </a:xfrm>
          <a:prstGeom prst="rect">
            <a:avLst/>
          </a:prstGeom>
          <a:noFill/>
        </p:spPr>
        <p:txBody>
          <a:bodyPr wrap="square">
            <a:spAutoFit/>
          </a:bodyPr>
          <a:lstStyle/>
          <a:p>
            <a:pPr marL="285750" indent="-285750">
              <a:buFont typeface="Arial" panose="020B0604020202020204" pitchFamily="34" charset="0"/>
              <a:buChar char="•"/>
            </a:pPr>
            <a:r>
              <a:rPr lang="en-IE" sz="2400">
                <a:effectLst/>
                <a:ea typeface="Calibri" panose="020F0502020204030204" pitchFamily="34" charset="0"/>
              </a:rPr>
              <a:t>The next example program demonstrates how to combine the use of random numbers and lists to simulate the operation of a fruit machine. </a:t>
            </a:r>
          </a:p>
          <a:p>
            <a:pPr marL="285750" indent="-285750">
              <a:buFont typeface="Arial" panose="020B0604020202020204" pitchFamily="34" charset="0"/>
              <a:buChar char="•"/>
            </a:pPr>
            <a:r>
              <a:rPr lang="en-IE" sz="2400">
                <a:effectLst/>
                <a:latin typeface="Arial" panose="020B0604020202020204" pitchFamily="34" charset="0"/>
                <a:ea typeface="Calibri" panose="020F0502020204030204" pitchFamily="34" charset="0"/>
              </a:rPr>
              <a:t>Read the program carefully and see if you can figure out how it works.</a:t>
            </a:r>
            <a:endParaRPr lang="en-IE" sz="2400">
              <a:effectLst/>
              <a:ea typeface="Calibri" panose="020F0502020204030204" pitchFamily="34" charset="0"/>
            </a:endParaRPr>
          </a:p>
          <a:p>
            <a:pPr marL="285750" indent="-285750">
              <a:buFont typeface="Arial" panose="020B0604020202020204" pitchFamily="34" charset="0"/>
              <a:buChar char="•"/>
            </a:pPr>
            <a:endParaRPr lang="en-IE" sz="2400"/>
          </a:p>
        </p:txBody>
      </p:sp>
      <p:pic>
        <p:nvPicPr>
          <p:cNvPr id="10" name="Picture 9">
            <a:extLst>
              <a:ext uri="{FF2B5EF4-FFF2-40B4-BE49-F238E27FC236}">
                <a16:creationId xmlns:a16="http://schemas.microsoft.com/office/drawing/2014/main" id="{57E23271-4E72-45B0-AE17-86C6B9703CA2}"/>
              </a:ext>
            </a:extLst>
          </p:cNvPr>
          <p:cNvPicPr/>
          <p:nvPr/>
        </p:nvPicPr>
        <p:blipFill>
          <a:blip r:embed="rId4"/>
          <a:stretch>
            <a:fillRect/>
          </a:stretch>
        </p:blipFill>
        <p:spPr>
          <a:xfrm>
            <a:off x="476249" y="2501786"/>
            <a:ext cx="11077575" cy="3956179"/>
          </a:xfrm>
          <a:prstGeom prst="rect">
            <a:avLst/>
          </a:prstGeom>
        </p:spPr>
      </p:pic>
    </p:spTree>
    <p:extLst>
      <p:ext uri="{BB962C8B-B14F-4D97-AF65-F5344CB8AC3E}">
        <p14:creationId xmlns:p14="http://schemas.microsoft.com/office/powerpoint/2010/main" val="2612307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17872"/>
            <a:ext cx="10058400" cy="1371600"/>
          </a:xfrm>
        </p:spPr>
        <p:txBody>
          <a:bodyPr vert="horz" lIns="91440" tIns="45720" rIns="91440" bIns="45720" rtlCol="0" anchor="ctr">
            <a:normAutofit/>
          </a:bodyPr>
          <a:lstStyle/>
          <a:p>
            <a:r>
              <a:rPr lang="en-US">
                <a:solidFill>
                  <a:schemeClr val="bg2">
                    <a:lumMod val="50000"/>
                  </a:schemeClr>
                </a:solidFill>
              </a:rPr>
              <a:t>Practice Time</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3" y="1130973"/>
            <a:ext cx="11325225" cy="2948692"/>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400"/>
              <a:t>Look up the online documentation for the Python random library.</a:t>
            </a:r>
          </a:p>
          <a:p>
            <a:pPr marL="285750" indent="-285750">
              <a:lnSpc>
                <a:spcPct val="200000"/>
              </a:lnSpc>
              <a:buFont typeface="Arial" panose="020B0604020202020204" pitchFamily="34" charset="0"/>
              <a:buChar char="•"/>
            </a:pPr>
            <a:r>
              <a:rPr lang="en-US" sz="2400"/>
              <a:t>What does the choice command do?</a:t>
            </a:r>
          </a:p>
          <a:p>
            <a:pPr marL="285750" indent="-285750">
              <a:lnSpc>
                <a:spcPct val="200000"/>
              </a:lnSpc>
              <a:buFont typeface="Arial" panose="020B0604020202020204" pitchFamily="34" charset="0"/>
              <a:buChar char="•"/>
            </a:pPr>
            <a:r>
              <a:rPr lang="en-US" sz="2400"/>
              <a:t>How might choice be used in the above program?</a:t>
            </a:r>
          </a:p>
          <a:p>
            <a:pPr marL="285750" indent="-285750">
              <a:lnSpc>
                <a:spcPct val="200000"/>
              </a:lnSpc>
              <a:buFont typeface="Arial" panose="020B0604020202020204" pitchFamily="34" charset="0"/>
              <a:buChar char="•"/>
            </a:pPr>
            <a:endParaRPr lang="en-IE" sz="2400"/>
          </a:p>
        </p:txBody>
      </p:sp>
    </p:spTree>
    <p:extLst>
      <p:ext uri="{BB962C8B-B14F-4D97-AF65-F5344CB8AC3E}">
        <p14:creationId xmlns:p14="http://schemas.microsoft.com/office/powerpoint/2010/main" val="390066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30" name="Rectangle 29">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32" name="Rectangle 31">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Young man is writing">
            <a:extLst>
              <a:ext uri="{FF2B5EF4-FFF2-40B4-BE49-F238E27FC236}">
                <a16:creationId xmlns:a16="http://schemas.microsoft.com/office/drawing/2014/main" id="{1054C6CA-D723-4A6A-9734-5910A1729B5C}"/>
              </a:ext>
            </a:extLst>
          </p:cNvPr>
          <p:cNvPicPr>
            <a:picLocks noGrp="1" noChangeAspect="1"/>
          </p:cNvPicPr>
          <p:nvPr>
            <p:ph type="pic" idx="1"/>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p:blipFill>
        <p:spPr>
          <a:xfrm>
            <a:off x="152401" y="1"/>
            <a:ext cx="12191998" cy="6857999"/>
          </a:xfrm>
          <a:prstGeom prst="rect">
            <a:avLst/>
          </a:prstGeom>
        </p:spPr>
      </p:pic>
      <p:sp>
        <p:nvSpPr>
          <p:cNvPr id="34" name="Rectangle 33">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7F5067F-B05A-4CB4-8FEF-12162F4FD7F8}"/>
              </a:ext>
            </a:extLst>
          </p:cNvPr>
          <p:cNvSpPr>
            <a:spLocks noGrp="1"/>
          </p:cNvSpPr>
          <p:nvPr>
            <p:ph type="title"/>
          </p:nvPr>
        </p:nvSpPr>
        <p:spPr>
          <a:xfrm>
            <a:off x="774043" y="727626"/>
            <a:ext cx="4602152" cy="1718225"/>
          </a:xfrm>
        </p:spPr>
        <p:txBody>
          <a:bodyPr vert="horz" lIns="91440" tIns="45720" rIns="91440" bIns="45720" rtlCol="0" anchor="ctr">
            <a:normAutofit/>
          </a:bodyPr>
          <a:lstStyle/>
          <a:p>
            <a:pPr>
              <a:lnSpc>
                <a:spcPct val="90000"/>
              </a:lnSpc>
            </a:pPr>
            <a:endParaRPr lang="en-US" sz="4400">
              <a:solidFill>
                <a:schemeClr val="bg2">
                  <a:lumMod val="50000"/>
                </a:schemeClr>
              </a:solidFill>
            </a:endParaRPr>
          </a:p>
        </p:txBody>
      </p:sp>
      <p:sp>
        <p:nvSpPr>
          <p:cNvPr id="4" name="Text Placeholder 3">
            <a:extLst>
              <a:ext uri="{FF2B5EF4-FFF2-40B4-BE49-F238E27FC236}">
                <a16:creationId xmlns:a16="http://schemas.microsoft.com/office/drawing/2014/main" id="{29AD4A91-7AB8-40C3-9C11-950FF5FC7DFC}"/>
              </a:ext>
            </a:extLst>
          </p:cNvPr>
          <p:cNvSpPr>
            <a:spLocks noGrp="1"/>
          </p:cNvSpPr>
          <p:nvPr>
            <p:ph type="body" sz="half" idx="2"/>
          </p:nvPr>
        </p:nvSpPr>
        <p:spPr>
          <a:xfrm>
            <a:off x="774043" y="2538920"/>
            <a:ext cx="4817132" cy="3480066"/>
          </a:xfrm>
        </p:spPr>
        <p:txBody>
          <a:bodyPr vert="horz" lIns="91440" tIns="45720" rIns="91440" bIns="45720" rtlCol="0">
            <a:normAutofit/>
          </a:bodyPr>
          <a:lstStyle/>
          <a:p>
            <a:pPr>
              <a:lnSpc>
                <a:spcPct val="100000"/>
              </a:lnSpc>
            </a:pPr>
            <a:r>
              <a:rPr lang="en-US" sz="2400" b="1">
                <a:solidFill>
                  <a:schemeClr val="bg2">
                    <a:lumMod val="50000"/>
                  </a:schemeClr>
                </a:solidFill>
              </a:rPr>
              <a:t>Today we covered these skills:</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Understand what is a </a:t>
            </a:r>
            <a:r>
              <a:rPr lang="en-US" sz="2400" b="1" u="sng">
                <a:solidFill>
                  <a:schemeClr val="bg2">
                    <a:lumMod val="50000"/>
                  </a:schemeClr>
                </a:solidFill>
              </a:rPr>
              <a:t>python list</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Initialise a list </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Understand the difference between a list and an array</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Index a list</a:t>
            </a: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p:txBody>
      </p:sp>
    </p:spTree>
    <p:extLst>
      <p:ext uri="{BB962C8B-B14F-4D97-AF65-F5344CB8AC3E}">
        <p14:creationId xmlns:p14="http://schemas.microsoft.com/office/powerpoint/2010/main" val="1914714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30" name="Rectangle 29">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32" name="Rectangle 31">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Young man is writing">
            <a:extLst>
              <a:ext uri="{FF2B5EF4-FFF2-40B4-BE49-F238E27FC236}">
                <a16:creationId xmlns:a16="http://schemas.microsoft.com/office/drawing/2014/main" id="{1054C6CA-D723-4A6A-9734-5910A1729B5C}"/>
              </a:ext>
            </a:extLst>
          </p:cNvPr>
          <p:cNvPicPr>
            <a:picLocks noGrp="1" noChangeAspect="1"/>
          </p:cNvPicPr>
          <p:nvPr>
            <p:ph type="pic" idx="1"/>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p:blipFill>
        <p:spPr>
          <a:xfrm>
            <a:off x="152401" y="1"/>
            <a:ext cx="12191998" cy="6857999"/>
          </a:xfrm>
          <a:prstGeom prst="rect">
            <a:avLst/>
          </a:prstGeom>
        </p:spPr>
      </p:pic>
      <p:sp>
        <p:nvSpPr>
          <p:cNvPr id="34" name="Rectangle 33">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7F5067F-B05A-4CB4-8FEF-12162F4FD7F8}"/>
              </a:ext>
            </a:extLst>
          </p:cNvPr>
          <p:cNvSpPr>
            <a:spLocks noGrp="1"/>
          </p:cNvSpPr>
          <p:nvPr>
            <p:ph type="title"/>
          </p:nvPr>
        </p:nvSpPr>
        <p:spPr>
          <a:xfrm>
            <a:off x="774043" y="727626"/>
            <a:ext cx="4602152" cy="1718225"/>
          </a:xfrm>
        </p:spPr>
        <p:txBody>
          <a:bodyPr vert="horz" lIns="91440" tIns="45720" rIns="91440" bIns="45720" rtlCol="0" anchor="ctr">
            <a:normAutofit/>
          </a:bodyPr>
          <a:lstStyle/>
          <a:p>
            <a:pPr>
              <a:lnSpc>
                <a:spcPct val="90000"/>
              </a:lnSpc>
            </a:pPr>
            <a:endParaRPr lang="en-US" sz="4400">
              <a:solidFill>
                <a:schemeClr val="bg2">
                  <a:lumMod val="50000"/>
                </a:schemeClr>
              </a:solidFill>
            </a:endParaRPr>
          </a:p>
        </p:txBody>
      </p:sp>
      <p:sp>
        <p:nvSpPr>
          <p:cNvPr id="4" name="Text Placeholder 3">
            <a:extLst>
              <a:ext uri="{FF2B5EF4-FFF2-40B4-BE49-F238E27FC236}">
                <a16:creationId xmlns:a16="http://schemas.microsoft.com/office/drawing/2014/main" id="{29AD4A91-7AB8-40C3-9C11-950FF5FC7DFC}"/>
              </a:ext>
            </a:extLst>
          </p:cNvPr>
          <p:cNvSpPr>
            <a:spLocks noGrp="1"/>
          </p:cNvSpPr>
          <p:nvPr>
            <p:ph type="body" sz="half" idx="2"/>
          </p:nvPr>
        </p:nvSpPr>
        <p:spPr>
          <a:xfrm>
            <a:off x="774043" y="2538920"/>
            <a:ext cx="4817132" cy="3480066"/>
          </a:xfrm>
        </p:spPr>
        <p:txBody>
          <a:bodyPr vert="horz" lIns="91440" tIns="45720" rIns="91440" bIns="45720" rtlCol="0">
            <a:normAutofit/>
          </a:bodyPr>
          <a:lstStyle/>
          <a:p>
            <a:pPr>
              <a:lnSpc>
                <a:spcPct val="100000"/>
              </a:lnSpc>
            </a:pPr>
            <a:r>
              <a:rPr lang="en-US" sz="2400" b="1">
                <a:solidFill>
                  <a:schemeClr val="bg2">
                    <a:lumMod val="50000"/>
                  </a:schemeClr>
                </a:solidFill>
              </a:rPr>
              <a:t>Today we covered these skills:</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Recap on last class skills</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Change the values in a list</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Understand “Out of Range errors”</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Use Negative indexing with lists</a:t>
            </a: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p:txBody>
      </p:sp>
    </p:spTree>
    <p:extLst>
      <p:ext uri="{BB962C8B-B14F-4D97-AF65-F5344CB8AC3E}">
        <p14:creationId xmlns:p14="http://schemas.microsoft.com/office/powerpoint/2010/main" val="3988102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Recap on last class</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1177796"/>
            <a:ext cx="11325225" cy="1569660"/>
          </a:xfrm>
          <a:prstGeom prst="rect">
            <a:avLst/>
          </a:prstGeom>
          <a:noFill/>
        </p:spPr>
        <p:txBody>
          <a:bodyPr wrap="square">
            <a:spAutoFit/>
          </a:bodyPr>
          <a:lstStyle/>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effectLst/>
              <a:ea typeface="Calibri" panose="020F0502020204030204" pitchFamily="34" charset="0"/>
            </a:endParaRP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4" name="Picture 3">
            <a:extLst>
              <a:ext uri="{FF2B5EF4-FFF2-40B4-BE49-F238E27FC236}">
                <a16:creationId xmlns:a16="http://schemas.microsoft.com/office/drawing/2014/main" id="{E9187BCC-4D25-4C13-9D55-386A7E78C3A2}"/>
              </a:ext>
            </a:extLst>
          </p:cNvPr>
          <p:cNvPicPr>
            <a:picLocks noChangeAspect="1"/>
          </p:cNvPicPr>
          <p:nvPr/>
        </p:nvPicPr>
        <p:blipFill>
          <a:blip r:embed="rId4"/>
          <a:stretch>
            <a:fillRect/>
          </a:stretch>
        </p:blipFill>
        <p:spPr>
          <a:xfrm>
            <a:off x="632811" y="2057908"/>
            <a:ext cx="11044839" cy="4105274"/>
          </a:xfrm>
          <a:prstGeom prst="rect">
            <a:avLst/>
          </a:prstGeom>
        </p:spPr>
      </p:pic>
      <p:pic>
        <p:nvPicPr>
          <p:cNvPr id="7" name="Picture 6">
            <a:extLst>
              <a:ext uri="{FF2B5EF4-FFF2-40B4-BE49-F238E27FC236}">
                <a16:creationId xmlns:a16="http://schemas.microsoft.com/office/drawing/2014/main" id="{B3973584-13FB-4512-B05C-E72936185930}"/>
              </a:ext>
            </a:extLst>
          </p:cNvPr>
          <p:cNvPicPr>
            <a:picLocks noChangeAspect="1"/>
          </p:cNvPicPr>
          <p:nvPr/>
        </p:nvPicPr>
        <p:blipFill>
          <a:blip r:embed="rId5"/>
          <a:stretch>
            <a:fillRect/>
          </a:stretch>
        </p:blipFill>
        <p:spPr>
          <a:xfrm>
            <a:off x="514350" y="1233057"/>
            <a:ext cx="10909697" cy="466725"/>
          </a:xfrm>
          <a:prstGeom prst="rect">
            <a:avLst/>
          </a:prstGeom>
        </p:spPr>
      </p:pic>
    </p:spTree>
    <p:extLst>
      <p:ext uri="{BB962C8B-B14F-4D97-AF65-F5344CB8AC3E}">
        <p14:creationId xmlns:p14="http://schemas.microsoft.com/office/powerpoint/2010/main" val="2345301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4839"/>
            <a:ext cx="10058400" cy="1371600"/>
          </a:xfrm>
        </p:spPr>
        <p:txBody>
          <a:bodyPr vert="horz" lIns="91440" tIns="45720" rIns="91440" bIns="45720" rtlCol="0" anchor="ctr">
            <a:normAutofit fontScale="90000"/>
          </a:bodyPr>
          <a:lstStyle/>
          <a:p>
            <a:r>
              <a:rPr lang="en-US">
                <a:solidFill>
                  <a:schemeClr val="bg2">
                    <a:lumMod val="50000"/>
                  </a:schemeClr>
                </a:solidFill>
              </a:rPr>
              <a:t>Read the code and figure out how it works</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1177796"/>
            <a:ext cx="11325225" cy="1569660"/>
          </a:xfrm>
          <a:prstGeom prst="rect">
            <a:avLst/>
          </a:prstGeom>
          <a:noFill/>
        </p:spPr>
        <p:txBody>
          <a:bodyPr wrap="square">
            <a:spAutoFit/>
          </a:bodyPr>
          <a:lstStyle/>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effectLst/>
              <a:ea typeface="Calibri" panose="020F0502020204030204" pitchFamily="34" charset="0"/>
            </a:endParaRPr>
          </a:p>
          <a:p>
            <a:pPr marL="285750" indent="-285750">
              <a:buFont typeface="Arial" panose="020B0604020202020204" pitchFamily="34" charset="0"/>
              <a:buChar char="•"/>
            </a:pPr>
            <a:endParaRPr lang="en-IE" sz="2400"/>
          </a:p>
          <a:p>
            <a:pPr marL="285750" indent="-285750">
              <a:buFont typeface="Arial" panose="020B0604020202020204" pitchFamily="34" charset="0"/>
              <a:buChar char="•"/>
            </a:pPr>
            <a:endParaRPr lang="en-IE" sz="2400"/>
          </a:p>
        </p:txBody>
      </p:sp>
      <p:pic>
        <p:nvPicPr>
          <p:cNvPr id="8" name="Picture 7">
            <a:extLst>
              <a:ext uri="{FF2B5EF4-FFF2-40B4-BE49-F238E27FC236}">
                <a16:creationId xmlns:a16="http://schemas.microsoft.com/office/drawing/2014/main" id="{1AC4BB19-7777-4653-91CE-51A6F76CEE71}"/>
              </a:ext>
            </a:extLst>
          </p:cNvPr>
          <p:cNvPicPr/>
          <p:nvPr/>
        </p:nvPicPr>
        <p:blipFill>
          <a:blip r:embed="rId4"/>
          <a:stretch>
            <a:fillRect/>
          </a:stretch>
        </p:blipFill>
        <p:spPr>
          <a:xfrm>
            <a:off x="352425" y="1177796"/>
            <a:ext cx="11487150" cy="5165854"/>
          </a:xfrm>
          <a:prstGeom prst="rect">
            <a:avLst/>
          </a:prstGeom>
        </p:spPr>
      </p:pic>
    </p:spTree>
    <p:extLst>
      <p:ext uri="{BB962C8B-B14F-4D97-AF65-F5344CB8AC3E}">
        <p14:creationId xmlns:p14="http://schemas.microsoft.com/office/powerpoint/2010/main" val="1870272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229548"/>
            <a:ext cx="11725200" cy="6362659"/>
          </a:xfrm>
          <a:prstGeom prst="rect">
            <a:avLst/>
          </a:prstGeom>
        </p:spPr>
      </p:pic>
      <p:sp>
        <p:nvSpPr>
          <p:cNvPr id="2" name="Title 1">
            <a:extLst>
              <a:ext uri="{FF2B5EF4-FFF2-40B4-BE49-F238E27FC236}">
                <a16:creationId xmlns:a16="http://schemas.microsoft.com/office/drawing/2014/main" id="{D49C97B1-F677-4C82-9865-227A9B7D2400}"/>
              </a:ext>
            </a:extLst>
          </p:cNvPr>
          <p:cNvSpPr>
            <a:spLocks noGrp="1"/>
          </p:cNvSpPr>
          <p:nvPr>
            <p:ph type="title"/>
          </p:nvPr>
        </p:nvSpPr>
        <p:spPr>
          <a:xfrm>
            <a:off x="352425" y="222899"/>
            <a:ext cx="10058400" cy="1371600"/>
          </a:xfrm>
        </p:spPr>
        <p:txBody>
          <a:bodyPr vert="horz" lIns="91440" tIns="45720" rIns="91440" bIns="45720" rtlCol="0" anchor="ctr">
            <a:normAutofit/>
          </a:bodyPr>
          <a:lstStyle/>
          <a:p>
            <a:r>
              <a:rPr lang="en-US">
                <a:solidFill>
                  <a:schemeClr val="bg2">
                    <a:lumMod val="50000"/>
                  </a:schemeClr>
                </a:solidFill>
              </a:rPr>
              <a:t>Recap on last class</a:t>
            </a:r>
          </a:p>
        </p:txBody>
      </p:sp>
      <p:sp>
        <p:nvSpPr>
          <p:cNvPr id="9" name="TextBox 8">
            <a:extLst>
              <a:ext uri="{FF2B5EF4-FFF2-40B4-BE49-F238E27FC236}">
                <a16:creationId xmlns:a16="http://schemas.microsoft.com/office/drawing/2014/main" id="{38F74A79-58DD-4F46-9125-B2B3909F09E4}"/>
              </a:ext>
            </a:extLst>
          </p:cNvPr>
          <p:cNvSpPr txBox="1"/>
          <p:nvPr/>
        </p:nvSpPr>
        <p:spPr>
          <a:xfrm>
            <a:off x="352425" y="1177796"/>
            <a:ext cx="11325225" cy="732701"/>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2400"/>
              <a:t>How might choice from the random library be used in the following program?</a:t>
            </a:r>
          </a:p>
        </p:txBody>
      </p:sp>
      <p:pic>
        <p:nvPicPr>
          <p:cNvPr id="5" name="Picture 4">
            <a:extLst>
              <a:ext uri="{FF2B5EF4-FFF2-40B4-BE49-F238E27FC236}">
                <a16:creationId xmlns:a16="http://schemas.microsoft.com/office/drawing/2014/main" id="{2CEBB899-21CE-4D6C-AE84-24A51DC11E04}"/>
              </a:ext>
            </a:extLst>
          </p:cNvPr>
          <p:cNvPicPr>
            <a:picLocks noChangeAspect="1"/>
          </p:cNvPicPr>
          <p:nvPr/>
        </p:nvPicPr>
        <p:blipFill>
          <a:blip r:embed="rId4"/>
          <a:stretch>
            <a:fillRect/>
          </a:stretch>
        </p:blipFill>
        <p:spPr>
          <a:xfrm>
            <a:off x="502258" y="1917146"/>
            <a:ext cx="11220014" cy="3378754"/>
          </a:xfrm>
          <a:prstGeom prst="rect">
            <a:avLst/>
          </a:prstGeom>
        </p:spPr>
      </p:pic>
    </p:spTree>
    <p:extLst>
      <p:ext uri="{BB962C8B-B14F-4D97-AF65-F5344CB8AC3E}">
        <p14:creationId xmlns:p14="http://schemas.microsoft.com/office/powerpoint/2010/main" val="1989311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sp>
        <p:nvSpPr>
          <p:cNvPr id="4" name="Title 3">
            <a:extLst>
              <a:ext uri="{FF2B5EF4-FFF2-40B4-BE49-F238E27FC236}">
                <a16:creationId xmlns:a16="http://schemas.microsoft.com/office/drawing/2014/main" id="{346A2711-D918-4C96-9528-9FDC4A6332F8}"/>
              </a:ext>
            </a:extLst>
          </p:cNvPr>
          <p:cNvSpPr>
            <a:spLocks noGrp="1"/>
          </p:cNvSpPr>
          <p:nvPr>
            <p:ph type="title"/>
          </p:nvPr>
        </p:nvSpPr>
        <p:spPr>
          <a:xfrm>
            <a:off x="436880" y="140991"/>
            <a:ext cx="10058400" cy="1371600"/>
          </a:xfrm>
        </p:spPr>
        <p:txBody>
          <a:bodyPr/>
          <a:lstStyle/>
          <a:p>
            <a:r>
              <a:rPr lang="en-IE"/>
              <a:t>Lists are Mutable – Examine and Explain</a:t>
            </a:r>
          </a:p>
        </p:txBody>
      </p:sp>
      <p:pic>
        <p:nvPicPr>
          <p:cNvPr id="12" name="Picture 11">
            <a:extLst>
              <a:ext uri="{FF2B5EF4-FFF2-40B4-BE49-F238E27FC236}">
                <a16:creationId xmlns:a16="http://schemas.microsoft.com/office/drawing/2014/main" id="{B8CCD3EE-6161-4A96-8B02-04779718D8EE}"/>
              </a:ext>
            </a:extLst>
          </p:cNvPr>
          <p:cNvPicPr/>
          <p:nvPr/>
        </p:nvPicPr>
        <p:blipFill>
          <a:blip r:embed="rId4"/>
          <a:stretch>
            <a:fillRect/>
          </a:stretch>
        </p:blipFill>
        <p:spPr>
          <a:xfrm>
            <a:off x="223520" y="1254989"/>
            <a:ext cx="11968480" cy="5248661"/>
          </a:xfrm>
          <a:prstGeom prst="rect">
            <a:avLst/>
          </a:prstGeom>
        </p:spPr>
      </p:pic>
    </p:spTree>
    <p:extLst>
      <p:ext uri="{BB962C8B-B14F-4D97-AF65-F5344CB8AC3E}">
        <p14:creationId xmlns:p14="http://schemas.microsoft.com/office/powerpoint/2010/main" val="565275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sp>
        <p:nvSpPr>
          <p:cNvPr id="4" name="Title 3">
            <a:extLst>
              <a:ext uri="{FF2B5EF4-FFF2-40B4-BE49-F238E27FC236}">
                <a16:creationId xmlns:a16="http://schemas.microsoft.com/office/drawing/2014/main" id="{346A2711-D918-4C96-9528-9FDC4A6332F8}"/>
              </a:ext>
            </a:extLst>
          </p:cNvPr>
          <p:cNvSpPr>
            <a:spLocks noGrp="1"/>
          </p:cNvSpPr>
          <p:nvPr>
            <p:ph type="title"/>
          </p:nvPr>
        </p:nvSpPr>
        <p:spPr>
          <a:xfrm>
            <a:off x="436880" y="140991"/>
            <a:ext cx="10058400" cy="1371600"/>
          </a:xfrm>
        </p:spPr>
        <p:txBody>
          <a:bodyPr/>
          <a:lstStyle/>
          <a:p>
            <a:r>
              <a:rPr lang="en-IE"/>
              <a:t>Index “Out of Range” errors</a:t>
            </a:r>
          </a:p>
        </p:txBody>
      </p:sp>
      <p:pic>
        <p:nvPicPr>
          <p:cNvPr id="5" name="Picture 4">
            <a:extLst>
              <a:ext uri="{FF2B5EF4-FFF2-40B4-BE49-F238E27FC236}">
                <a16:creationId xmlns:a16="http://schemas.microsoft.com/office/drawing/2014/main" id="{22566517-F697-4C0A-BA49-78F0BE16DB4E}"/>
              </a:ext>
            </a:extLst>
          </p:cNvPr>
          <p:cNvPicPr/>
          <p:nvPr/>
        </p:nvPicPr>
        <p:blipFill>
          <a:blip r:embed="rId4"/>
          <a:stretch>
            <a:fillRect/>
          </a:stretch>
        </p:blipFill>
        <p:spPr>
          <a:xfrm>
            <a:off x="304800" y="1512591"/>
            <a:ext cx="11653800" cy="4512288"/>
          </a:xfrm>
          <a:prstGeom prst="rect">
            <a:avLst/>
          </a:prstGeom>
        </p:spPr>
      </p:pic>
    </p:spTree>
    <p:extLst>
      <p:ext uri="{BB962C8B-B14F-4D97-AF65-F5344CB8AC3E}">
        <p14:creationId xmlns:p14="http://schemas.microsoft.com/office/powerpoint/2010/main" val="1477215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sp>
        <p:nvSpPr>
          <p:cNvPr id="4" name="Title 3">
            <a:extLst>
              <a:ext uri="{FF2B5EF4-FFF2-40B4-BE49-F238E27FC236}">
                <a16:creationId xmlns:a16="http://schemas.microsoft.com/office/drawing/2014/main" id="{346A2711-D918-4C96-9528-9FDC4A6332F8}"/>
              </a:ext>
            </a:extLst>
          </p:cNvPr>
          <p:cNvSpPr>
            <a:spLocks noGrp="1"/>
          </p:cNvSpPr>
          <p:nvPr>
            <p:ph type="title"/>
          </p:nvPr>
        </p:nvSpPr>
        <p:spPr>
          <a:xfrm>
            <a:off x="436880" y="140991"/>
            <a:ext cx="10058400" cy="1371600"/>
          </a:xfrm>
        </p:spPr>
        <p:txBody>
          <a:bodyPr/>
          <a:lstStyle/>
          <a:p>
            <a:r>
              <a:rPr lang="en-IE"/>
              <a:t>Negative Indexing</a:t>
            </a:r>
          </a:p>
        </p:txBody>
      </p:sp>
      <p:pic>
        <p:nvPicPr>
          <p:cNvPr id="7" name="Picture 6">
            <a:extLst>
              <a:ext uri="{FF2B5EF4-FFF2-40B4-BE49-F238E27FC236}">
                <a16:creationId xmlns:a16="http://schemas.microsoft.com/office/drawing/2014/main" id="{73E7ADDF-2B5D-47B1-BC46-08B317B14ABB}"/>
              </a:ext>
            </a:extLst>
          </p:cNvPr>
          <p:cNvPicPr/>
          <p:nvPr/>
        </p:nvPicPr>
        <p:blipFill>
          <a:blip r:embed="rId4"/>
          <a:stretch>
            <a:fillRect/>
          </a:stretch>
        </p:blipFill>
        <p:spPr>
          <a:xfrm>
            <a:off x="436880" y="1408061"/>
            <a:ext cx="10922000" cy="3076678"/>
          </a:xfrm>
          <a:prstGeom prst="rect">
            <a:avLst/>
          </a:prstGeom>
        </p:spPr>
      </p:pic>
      <p:pic>
        <p:nvPicPr>
          <p:cNvPr id="3" name="Picture 2">
            <a:extLst>
              <a:ext uri="{FF2B5EF4-FFF2-40B4-BE49-F238E27FC236}">
                <a16:creationId xmlns:a16="http://schemas.microsoft.com/office/drawing/2014/main" id="{050CB7B3-0989-40F0-AE71-40002E78F99F}"/>
              </a:ext>
            </a:extLst>
          </p:cNvPr>
          <p:cNvPicPr>
            <a:picLocks noChangeAspect="1"/>
          </p:cNvPicPr>
          <p:nvPr/>
        </p:nvPicPr>
        <p:blipFill>
          <a:blip r:embed="rId5"/>
          <a:stretch>
            <a:fillRect/>
          </a:stretch>
        </p:blipFill>
        <p:spPr>
          <a:xfrm>
            <a:off x="436879" y="4671060"/>
            <a:ext cx="11110253" cy="1272540"/>
          </a:xfrm>
          <a:prstGeom prst="rect">
            <a:avLst/>
          </a:prstGeom>
        </p:spPr>
      </p:pic>
    </p:spTree>
    <p:extLst>
      <p:ext uri="{BB962C8B-B14F-4D97-AF65-F5344CB8AC3E}">
        <p14:creationId xmlns:p14="http://schemas.microsoft.com/office/powerpoint/2010/main" val="4232204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B65ABA3-820C-4D75-9437-9EFA1ADF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30" name="Rectangle 29">
            <a:extLst>
              <a:ext uri="{FF2B5EF4-FFF2-40B4-BE49-F238E27FC236}">
                <a16:creationId xmlns:a16="http://schemas.microsoft.com/office/drawing/2014/main" id="{036BF2FB-90D8-48DB-BD34-D040CDCFF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32" name="Rectangle 31">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Young man is writing">
            <a:extLst>
              <a:ext uri="{FF2B5EF4-FFF2-40B4-BE49-F238E27FC236}">
                <a16:creationId xmlns:a16="http://schemas.microsoft.com/office/drawing/2014/main" id="{1054C6CA-D723-4A6A-9734-5910A1729B5C}"/>
              </a:ext>
            </a:extLst>
          </p:cNvPr>
          <p:cNvPicPr>
            <a:picLocks noGrp="1" noChangeAspect="1"/>
          </p:cNvPicPr>
          <p:nvPr>
            <p:ph type="pic" idx="1"/>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p:blipFill>
        <p:spPr>
          <a:xfrm>
            <a:off x="152401" y="1"/>
            <a:ext cx="12191998" cy="6857999"/>
          </a:xfrm>
          <a:prstGeom prst="rect">
            <a:avLst/>
          </a:prstGeom>
        </p:spPr>
      </p:pic>
      <p:sp>
        <p:nvSpPr>
          <p:cNvPr id="34" name="Rectangle 33">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7F5067F-B05A-4CB4-8FEF-12162F4FD7F8}"/>
              </a:ext>
            </a:extLst>
          </p:cNvPr>
          <p:cNvSpPr>
            <a:spLocks noGrp="1"/>
          </p:cNvSpPr>
          <p:nvPr>
            <p:ph type="title"/>
          </p:nvPr>
        </p:nvSpPr>
        <p:spPr>
          <a:xfrm>
            <a:off x="774043" y="727626"/>
            <a:ext cx="4602152" cy="1718225"/>
          </a:xfrm>
        </p:spPr>
        <p:txBody>
          <a:bodyPr vert="horz" lIns="91440" tIns="45720" rIns="91440" bIns="45720" rtlCol="0" anchor="ctr">
            <a:normAutofit/>
          </a:bodyPr>
          <a:lstStyle/>
          <a:p>
            <a:pPr>
              <a:lnSpc>
                <a:spcPct val="90000"/>
              </a:lnSpc>
            </a:pPr>
            <a:endParaRPr lang="en-US" sz="4400">
              <a:solidFill>
                <a:schemeClr val="bg2">
                  <a:lumMod val="50000"/>
                </a:schemeClr>
              </a:solidFill>
            </a:endParaRPr>
          </a:p>
        </p:txBody>
      </p:sp>
      <p:sp>
        <p:nvSpPr>
          <p:cNvPr id="4" name="Text Placeholder 3">
            <a:extLst>
              <a:ext uri="{FF2B5EF4-FFF2-40B4-BE49-F238E27FC236}">
                <a16:creationId xmlns:a16="http://schemas.microsoft.com/office/drawing/2014/main" id="{29AD4A91-7AB8-40C3-9C11-950FF5FC7DFC}"/>
              </a:ext>
            </a:extLst>
          </p:cNvPr>
          <p:cNvSpPr>
            <a:spLocks noGrp="1"/>
          </p:cNvSpPr>
          <p:nvPr>
            <p:ph type="body" sz="half" idx="2"/>
          </p:nvPr>
        </p:nvSpPr>
        <p:spPr>
          <a:xfrm>
            <a:off x="774043" y="2538920"/>
            <a:ext cx="4817132" cy="3480066"/>
          </a:xfrm>
        </p:spPr>
        <p:txBody>
          <a:bodyPr vert="horz" lIns="91440" tIns="45720" rIns="91440" bIns="45720" rtlCol="0">
            <a:normAutofit/>
          </a:bodyPr>
          <a:lstStyle/>
          <a:p>
            <a:pPr>
              <a:lnSpc>
                <a:spcPct val="100000"/>
              </a:lnSpc>
            </a:pPr>
            <a:r>
              <a:rPr lang="en-US" sz="2400" b="1">
                <a:solidFill>
                  <a:schemeClr val="bg2">
                    <a:lumMod val="50000"/>
                  </a:schemeClr>
                </a:solidFill>
              </a:rPr>
              <a:t>Today we covered these skills:</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Recap on negative indexing</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Implement different forms of list slicing</a:t>
            </a:r>
          </a:p>
          <a:p>
            <a:pPr marL="216000" indent="-216000">
              <a:lnSpc>
                <a:spcPct val="100000"/>
              </a:lnSpc>
              <a:buClr>
                <a:schemeClr val="accent1"/>
              </a:buClr>
              <a:buFont typeface="Arial" panose="020B0604020202020204" pitchFamily="34" charset="0"/>
              <a:buChar char="•"/>
            </a:pPr>
            <a:r>
              <a:rPr lang="en-US" sz="2400">
                <a:solidFill>
                  <a:schemeClr val="bg2">
                    <a:lumMod val="50000"/>
                  </a:schemeClr>
                </a:solidFill>
              </a:rPr>
              <a:t>Understand and use different list methods</a:t>
            </a: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a:p>
            <a:pPr marL="216000" indent="-216000">
              <a:lnSpc>
                <a:spcPct val="100000"/>
              </a:lnSpc>
              <a:buClr>
                <a:schemeClr val="accent1"/>
              </a:buClr>
              <a:buFont typeface="Arial" panose="020B0604020202020204" pitchFamily="34" charset="0"/>
              <a:buChar char="•"/>
            </a:pPr>
            <a:endParaRPr lang="en-US" sz="2400">
              <a:solidFill>
                <a:schemeClr val="bg2">
                  <a:lumMod val="50000"/>
                </a:schemeClr>
              </a:solidFill>
            </a:endParaRPr>
          </a:p>
        </p:txBody>
      </p:sp>
    </p:spTree>
    <p:extLst>
      <p:ext uri="{BB962C8B-B14F-4D97-AF65-F5344CB8AC3E}">
        <p14:creationId xmlns:p14="http://schemas.microsoft.com/office/powerpoint/2010/main" val="988359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sp>
        <p:nvSpPr>
          <p:cNvPr id="4" name="Title 3">
            <a:extLst>
              <a:ext uri="{FF2B5EF4-FFF2-40B4-BE49-F238E27FC236}">
                <a16:creationId xmlns:a16="http://schemas.microsoft.com/office/drawing/2014/main" id="{346A2711-D918-4C96-9528-9FDC4A6332F8}"/>
              </a:ext>
            </a:extLst>
          </p:cNvPr>
          <p:cNvSpPr>
            <a:spLocks noGrp="1"/>
          </p:cNvSpPr>
          <p:nvPr>
            <p:ph type="title"/>
          </p:nvPr>
        </p:nvSpPr>
        <p:spPr>
          <a:xfrm>
            <a:off x="436880" y="140991"/>
            <a:ext cx="10058400" cy="1371600"/>
          </a:xfrm>
        </p:spPr>
        <p:txBody>
          <a:bodyPr/>
          <a:lstStyle/>
          <a:p>
            <a:r>
              <a:rPr lang="en-IE"/>
              <a:t>Negative Indexing</a:t>
            </a:r>
          </a:p>
        </p:txBody>
      </p:sp>
      <p:pic>
        <p:nvPicPr>
          <p:cNvPr id="7" name="Picture 6">
            <a:extLst>
              <a:ext uri="{FF2B5EF4-FFF2-40B4-BE49-F238E27FC236}">
                <a16:creationId xmlns:a16="http://schemas.microsoft.com/office/drawing/2014/main" id="{73E7ADDF-2B5D-47B1-BC46-08B317B14ABB}"/>
              </a:ext>
            </a:extLst>
          </p:cNvPr>
          <p:cNvPicPr/>
          <p:nvPr/>
        </p:nvPicPr>
        <p:blipFill>
          <a:blip r:embed="rId4"/>
          <a:stretch>
            <a:fillRect/>
          </a:stretch>
        </p:blipFill>
        <p:spPr>
          <a:xfrm>
            <a:off x="436880" y="1408061"/>
            <a:ext cx="10922000" cy="3076678"/>
          </a:xfrm>
          <a:prstGeom prst="rect">
            <a:avLst/>
          </a:prstGeom>
        </p:spPr>
      </p:pic>
      <p:pic>
        <p:nvPicPr>
          <p:cNvPr id="3" name="Picture 2">
            <a:extLst>
              <a:ext uri="{FF2B5EF4-FFF2-40B4-BE49-F238E27FC236}">
                <a16:creationId xmlns:a16="http://schemas.microsoft.com/office/drawing/2014/main" id="{050CB7B3-0989-40F0-AE71-40002E78F99F}"/>
              </a:ext>
            </a:extLst>
          </p:cNvPr>
          <p:cNvPicPr>
            <a:picLocks noChangeAspect="1"/>
          </p:cNvPicPr>
          <p:nvPr/>
        </p:nvPicPr>
        <p:blipFill>
          <a:blip r:embed="rId5"/>
          <a:stretch>
            <a:fillRect/>
          </a:stretch>
        </p:blipFill>
        <p:spPr>
          <a:xfrm>
            <a:off x="436879" y="4671060"/>
            <a:ext cx="11110253" cy="1272540"/>
          </a:xfrm>
          <a:prstGeom prst="rect">
            <a:avLst/>
          </a:prstGeom>
        </p:spPr>
      </p:pic>
    </p:spTree>
    <p:extLst>
      <p:ext uri="{BB962C8B-B14F-4D97-AF65-F5344CB8AC3E}">
        <p14:creationId xmlns:p14="http://schemas.microsoft.com/office/powerpoint/2010/main" val="4229465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sp>
        <p:nvSpPr>
          <p:cNvPr id="4" name="Title 3">
            <a:extLst>
              <a:ext uri="{FF2B5EF4-FFF2-40B4-BE49-F238E27FC236}">
                <a16:creationId xmlns:a16="http://schemas.microsoft.com/office/drawing/2014/main" id="{346A2711-D918-4C96-9528-9FDC4A6332F8}"/>
              </a:ext>
            </a:extLst>
          </p:cNvPr>
          <p:cNvSpPr>
            <a:spLocks noGrp="1"/>
          </p:cNvSpPr>
          <p:nvPr>
            <p:ph type="title"/>
          </p:nvPr>
        </p:nvSpPr>
        <p:spPr>
          <a:xfrm>
            <a:off x="436880" y="140991"/>
            <a:ext cx="10058400" cy="1371600"/>
          </a:xfrm>
        </p:spPr>
        <p:txBody>
          <a:bodyPr>
            <a:normAutofit fontScale="90000"/>
          </a:bodyPr>
          <a:lstStyle/>
          <a:p>
            <a:r>
              <a:rPr lang="en-IE"/>
              <a:t>List Slicing – similar to string slicing (task3)</a:t>
            </a:r>
          </a:p>
        </p:txBody>
      </p:sp>
      <p:pic>
        <p:nvPicPr>
          <p:cNvPr id="8" name="Picture 7">
            <a:extLst>
              <a:ext uri="{FF2B5EF4-FFF2-40B4-BE49-F238E27FC236}">
                <a16:creationId xmlns:a16="http://schemas.microsoft.com/office/drawing/2014/main" id="{AF839D47-C817-4ED4-AB28-55A9BEFD4A63}"/>
              </a:ext>
            </a:extLst>
          </p:cNvPr>
          <p:cNvPicPr/>
          <p:nvPr/>
        </p:nvPicPr>
        <p:blipFill>
          <a:blip r:embed="rId4"/>
          <a:stretch>
            <a:fillRect/>
          </a:stretch>
        </p:blipFill>
        <p:spPr>
          <a:xfrm>
            <a:off x="355601" y="1280160"/>
            <a:ext cx="11399519" cy="4602479"/>
          </a:xfrm>
          <a:prstGeom prst="rect">
            <a:avLst/>
          </a:prstGeom>
        </p:spPr>
      </p:pic>
    </p:spTree>
    <p:extLst>
      <p:ext uri="{BB962C8B-B14F-4D97-AF65-F5344CB8AC3E}">
        <p14:creationId xmlns:p14="http://schemas.microsoft.com/office/powerpoint/2010/main" val="800008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sp>
        <p:nvSpPr>
          <p:cNvPr id="4" name="Title 3">
            <a:extLst>
              <a:ext uri="{FF2B5EF4-FFF2-40B4-BE49-F238E27FC236}">
                <a16:creationId xmlns:a16="http://schemas.microsoft.com/office/drawing/2014/main" id="{346A2711-D918-4C96-9528-9FDC4A6332F8}"/>
              </a:ext>
            </a:extLst>
          </p:cNvPr>
          <p:cNvSpPr>
            <a:spLocks noGrp="1"/>
          </p:cNvSpPr>
          <p:nvPr>
            <p:ph type="title"/>
          </p:nvPr>
        </p:nvSpPr>
        <p:spPr>
          <a:xfrm>
            <a:off x="436880" y="140991"/>
            <a:ext cx="10058400" cy="1371600"/>
          </a:xfrm>
        </p:spPr>
        <p:txBody>
          <a:bodyPr>
            <a:normAutofit/>
          </a:bodyPr>
          <a:lstStyle/>
          <a:p>
            <a:r>
              <a:rPr lang="en-IE"/>
              <a:t>List Slicing – </a:t>
            </a:r>
          </a:p>
        </p:txBody>
      </p:sp>
      <p:pic>
        <p:nvPicPr>
          <p:cNvPr id="3" name="Picture 2">
            <a:extLst>
              <a:ext uri="{FF2B5EF4-FFF2-40B4-BE49-F238E27FC236}">
                <a16:creationId xmlns:a16="http://schemas.microsoft.com/office/drawing/2014/main" id="{61FE2965-813A-47EB-9916-94B3FE0D60EB}"/>
              </a:ext>
            </a:extLst>
          </p:cNvPr>
          <p:cNvPicPr>
            <a:picLocks noChangeAspect="1"/>
          </p:cNvPicPr>
          <p:nvPr/>
        </p:nvPicPr>
        <p:blipFill>
          <a:blip r:embed="rId4"/>
          <a:stretch>
            <a:fillRect/>
          </a:stretch>
        </p:blipFill>
        <p:spPr>
          <a:xfrm>
            <a:off x="436880" y="1230003"/>
            <a:ext cx="11213585" cy="3453509"/>
          </a:xfrm>
          <a:prstGeom prst="rect">
            <a:avLst/>
          </a:prstGeom>
        </p:spPr>
      </p:pic>
    </p:spTree>
    <p:extLst>
      <p:ext uri="{BB962C8B-B14F-4D97-AF65-F5344CB8AC3E}">
        <p14:creationId xmlns:p14="http://schemas.microsoft.com/office/powerpoint/2010/main" val="33650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sp>
        <p:nvSpPr>
          <p:cNvPr id="4" name="Title 3">
            <a:extLst>
              <a:ext uri="{FF2B5EF4-FFF2-40B4-BE49-F238E27FC236}">
                <a16:creationId xmlns:a16="http://schemas.microsoft.com/office/drawing/2014/main" id="{346A2711-D918-4C96-9528-9FDC4A6332F8}"/>
              </a:ext>
            </a:extLst>
          </p:cNvPr>
          <p:cNvSpPr>
            <a:spLocks noGrp="1"/>
          </p:cNvSpPr>
          <p:nvPr>
            <p:ph type="title"/>
          </p:nvPr>
        </p:nvSpPr>
        <p:spPr>
          <a:xfrm>
            <a:off x="436880" y="140991"/>
            <a:ext cx="10058400" cy="1371600"/>
          </a:xfrm>
        </p:spPr>
        <p:txBody>
          <a:bodyPr>
            <a:normAutofit/>
          </a:bodyPr>
          <a:lstStyle/>
          <a:p>
            <a:r>
              <a:rPr lang="en-IE"/>
              <a:t>List Slicing</a:t>
            </a:r>
          </a:p>
        </p:txBody>
      </p:sp>
      <p:pic>
        <p:nvPicPr>
          <p:cNvPr id="5" name="Picture 4">
            <a:extLst>
              <a:ext uri="{FF2B5EF4-FFF2-40B4-BE49-F238E27FC236}">
                <a16:creationId xmlns:a16="http://schemas.microsoft.com/office/drawing/2014/main" id="{BB1307D2-3F9C-44EC-9659-5C8DFD29E1F5}"/>
              </a:ext>
            </a:extLst>
          </p:cNvPr>
          <p:cNvPicPr/>
          <p:nvPr/>
        </p:nvPicPr>
        <p:blipFill>
          <a:blip r:embed="rId4"/>
          <a:stretch>
            <a:fillRect/>
          </a:stretch>
        </p:blipFill>
        <p:spPr>
          <a:xfrm>
            <a:off x="527011" y="3237989"/>
            <a:ext cx="11137978" cy="2472086"/>
          </a:xfrm>
          <a:prstGeom prst="rect">
            <a:avLst/>
          </a:prstGeom>
        </p:spPr>
      </p:pic>
      <p:sp>
        <p:nvSpPr>
          <p:cNvPr id="7" name="TextBox 6">
            <a:extLst>
              <a:ext uri="{FF2B5EF4-FFF2-40B4-BE49-F238E27FC236}">
                <a16:creationId xmlns:a16="http://schemas.microsoft.com/office/drawing/2014/main" id="{7AAD195A-80D1-4750-9A28-3C5ADA13EB7D}"/>
              </a:ext>
            </a:extLst>
          </p:cNvPr>
          <p:cNvSpPr txBox="1"/>
          <p:nvPr/>
        </p:nvSpPr>
        <p:spPr>
          <a:xfrm>
            <a:off x="648860" y="1352937"/>
            <a:ext cx="11106259" cy="1689501"/>
          </a:xfrm>
          <a:prstGeom prst="rect">
            <a:avLst/>
          </a:prstGeom>
          <a:noFill/>
        </p:spPr>
        <p:txBody>
          <a:bodyPr wrap="square">
            <a:spAutoFit/>
          </a:bodyPr>
          <a:lstStyle/>
          <a:p>
            <a:pPr marL="457200" indent="-457200">
              <a:lnSpc>
                <a:spcPct val="115000"/>
              </a:lnSpc>
              <a:spcAft>
                <a:spcPts val="1000"/>
              </a:spcAft>
              <a:buFont typeface="Arial" panose="020B0604020202020204" pitchFamily="34" charset="0"/>
              <a:buChar char="•"/>
            </a:pPr>
            <a:r>
              <a:rPr lang="en-IE" sz="2800">
                <a:effectLst/>
                <a:latin typeface="Arial" panose="020B0604020202020204" pitchFamily="34" charset="0"/>
                <a:ea typeface="Calibri" panose="020F0502020204030204" pitchFamily="34" charset="0"/>
                <a:cs typeface="Times New Roman" panose="02020603050405020304" pitchFamily="18" charset="0"/>
              </a:rPr>
              <a:t>A list slice is in fact a new list. </a:t>
            </a:r>
            <a:endParaRPr lang="en-IE" sz="280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15000"/>
              </a:lnSpc>
              <a:spcAft>
                <a:spcPts val="1000"/>
              </a:spcAft>
              <a:buFont typeface="Arial" panose="020B0604020202020204" pitchFamily="34" charset="0"/>
              <a:buChar char="•"/>
            </a:pPr>
            <a:r>
              <a:rPr lang="en-IE" sz="2800">
                <a:effectLst/>
                <a:latin typeface="Arial" panose="020B0604020202020204" pitchFamily="34" charset="0"/>
                <a:ea typeface="Calibri" panose="020F0502020204030204" pitchFamily="34" charset="0"/>
                <a:cs typeface="Times New Roman" panose="02020603050405020304" pitchFamily="18" charset="0"/>
              </a:rPr>
              <a:t>For example, the following code results in the new list being stored in the list variable </a:t>
            </a:r>
            <a:r>
              <a:rPr lang="en-IE" sz="2800" err="1">
                <a:effectLst/>
                <a:latin typeface="Courier New" panose="02070309020205020404" pitchFamily="49" charset="0"/>
                <a:ea typeface="Calibri" panose="020F0502020204030204" pitchFamily="34" charset="0"/>
                <a:cs typeface="Times New Roman" panose="02020603050405020304" pitchFamily="18" charset="0"/>
              </a:rPr>
              <a:t>exoticFruits</a:t>
            </a:r>
            <a:endParaRPr lang="en-IE" sz="2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18009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pic>
        <p:nvPicPr>
          <p:cNvPr id="8" name="Picture 7">
            <a:extLst>
              <a:ext uri="{FF2B5EF4-FFF2-40B4-BE49-F238E27FC236}">
                <a16:creationId xmlns:a16="http://schemas.microsoft.com/office/drawing/2014/main" id="{EF035BB3-9F28-4614-AB86-3A63D5911C2C}"/>
              </a:ext>
            </a:extLst>
          </p:cNvPr>
          <p:cNvPicPr/>
          <p:nvPr/>
        </p:nvPicPr>
        <p:blipFill>
          <a:blip r:embed="rId4"/>
          <a:stretch>
            <a:fillRect/>
          </a:stretch>
        </p:blipFill>
        <p:spPr>
          <a:xfrm>
            <a:off x="347671" y="409786"/>
            <a:ext cx="11318240" cy="896305"/>
          </a:xfrm>
          <a:prstGeom prst="rect">
            <a:avLst/>
          </a:prstGeom>
        </p:spPr>
      </p:pic>
      <p:pic>
        <p:nvPicPr>
          <p:cNvPr id="3" name="Picture 2">
            <a:extLst>
              <a:ext uri="{FF2B5EF4-FFF2-40B4-BE49-F238E27FC236}">
                <a16:creationId xmlns:a16="http://schemas.microsoft.com/office/drawing/2014/main" id="{440772BC-1A9A-4A43-8721-A9A569C38C03}"/>
              </a:ext>
            </a:extLst>
          </p:cNvPr>
          <p:cNvPicPr>
            <a:picLocks noChangeAspect="1"/>
          </p:cNvPicPr>
          <p:nvPr/>
        </p:nvPicPr>
        <p:blipFill>
          <a:blip r:embed="rId5"/>
          <a:stretch>
            <a:fillRect/>
          </a:stretch>
        </p:blipFill>
        <p:spPr>
          <a:xfrm>
            <a:off x="347671" y="1348131"/>
            <a:ext cx="11318240" cy="5360167"/>
          </a:xfrm>
          <a:prstGeom prst="rect">
            <a:avLst/>
          </a:prstGeom>
        </p:spPr>
      </p:pic>
    </p:spTree>
    <p:extLst>
      <p:ext uri="{BB962C8B-B14F-4D97-AF65-F5344CB8AC3E}">
        <p14:creationId xmlns:p14="http://schemas.microsoft.com/office/powerpoint/2010/main" val="508857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56660"/>
            <a:ext cx="11725200" cy="6362659"/>
          </a:xfrm>
          <a:prstGeom prst="rect">
            <a:avLst/>
          </a:prstGeom>
        </p:spPr>
      </p:pic>
      <p:pic>
        <p:nvPicPr>
          <p:cNvPr id="8" name="Picture 7">
            <a:extLst>
              <a:ext uri="{FF2B5EF4-FFF2-40B4-BE49-F238E27FC236}">
                <a16:creationId xmlns:a16="http://schemas.microsoft.com/office/drawing/2014/main" id="{EF035BB3-9F28-4614-AB86-3A63D5911C2C}"/>
              </a:ext>
            </a:extLst>
          </p:cNvPr>
          <p:cNvPicPr/>
          <p:nvPr/>
        </p:nvPicPr>
        <p:blipFill>
          <a:blip r:embed="rId4"/>
          <a:stretch>
            <a:fillRect/>
          </a:stretch>
        </p:blipFill>
        <p:spPr>
          <a:xfrm>
            <a:off x="260443" y="2034871"/>
            <a:ext cx="11318240" cy="896305"/>
          </a:xfrm>
          <a:prstGeom prst="rect">
            <a:avLst/>
          </a:prstGeom>
        </p:spPr>
      </p:pic>
      <p:pic>
        <p:nvPicPr>
          <p:cNvPr id="5" name="Picture 4">
            <a:extLst>
              <a:ext uri="{FF2B5EF4-FFF2-40B4-BE49-F238E27FC236}">
                <a16:creationId xmlns:a16="http://schemas.microsoft.com/office/drawing/2014/main" id="{DEF14237-64A7-432C-8857-EDE8C821D763}"/>
              </a:ext>
            </a:extLst>
          </p:cNvPr>
          <p:cNvPicPr/>
          <p:nvPr/>
        </p:nvPicPr>
        <p:blipFill>
          <a:blip r:embed="rId5"/>
          <a:stretch>
            <a:fillRect/>
          </a:stretch>
        </p:blipFill>
        <p:spPr>
          <a:xfrm>
            <a:off x="347671" y="3074374"/>
            <a:ext cx="11610929" cy="1827174"/>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1200329"/>
          </a:xfrm>
          <a:prstGeom prst="rect">
            <a:avLst/>
          </a:prstGeom>
          <a:noFill/>
        </p:spPr>
        <p:txBody>
          <a:bodyPr wrap="square" rtlCol="0">
            <a:spAutoFit/>
          </a:bodyPr>
          <a:lstStyle/>
          <a:p>
            <a:r>
              <a:rPr lang="en-GB" sz="3600" b="1" i="1">
                <a:effectLst/>
                <a:latin typeface="Arial" panose="020B0604020202020204" pitchFamily="34" charset="0"/>
                <a:ea typeface="Times New Roman" panose="02020603050405020304" pitchFamily="18" charset="0"/>
              </a:rPr>
              <a:t>What value do you think the following expression would generate?</a:t>
            </a:r>
            <a:endParaRPr lang="en-IE" sz="3600"/>
          </a:p>
        </p:txBody>
      </p:sp>
    </p:spTree>
    <p:extLst>
      <p:ext uri="{BB962C8B-B14F-4D97-AF65-F5344CB8AC3E}">
        <p14:creationId xmlns:p14="http://schemas.microsoft.com/office/powerpoint/2010/main" val="41417086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34357"/>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i="1">
                <a:effectLst/>
                <a:latin typeface="Arial" panose="020B0604020202020204" pitchFamily="34" charset="0"/>
                <a:ea typeface="Times New Roman" panose="02020603050405020304" pitchFamily="18" charset="0"/>
              </a:rPr>
              <a:t>Task5 – find the error and suggest  fix</a:t>
            </a:r>
            <a:endParaRPr lang="en-IE" sz="3600"/>
          </a:p>
        </p:txBody>
      </p:sp>
      <p:pic>
        <p:nvPicPr>
          <p:cNvPr id="4" name="Picture 3">
            <a:extLst>
              <a:ext uri="{FF2B5EF4-FFF2-40B4-BE49-F238E27FC236}">
                <a16:creationId xmlns:a16="http://schemas.microsoft.com/office/drawing/2014/main" id="{043ABBEA-27CA-4411-8260-E5105E4FFE30}"/>
              </a:ext>
            </a:extLst>
          </p:cNvPr>
          <p:cNvPicPr>
            <a:picLocks noChangeAspect="1"/>
          </p:cNvPicPr>
          <p:nvPr/>
        </p:nvPicPr>
        <p:blipFill>
          <a:blip r:embed="rId4"/>
          <a:stretch>
            <a:fillRect/>
          </a:stretch>
        </p:blipFill>
        <p:spPr>
          <a:xfrm>
            <a:off x="347671" y="1180588"/>
            <a:ext cx="11576486" cy="4216601"/>
          </a:xfrm>
          <a:prstGeom prst="rect">
            <a:avLst/>
          </a:prstGeom>
        </p:spPr>
      </p:pic>
    </p:spTree>
    <p:extLst>
      <p:ext uri="{BB962C8B-B14F-4D97-AF65-F5344CB8AC3E}">
        <p14:creationId xmlns:p14="http://schemas.microsoft.com/office/powerpoint/2010/main" val="2087409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0249"/>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Using </a:t>
            </a:r>
            <a:r>
              <a:rPr lang="en-GB" sz="3600" b="1" i="1" u="sng">
                <a:effectLst/>
                <a:latin typeface="Arial" panose="020B0604020202020204" pitchFamily="34" charset="0"/>
                <a:ea typeface="Times New Roman" panose="02020603050405020304" pitchFamily="18" charset="0"/>
              </a:rPr>
              <a:t>in</a:t>
            </a:r>
            <a:r>
              <a:rPr lang="en-GB" sz="3600" b="1" i="1">
                <a:effectLst/>
                <a:latin typeface="Arial" panose="020B0604020202020204" pitchFamily="34" charset="0"/>
                <a:ea typeface="Times New Roman" panose="02020603050405020304" pitchFamily="18" charset="0"/>
              </a:rPr>
              <a:t> </a:t>
            </a:r>
            <a:r>
              <a:rPr lang="en-GB" sz="3600" b="1">
                <a:effectLst/>
                <a:latin typeface="Arial" panose="020B0604020202020204" pitchFamily="34" charset="0"/>
                <a:ea typeface="Times New Roman" panose="02020603050405020304" pitchFamily="18" charset="0"/>
              </a:rPr>
              <a:t>and </a:t>
            </a:r>
            <a:r>
              <a:rPr lang="en-GB" sz="3600" b="1" i="1" u="sng">
                <a:effectLst/>
                <a:latin typeface="Arial" panose="020B0604020202020204" pitchFamily="34" charset="0"/>
                <a:ea typeface="Times New Roman" panose="02020603050405020304" pitchFamily="18" charset="0"/>
              </a:rPr>
              <a:t>not in </a:t>
            </a:r>
            <a:r>
              <a:rPr lang="en-GB" sz="3600" b="1">
                <a:effectLst/>
                <a:latin typeface="Arial" panose="020B0604020202020204" pitchFamily="34" charset="0"/>
                <a:ea typeface="Times New Roman" panose="02020603050405020304" pitchFamily="18" charset="0"/>
              </a:rPr>
              <a:t>operators with lists</a:t>
            </a:r>
            <a:r>
              <a:rPr lang="en-GB" sz="3600" b="1" i="1">
                <a:effectLst/>
                <a:latin typeface="Arial" panose="020B0604020202020204" pitchFamily="34" charset="0"/>
                <a:ea typeface="Times New Roman" panose="02020603050405020304" pitchFamily="18" charset="0"/>
              </a:rPr>
              <a:t>  </a:t>
            </a:r>
            <a:endParaRPr lang="en-IE" sz="3600" i="1"/>
          </a:p>
        </p:txBody>
      </p:sp>
      <p:sp>
        <p:nvSpPr>
          <p:cNvPr id="3" name="TextBox 2">
            <a:extLst>
              <a:ext uri="{FF2B5EF4-FFF2-40B4-BE49-F238E27FC236}">
                <a16:creationId xmlns:a16="http://schemas.microsoft.com/office/drawing/2014/main" id="{B1B13BE2-C77A-4831-AE56-2D3C363E7928}"/>
              </a:ext>
            </a:extLst>
          </p:cNvPr>
          <p:cNvSpPr txBox="1"/>
          <p:nvPr/>
        </p:nvSpPr>
        <p:spPr>
          <a:xfrm>
            <a:off x="914400" y="1583473"/>
            <a:ext cx="10549054" cy="1323439"/>
          </a:xfrm>
          <a:prstGeom prst="rect">
            <a:avLst/>
          </a:prstGeom>
          <a:noFill/>
        </p:spPr>
        <p:txBody>
          <a:bodyPr wrap="square" rtlCol="0">
            <a:spAutoFit/>
          </a:bodyPr>
          <a:lstStyle/>
          <a:p>
            <a:pPr marL="285750" indent="-285750">
              <a:buFont typeface="Arial" panose="020B0604020202020204" pitchFamily="34" charset="0"/>
              <a:buChar char="•"/>
            </a:pPr>
            <a:r>
              <a:rPr lang="en-IE" sz="4000"/>
              <a:t>Use </a:t>
            </a:r>
            <a:r>
              <a:rPr lang="en-IE" sz="4000" b="1">
                <a:latin typeface="Times New Roman" panose="02020603050405020304" pitchFamily="18" charset="0"/>
                <a:cs typeface="Times New Roman" panose="02020603050405020304" pitchFamily="18" charset="0"/>
              </a:rPr>
              <a:t>in </a:t>
            </a:r>
            <a:r>
              <a:rPr lang="en-IE" sz="4000">
                <a:latin typeface="+mj-lt"/>
                <a:cs typeface="Times New Roman" panose="02020603050405020304" pitchFamily="18" charset="0"/>
              </a:rPr>
              <a:t>and</a:t>
            </a:r>
            <a:r>
              <a:rPr lang="en-IE" sz="4000" b="1">
                <a:latin typeface="Times New Roman" panose="02020603050405020304" pitchFamily="18" charset="0"/>
                <a:cs typeface="Times New Roman" panose="02020603050405020304" pitchFamily="18" charset="0"/>
              </a:rPr>
              <a:t> not in </a:t>
            </a:r>
            <a:r>
              <a:rPr lang="en-IE" sz="4000">
                <a:latin typeface="+mj-lt"/>
                <a:cs typeface="Times New Roman" panose="02020603050405020304" pitchFamily="18" charset="0"/>
              </a:rPr>
              <a:t>to check whether an item is or is not in a list.</a:t>
            </a:r>
            <a:endParaRPr lang="en-IE" sz="4000"/>
          </a:p>
        </p:txBody>
      </p:sp>
      <p:pic>
        <p:nvPicPr>
          <p:cNvPr id="5" name="Picture 4">
            <a:extLst>
              <a:ext uri="{FF2B5EF4-FFF2-40B4-BE49-F238E27FC236}">
                <a16:creationId xmlns:a16="http://schemas.microsoft.com/office/drawing/2014/main" id="{5D52A218-5040-4CBE-B5B0-D655B459D2CD}"/>
              </a:ext>
            </a:extLst>
          </p:cNvPr>
          <p:cNvPicPr>
            <a:picLocks noChangeAspect="1"/>
          </p:cNvPicPr>
          <p:nvPr/>
        </p:nvPicPr>
        <p:blipFill>
          <a:blip r:embed="rId4"/>
          <a:stretch>
            <a:fillRect/>
          </a:stretch>
        </p:blipFill>
        <p:spPr>
          <a:xfrm>
            <a:off x="646072" y="3086912"/>
            <a:ext cx="10324119" cy="1462785"/>
          </a:xfrm>
          <a:prstGeom prst="rect">
            <a:avLst/>
          </a:prstGeom>
        </p:spPr>
      </p:pic>
    </p:spTree>
    <p:extLst>
      <p:ext uri="{BB962C8B-B14F-4D97-AF65-F5344CB8AC3E}">
        <p14:creationId xmlns:p14="http://schemas.microsoft.com/office/powerpoint/2010/main" val="1243984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0249"/>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Using </a:t>
            </a:r>
            <a:r>
              <a:rPr lang="en-GB" sz="3600" b="1" i="1" u="sng">
                <a:effectLst/>
                <a:latin typeface="Arial" panose="020B0604020202020204" pitchFamily="34" charset="0"/>
                <a:ea typeface="Times New Roman" panose="02020603050405020304" pitchFamily="18" charset="0"/>
              </a:rPr>
              <a:t>in</a:t>
            </a:r>
            <a:r>
              <a:rPr lang="en-GB" sz="3600" b="1" i="1">
                <a:effectLst/>
                <a:latin typeface="Arial" panose="020B0604020202020204" pitchFamily="34" charset="0"/>
                <a:ea typeface="Times New Roman" panose="02020603050405020304" pitchFamily="18" charset="0"/>
              </a:rPr>
              <a:t> </a:t>
            </a:r>
            <a:r>
              <a:rPr lang="en-GB" sz="3600" b="1">
                <a:effectLst/>
                <a:latin typeface="Arial" panose="020B0604020202020204" pitchFamily="34" charset="0"/>
                <a:ea typeface="Times New Roman" panose="02020603050405020304" pitchFamily="18" charset="0"/>
              </a:rPr>
              <a:t>and </a:t>
            </a:r>
            <a:r>
              <a:rPr lang="en-GB" sz="3600" b="1" i="1" u="sng">
                <a:effectLst/>
                <a:latin typeface="Arial" panose="020B0604020202020204" pitchFamily="34" charset="0"/>
                <a:ea typeface="Times New Roman" panose="02020603050405020304" pitchFamily="18" charset="0"/>
              </a:rPr>
              <a:t>not in </a:t>
            </a:r>
            <a:r>
              <a:rPr lang="en-GB" sz="3600" b="1">
                <a:effectLst/>
                <a:latin typeface="Arial" panose="020B0604020202020204" pitchFamily="34" charset="0"/>
                <a:ea typeface="Times New Roman" panose="02020603050405020304" pitchFamily="18" charset="0"/>
              </a:rPr>
              <a:t>operators with lists</a:t>
            </a:r>
            <a:r>
              <a:rPr lang="en-GB" sz="3600" b="1" i="1">
                <a:effectLst/>
                <a:latin typeface="Arial" panose="020B0604020202020204" pitchFamily="34" charset="0"/>
                <a:ea typeface="Times New Roman" panose="02020603050405020304" pitchFamily="18" charset="0"/>
              </a:rPr>
              <a:t>  </a:t>
            </a:r>
            <a:endParaRPr lang="en-IE" sz="3600" i="1"/>
          </a:p>
        </p:txBody>
      </p:sp>
      <p:sp>
        <p:nvSpPr>
          <p:cNvPr id="3" name="TextBox 2">
            <a:extLst>
              <a:ext uri="{FF2B5EF4-FFF2-40B4-BE49-F238E27FC236}">
                <a16:creationId xmlns:a16="http://schemas.microsoft.com/office/drawing/2014/main" id="{B1B13BE2-C77A-4831-AE56-2D3C363E7928}"/>
              </a:ext>
            </a:extLst>
          </p:cNvPr>
          <p:cNvSpPr txBox="1"/>
          <p:nvPr/>
        </p:nvSpPr>
        <p:spPr>
          <a:xfrm>
            <a:off x="616078" y="1215043"/>
            <a:ext cx="10549054" cy="3785652"/>
          </a:xfrm>
          <a:prstGeom prst="rect">
            <a:avLst/>
          </a:prstGeom>
          <a:noFill/>
        </p:spPr>
        <p:txBody>
          <a:bodyPr wrap="square" rtlCol="0">
            <a:spAutoFit/>
          </a:bodyPr>
          <a:lstStyle/>
          <a:p>
            <a:pPr marL="285750" indent="-285750">
              <a:buFont typeface="Arial" panose="020B0604020202020204" pitchFamily="34" charset="0"/>
              <a:buChar char="•"/>
            </a:pPr>
            <a:r>
              <a:rPr lang="en-IE" sz="4000"/>
              <a:t>Use </a:t>
            </a:r>
            <a:r>
              <a:rPr lang="en-IE" sz="4000" b="1">
                <a:latin typeface="Times New Roman" panose="02020603050405020304" pitchFamily="18" charset="0"/>
                <a:cs typeface="Times New Roman" panose="02020603050405020304" pitchFamily="18" charset="0"/>
              </a:rPr>
              <a:t>in </a:t>
            </a:r>
            <a:r>
              <a:rPr lang="en-IE" sz="4000">
                <a:latin typeface="+mj-lt"/>
                <a:cs typeface="Times New Roman" panose="02020603050405020304" pitchFamily="18" charset="0"/>
              </a:rPr>
              <a:t>and</a:t>
            </a:r>
            <a:r>
              <a:rPr lang="en-IE" sz="4000" b="1">
                <a:latin typeface="Times New Roman" panose="02020603050405020304" pitchFamily="18" charset="0"/>
                <a:cs typeface="Times New Roman" panose="02020603050405020304" pitchFamily="18" charset="0"/>
              </a:rPr>
              <a:t> not in </a:t>
            </a:r>
            <a:r>
              <a:rPr lang="en-IE" sz="4000">
                <a:latin typeface="+mj-lt"/>
                <a:cs typeface="Times New Roman" panose="02020603050405020304" pitchFamily="18" charset="0"/>
              </a:rPr>
              <a:t>to check whether an item is or is not in a list.</a:t>
            </a:r>
          </a:p>
          <a:p>
            <a:pPr marL="285750" indent="-285750">
              <a:buFont typeface="Arial" panose="020B0604020202020204" pitchFamily="34" charset="0"/>
              <a:buChar char="•"/>
            </a:pPr>
            <a:r>
              <a:rPr lang="en-IE" sz="4000">
                <a:latin typeface="+mj-lt"/>
                <a:cs typeface="Times New Roman" panose="02020603050405020304" pitchFamily="18" charset="0"/>
              </a:rPr>
              <a:t>The expression has a value to look for in a list, and the list where it may be found. Evaluates to a </a:t>
            </a:r>
            <a:r>
              <a:rPr lang="en-IE" sz="4000" i="1">
                <a:latin typeface="+mj-lt"/>
                <a:cs typeface="Times New Roman" panose="02020603050405020304" pitchFamily="18" charset="0"/>
              </a:rPr>
              <a:t>Boolean</a:t>
            </a:r>
            <a:r>
              <a:rPr lang="en-IE" sz="4000">
                <a:latin typeface="+mj-lt"/>
                <a:cs typeface="Times New Roman" panose="02020603050405020304" pitchFamily="18" charset="0"/>
              </a:rPr>
              <a:t> expression</a:t>
            </a:r>
          </a:p>
          <a:p>
            <a:pPr marL="285750" indent="-285750">
              <a:buFont typeface="Arial" panose="020B0604020202020204" pitchFamily="34" charset="0"/>
              <a:buChar char="•"/>
            </a:pPr>
            <a:endParaRPr lang="en-IE" sz="4000"/>
          </a:p>
        </p:txBody>
      </p:sp>
      <p:pic>
        <p:nvPicPr>
          <p:cNvPr id="5" name="Picture 4">
            <a:extLst>
              <a:ext uri="{FF2B5EF4-FFF2-40B4-BE49-F238E27FC236}">
                <a16:creationId xmlns:a16="http://schemas.microsoft.com/office/drawing/2014/main" id="{5D52A218-5040-4CBE-B5B0-D655B459D2CD}"/>
              </a:ext>
            </a:extLst>
          </p:cNvPr>
          <p:cNvPicPr>
            <a:picLocks noChangeAspect="1"/>
          </p:cNvPicPr>
          <p:nvPr/>
        </p:nvPicPr>
        <p:blipFill>
          <a:blip r:embed="rId4"/>
          <a:stretch>
            <a:fillRect/>
          </a:stretch>
        </p:blipFill>
        <p:spPr>
          <a:xfrm>
            <a:off x="728545" y="4625782"/>
            <a:ext cx="10324119" cy="1462785"/>
          </a:xfrm>
          <a:prstGeom prst="rect">
            <a:avLst/>
          </a:prstGeom>
        </p:spPr>
      </p:pic>
    </p:spTree>
    <p:extLst>
      <p:ext uri="{BB962C8B-B14F-4D97-AF65-F5344CB8AC3E}">
        <p14:creationId xmlns:p14="http://schemas.microsoft.com/office/powerpoint/2010/main" val="40150502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0249"/>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Using </a:t>
            </a:r>
            <a:r>
              <a:rPr lang="en-GB" sz="3600" b="1" i="1" u="sng">
                <a:effectLst/>
                <a:latin typeface="Arial" panose="020B0604020202020204" pitchFamily="34" charset="0"/>
                <a:ea typeface="Times New Roman" panose="02020603050405020304" pitchFamily="18" charset="0"/>
              </a:rPr>
              <a:t>in</a:t>
            </a:r>
            <a:r>
              <a:rPr lang="en-GB" sz="3600" b="1" i="1">
                <a:effectLst/>
                <a:latin typeface="Arial" panose="020B0604020202020204" pitchFamily="34" charset="0"/>
                <a:ea typeface="Times New Roman" panose="02020603050405020304" pitchFamily="18" charset="0"/>
              </a:rPr>
              <a:t> </a:t>
            </a:r>
            <a:r>
              <a:rPr lang="en-GB" sz="3600" b="1">
                <a:effectLst/>
                <a:latin typeface="Arial" panose="020B0604020202020204" pitchFamily="34" charset="0"/>
                <a:ea typeface="Times New Roman" panose="02020603050405020304" pitchFamily="18" charset="0"/>
              </a:rPr>
              <a:t>and </a:t>
            </a:r>
            <a:r>
              <a:rPr lang="en-GB" sz="3600" b="1" i="1" u="sng">
                <a:effectLst/>
                <a:latin typeface="Arial" panose="020B0604020202020204" pitchFamily="34" charset="0"/>
                <a:ea typeface="Times New Roman" panose="02020603050405020304" pitchFamily="18" charset="0"/>
              </a:rPr>
              <a:t>not in </a:t>
            </a:r>
            <a:r>
              <a:rPr lang="en-GB" sz="3600" b="1">
                <a:effectLst/>
                <a:latin typeface="Arial" panose="020B0604020202020204" pitchFamily="34" charset="0"/>
                <a:ea typeface="Times New Roman" panose="02020603050405020304" pitchFamily="18" charset="0"/>
              </a:rPr>
              <a:t>operators with lists</a:t>
            </a:r>
            <a:r>
              <a:rPr lang="en-GB" sz="3600" b="1" i="1">
                <a:effectLst/>
                <a:latin typeface="Arial" panose="020B0604020202020204" pitchFamily="34" charset="0"/>
                <a:ea typeface="Times New Roman" panose="02020603050405020304" pitchFamily="18" charset="0"/>
              </a:rPr>
              <a:t>  </a:t>
            </a:r>
            <a:endParaRPr lang="en-IE" sz="3600" i="1"/>
          </a:p>
        </p:txBody>
      </p:sp>
      <p:sp>
        <p:nvSpPr>
          <p:cNvPr id="3" name="TextBox 2">
            <a:extLst>
              <a:ext uri="{FF2B5EF4-FFF2-40B4-BE49-F238E27FC236}">
                <a16:creationId xmlns:a16="http://schemas.microsoft.com/office/drawing/2014/main" id="{B1B13BE2-C77A-4831-AE56-2D3C363E7928}"/>
              </a:ext>
            </a:extLst>
          </p:cNvPr>
          <p:cNvSpPr txBox="1"/>
          <p:nvPr/>
        </p:nvSpPr>
        <p:spPr>
          <a:xfrm>
            <a:off x="616078" y="1215043"/>
            <a:ext cx="10549054" cy="1938992"/>
          </a:xfrm>
          <a:prstGeom prst="rect">
            <a:avLst/>
          </a:prstGeom>
          <a:noFill/>
        </p:spPr>
        <p:txBody>
          <a:bodyPr wrap="square" rtlCol="0">
            <a:spAutoFit/>
          </a:bodyPr>
          <a:lstStyle/>
          <a:p>
            <a:pPr marL="285750" indent="-285750">
              <a:buFont typeface="Arial" panose="020B0604020202020204" pitchFamily="34" charset="0"/>
              <a:buChar char="•"/>
            </a:pPr>
            <a:r>
              <a:rPr lang="en-IE" sz="4000"/>
              <a:t>Use </a:t>
            </a:r>
            <a:r>
              <a:rPr lang="en-IE" sz="4000" b="1">
                <a:latin typeface="Times New Roman" panose="02020603050405020304" pitchFamily="18" charset="0"/>
                <a:cs typeface="Times New Roman" panose="02020603050405020304" pitchFamily="18" charset="0"/>
              </a:rPr>
              <a:t>in </a:t>
            </a:r>
            <a:r>
              <a:rPr lang="en-IE" sz="4000">
                <a:latin typeface="+mj-lt"/>
                <a:cs typeface="Times New Roman" panose="02020603050405020304" pitchFamily="18" charset="0"/>
              </a:rPr>
              <a:t>and</a:t>
            </a:r>
            <a:r>
              <a:rPr lang="en-IE" sz="4000" b="1">
                <a:latin typeface="Times New Roman" panose="02020603050405020304" pitchFamily="18" charset="0"/>
                <a:cs typeface="Times New Roman" panose="02020603050405020304" pitchFamily="18" charset="0"/>
              </a:rPr>
              <a:t> not in </a:t>
            </a:r>
            <a:r>
              <a:rPr lang="en-IE" sz="4000">
                <a:latin typeface="+mj-lt"/>
                <a:cs typeface="Times New Roman" panose="02020603050405020304" pitchFamily="18" charset="0"/>
              </a:rPr>
              <a:t>to check whether an item is or is not in a list.</a:t>
            </a:r>
          </a:p>
          <a:p>
            <a:endParaRPr lang="en-IE" sz="4000"/>
          </a:p>
        </p:txBody>
      </p:sp>
      <p:pic>
        <p:nvPicPr>
          <p:cNvPr id="7" name="Picture 6">
            <a:extLst>
              <a:ext uri="{FF2B5EF4-FFF2-40B4-BE49-F238E27FC236}">
                <a16:creationId xmlns:a16="http://schemas.microsoft.com/office/drawing/2014/main" id="{085485FB-599E-4470-8601-B859A698D58E}"/>
              </a:ext>
            </a:extLst>
          </p:cNvPr>
          <p:cNvPicPr>
            <a:picLocks noChangeAspect="1"/>
          </p:cNvPicPr>
          <p:nvPr/>
        </p:nvPicPr>
        <p:blipFill>
          <a:blip r:embed="rId4"/>
          <a:stretch>
            <a:fillRect/>
          </a:stretch>
        </p:blipFill>
        <p:spPr>
          <a:xfrm>
            <a:off x="616078" y="2634476"/>
            <a:ext cx="10564539" cy="3231506"/>
          </a:xfrm>
          <a:prstGeom prst="rect">
            <a:avLst/>
          </a:prstGeom>
        </p:spPr>
      </p:pic>
    </p:spTree>
    <p:extLst>
      <p:ext uri="{BB962C8B-B14F-4D97-AF65-F5344CB8AC3E}">
        <p14:creationId xmlns:p14="http://schemas.microsoft.com/office/powerpoint/2010/main" val="446380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Appending an item to a list</a:t>
            </a:r>
            <a:r>
              <a:rPr lang="en-GB" sz="3600" b="1" i="1">
                <a:effectLst/>
                <a:latin typeface="Arial" panose="020B0604020202020204" pitchFamily="34" charset="0"/>
                <a:ea typeface="Times New Roman" panose="02020603050405020304" pitchFamily="18" charset="0"/>
              </a:rPr>
              <a:t>  </a:t>
            </a:r>
            <a:endParaRPr lang="en-IE" sz="3600" i="1"/>
          </a:p>
        </p:txBody>
      </p:sp>
      <p:sp>
        <p:nvSpPr>
          <p:cNvPr id="4" name="TextBox 3">
            <a:extLst>
              <a:ext uri="{FF2B5EF4-FFF2-40B4-BE49-F238E27FC236}">
                <a16:creationId xmlns:a16="http://schemas.microsoft.com/office/drawing/2014/main" id="{8D8D6BA0-10D1-464E-8D5C-47E532979981}"/>
              </a:ext>
            </a:extLst>
          </p:cNvPr>
          <p:cNvSpPr txBox="1"/>
          <p:nvPr/>
        </p:nvSpPr>
        <p:spPr>
          <a:xfrm>
            <a:off x="616078" y="1215043"/>
            <a:ext cx="10549054" cy="1938992"/>
          </a:xfrm>
          <a:prstGeom prst="rect">
            <a:avLst/>
          </a:prstGeom>
          <a:noFill/>
        </p:spPr>
        <p:txBody>
          <a:bodyPr wrap="square" rtlCol="0">
            <a:spAutoFit/>
          </a:bodyPr>
          <a:lstStyle/>
          <a:p>
            <a:pPr marL="285750" indent="-285750">
              <a:buFont typeface="Arial" panose="020B0604020202020204" pitchFamily="34" charset="0"/>
              <a:buChar char="•"/>
            </a:pPr>
            <a:r>
              <a:rPr lang="en-IE" sz="4000"/>
              <a:t>Unlike strings, we can change individual items in a list using their index. Lists are </a:t>
            </a:r>
            <a:r>
              <a:rPr lang="en-IE" sz="4000" b="1"/>
              <a:t>mutable</a:t>
            </a:r>
            <a:endParaRPr lang="en-IE" sz="4000">
              <a:latin typeface="+mj-lt"/>
              <a:cs typeface="Times New Roman" panose="02020603050405020304" pitchFamily="18" charset="0"/>
            </a:endParaRPr>
          </a:p>
          <a:p>
            <a:endParaRPr lang="en-IE" sz="4000"/>
          </a:p>
        </p:txBody>
      </p:sp>
      <p:pic>
        <p:nvPicPr>
          <p:cNvPr id="5" name="Picture 4">
            <a:extLst>
              <a:ext uri="{FF2B5EF4-FFF2-40B4-BE49-F238E27FC236}">
                <a16:creationId xmlns:a16="http://schemas.microsoft.com/office/drawing/2014/main" id="{A1352E4C-384E-492B-88F6-C78EF204F146}"/>
              </a:ext>
            </a:extLst>
          </p:cNvPr>
          <p:cNvPicPr>
            <a:picLocks noChangeAspect="1"/>
          </p:cNvPicPr>
          <p:nvPr/>
        </p:nvPicPr>
        <p:blipFill>
          <a:blip r:embed="rId4"/>
          <a:stretch>
            <a:fillRect/>
          </a:stretch>
        </p:blipFill>
        <p:spPr>
          <a:xfrm>
            <a:off x="595468" y="2513439"/>
            <a:ext cx="10980454" cy="3340952"/>
          </a:xfrm>
          <a:prstGeom prst="rect">
            <a:avLst/>
          </a:prstGeom>
        </p:spPr>
      </p:pic>
    </p:spTree>
    <p:extLst>
      <p:ext uri="{BB962C8B-B14F-4D97-AF65-F5344CB8AC3E}">
        <p14:creationId xmlns:p14="http://schemas.microsoft.com/office/powerpoint/2010/main" val="3476617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Inserting an item into a list</a:t>
            </a:r>
            <a:r>
              <a:rPr lang="en-GB" sz="3600" b="1" i="1">
                <a:effectLst/>
                <a:latin typeface="Arial" panose="020B0604020202020204" pitchFamily="34" charset="0"/>
                <a:ea typeface="Times New Roman" panose="02020603050405020304" pitchFamily="18" charset="0"/>
              </a:rPr>
              <a:t> </a:t>
            </a:r>
            <a:endParaRPr lang="en-IE" sz="3600" i="1"/>
          </a:p>
        </p:txBody>
      </p:sp>
      <p:sp>
        <p:nvSpPr>
          <p:cNvPr id="4" name="TextBox 3">
            <a:extLst>
              <a:ext uri="{FF2B5EF4-FFF2-40B4-BE49-F238E27FC236}">
                <a16:creationId xmlns:a16="http://schemas.microsoft.com/office/drawing/2014/main" id="{3696A709-2B50-4D22-B5FF-760414FCCD1F}"/>
              </a:ext>
            </a:extLst>
          </p:cNvPr>
          <p:cNvSpPr txBox="1"/>
          <p:nvPr/>
        </p:nvSpPr>
        <p:spPr>
          <a:xfrm>
            <a:off x="468351" y="1215043"/>
            <a:ext cx="11273883" cy="1323439"/>
          </a:xfrm>
          <a:prstGeom prst="rect">
            <a:avLst/>
          </a:prstGeom>
          <a:noFill/>
        </p:spPr>
        <p:txBody>
          <a:bodyPr wrap="square" rtlCol="0">
            <a:spAutoFit/>
          </a:bodyPr>
          <a:lstStyle/>
          <a:p>
            <a:pPr marL="285750" indent="-285750">
              <a:buFont typeface="Arial" panose="020B0604020202020204" pitchFamily="34" charset="0"/>
              <a:buChar char="•"/>
            </a:pPr>
            <a:r>
              <a:rPr lang="en-IE" sz="4000"/>
              <a:t>To insert an item into a list we use </a:t>
            </a:r>
            <a:r>
              <a:rPr lang="en-IE" sz="4000" b="1"/>
              <a:t>.insert</a:t>
            </a:r>
            <a:r>
              <a:rPr lang="en-IE" sz="4000" i="1"/>
              <a:t>(index, item)</a:t>
            </a:r>
            <a:endParaRPr lang="en-IE" sz="4000" i="1">
              <a:latin typeface="+mj-lt"/>
              <a:cs typeface="Times New Roman" panose="02020603050405020304" pitchFamily="18" charset="0"/>
            </a:endParaRPr>
          </a:p>
          <a:p>
            <a:endParaRPr lang="en-IE" sz="4000"/>
          </a:p>
        </p:txBody>
      </p:sp>
      <p:pic>
        <p:nvPicPr>
          <p:cNvPr id="5" name="Picture 4">
            <a:extLst>
              <a:ext uri="{FF2B5EF4-FFF2-40B4-BE49-F238E27FC236}">
                <a16:creationId xmlns:a16="http://schemas.microsoft.com/office/drawing/2014/main" id="{5A09D948-8B86-4BFA-A3A6-D5003A91641A}"/>
              </a:ext>
            </a:extLst>
          </p:cNvPr>
          <p:cNvPicPr>
            <a:picLocks noChangeAspect="1"/>
          </p:cNvPicPr>
          <p:nvPr/>
        </p:nvPicPr>
        <p:blipFill>
          <a:blip r:embed="rId4"/>
          <a:stretch>
            <a:fillRect/>
          </a:stretch>
        </p:blipFill>
        <p:spPr>
          <a:xfrm>
            <a:off x="366712" y="2256590"/>
            <a:ext cx="11458575" cy="3076575"/>
          </a:xfrm>
          <a:prstGeom prst="rect">
            <a:avLst/>
          </a:prstGeom>
        </p:spPr>
      </p:pic>
    </p:spTree>
    <p:extLst>
      <p:ext uri="{BB962C8B-B14F-4D97-AF65-F5344CB8AC3E}">
        <p14:creationId xmlns:p14="http://schemas.microsoft.com/office/powerpoint/2010/main" val="2243343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Removing an item from a list</a:t>
            </a:r>
            <a:r>
              <a:rPr lang="en-GB" sz="3600" b="1" i="1">
                <a:effectLst/>
                <a:latin typeface="Arial" panose="020B0604020202020204" pitchFamily="34" charset="0"/>
                <a:ea typeface="Times New Roman" panose="02020603050405020304" pitchFamily="18" charset="0"/>
              </a:rPr>
              <a:t> </a:t>
            </a:r>
            <a:endParaRPr lang="en-IE" sz="3600" i="1"/>
          </a:p>
        </p:txBody>
      </p:sp>
      <p:sp>
        <p:nvSpPr>
          <p:cNvPr id="4" name="TextBox 3">
            <a:extLst>
              <a:ext uri="{FF2B5EF4-FFF2-40B4-BE49-F238E27FC236}">
                <a16:creationId xmlns:a16="http://schemas.microsoft.com/office/drawing/2014/main" id="{E5EAE761-F4D8-4C6D-BC6D-270BAA6F4CCC}"/>
              </a:ext>
            </a:extLst>
          </p:cNvPr>
          <p:cNvSpPr txBox="1"/>
          <p:nvPr/>
        </p:nvSpPr>
        <p:spPr>
          <a:xfrm>
            <a:off x="468351" y="1215043"/>
            <a:ext cx="11273883" cy="1938992"/>
          </a:xfrm>
          <a:prstGeom prst="rect">
            <a:avLst/>
          </a:prstGeom>
          <a:noFill/>
        </p:spPr>
        <p:txBody>
          <a:bodyPr wrap="square" rtlCol="0">
            <a:spAutoFit/>
          </a:bodyPr>
          <a:lstStyle/>
          <a:p>
            <a:pPr marL="285750" indent="-285750">
              <a:buFont typeface="Arial" panose="020B0604020202020204" pitchFamily="34" charset="0"/>
              <a:buChar char="•"/>
            </a:pPr>
            <a:r>
              <a:rPr lang="en-IE" sz="4000"/>
              <a:t>To remove an item from a list we use </a:t>
            </a:r>
            <a:r>
              <a:rPr lang="en-IE" sz="4000" b="1"/>
              <a:t>.remove</a:t>
            </a:r>
            <a:r>
              <a:rPr lang="en-IE" sz="4000" i="1"/>
              <a:t>(</a:t>
            </a:r>
            <a:r>
              <a:rPr lang="en-IE" sz="4000" i="1" err="1"/>
              <a:t>listname</a:t>
            </a:r>
            <a:r>
              <a:rPr lang="en-IE" sz="4000" i="1"/>
              <a:t>[index])</a:t>
            </a:r>
            <a:endParaRPr lang="en-IE" sz="4000" i="1">
              <a:latin typeface="+mj-lt"/>
              <a:cs typeface="Times New Roman" panose="02020603050405020304" pitchFamily="18" charset="0"/>
            </a:endParaRPr>
          </a:p>
          <a:p>
            <a:endParaRPr lang="en-IE" sz="4000"/>
          </a:p>
        </p:txBody>
      </p:sp>
      <p:pic>
        <p:nvPicPr>
          <p:cNvPr id="5" name="Picture 4">
            <a:extLst>
              <a:ext uri="{FF2B5EF4-FFF2-40B4-BE49-F238E27FC236}">
                <a16:creationId xmlns:a16="http://schemas.microsoft.com/office/drawing/2014/main" id="{A2CA75CB-D6E4-4970-AD6E-5F138BB22CAC}"/>
              </a:ext>
            </a:extLst>
          </p:cNvPr>
          <p:cNvPicPr>
            <a:picLocks noChangeAspect="1"/>
          </p:cNvPicPr>
          <p:nvPr/>
        </p:nvPicPr>
        <p:blipFill>
          <a:blip r:embed="rId4"/>
          <a:stretch>
            <a:fillRect/>
          </a:stretch>
        </p:blipFill>
        <p:spPr>
          <a:xfrm>
            <a:off x="468351" y="3077152"/>
            <a:ext cx="11012842" cy="2484733"/>
          </a:xfrm>
          <a:prstGeom prst="rect">
            <a:avLst/>
          </a:prstGeom>
        </p:spPr>
      </p:pic>
    </p:spTree>
    <p:extLst>
      <p:ext uri="{BB962C8B-B14F-4D97-AF65-F5344CB8AC3E}">
        <p14:creationId xmlns:p14="http://schemas.microsoft.com/office/powerpoint/2010/main" val="2911991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Finding the location of an item in a list</a:t>
            </a:r>
            <a:r>
              <a:rPr lang="en-GB" sz="3600" b="1" i="1">
                <a:effectLst/>
                <a:latin typeface="Arial" panose="020B0604020202020204" pitchFamily="34" charset="0"/>
                <a:ea typeface="Times New Roman" panose="02020603050405020304" pitchFamily="18" charset="0"/>
              </a:rPr>
              <a:t> </a:t>
            </a:r>
            <a:endParaRPr lang="en-IE" sz="3600" i="1"/>
          </a:p>
        </p:txBody>
      </p:sp>
      <p:sp>
        <p:nvSpPr>
          <p:cNvPr id="7" name="TextBox 6">
            <a:extLst>
              <a:ext uri="{FF2B5EF4-FFF2-40B4-BE49-F238E27FC236}">
                <a16:creationId xmlns:a16="http://schemas.microsoft.com/office/drawing/2014/main" id="{0CBFC3F2-1B84-4E0E-B821-619844988FA7}"/>
              </a:ext>
            </a:extLst>
          </p:cNvPr>
          <p:cNvSpPr txBox="1"/>
          <p:nvPr/>
        </p:nvSpPr>
        <p:spPr>
          <a:xfrm>
            <a:off x="468351" y="1215043"/>
            <a:ext cx="11273883" cy="1938992"/>
          </a:xfrm>
          <a:prstGeom prst="rect">
            <a:avLst/>
          </a:prstGeom>
          <a:noFill/>
        </p:spPr>
        <p:txBody>
          <a:bodyPr wrap="square" rtlCol="0">
            <a:spAutoFit/>
          </a:bodyPr>
          <a:lstStyle/>
          <a:p>
            <a:pPr marL="285750" indent="-285750">
              <a:buFont typeface="Arial" panose="020B0604020202020204" pitchFamily="34" charset="0"/>
              <a:buChar char="•"/>
            </a:pPr>
            <a:r>
              <a:rPr lang="en-IE" sz="4000"/>
              <a:t>Find the location of an item in the list </a:t>
            </a:r>
            <a:r>
              <a:rPr lang="en-IE" sz="4000" b="1"/>
              <a:t>.index(item)</a:t>
            </a:r>
          </a:p>
          <a:p>
            <a:pPr marL="285750" indent="-285750">
              <a:buFont typeface="Arial" panose="020B0604020202020204" pitchFamily="34" charset="0"/>
              <a:buChar char="•"/>
            </a:pPr>
            <a:r>
              <a:rPr lang="en-IE" sz="4000" b="1" i="1">
                <a:latin typeface="+mj-lt"/>
                <a:cs typeface="Times New Roman" panose="02020603050405020304" pitchFamily="18" charset="0"/>
              </a:rPr>
              <a:t>Only returns the first location</a:t>
            </a:r>
            <a:endParaRPr lang="en-IE" sz="4000" i="1">
              <a:latin typeface="+mj-lt"/>
              <a:cs typeface="Times New Roman" panose="02020603050405020304" pitchFamily="18" charset="0"/>
            </a:endParaRPr>
          </a:p>
          <a:p>
            <a:endParaRPr lang="en-IE" sz="4000"/>
          </a:p>
        </p:txBody>
      </p:sp>
      <p:pic>
        <p:nvPicPr>
          <p:cNvPr id="8" name="Picture 7">
            <a:extLst>
              <a:ext uri="{FF2B5EF4-FFF2-40B4-BE49-F238E27FC236}">
                <a16:creationId xmlns:a16="http://schemas.microsoft.com/office/drawing/2014/main" id="{75D5A856-365C-44AA-8216-CD6908E13F22}"/>
              </a:ext>
            </a:extLst>
          </p:cNvPr>
          <p:cNvPicPr>
            <a:picLocks noChangeAspect="1"/>
          </p:cNvPicPr>
          <p:nvPr/>
        </p:nvPicPr>
        <p:blipFill>
          <a:blip r:embed="rId4"/>
          <a:stretch>
            <a:fillRect/>
          </a:stretch>
        </p:blipFill>
        <p:spPr>
          <a:xfrm>
            <a:off x="547714" y="2800261"/>
            <a:ext cx="11096572" cy="3029299"/>
          </a:xfrm>
          <a:prstGeom prst="rect">
            <a:avLst/>
          </a:prstGeom>
        </p:spPr>
      </p:pic>
    </p:spTree>
    <p:extLst>
      <p:ext uri="{BB962C8B-B14F-4D97-AF65-F5344CB8AC3E}">
        <p14:creationId xmlns:p14="http://schemas.microsoft.com/office/powerpoint/2010/main" val="6711495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4" name="TextBox 3">
            <a:extLst>
              <a:ext uri="{FF2B5EF4-FFF2-40B4-BE49-F238E27FC236}">
                <a16:creationId xmlns:a16="http://schemas.microsoft.com/office/drawing/2014/main" id="{0BDB3D49-6402-412A-A5B9-73209645418A}"/>
              </a:ext>
            </a:extLst>
          </p:cNvPr>
          <p:cNvSpPr txBox="1"/>
          <p:nvPr/>
        </p:nvSpPr>
        <p:spPr>
          <a:xfrm>
            <a:off x="459058" y="1073735"/>
            <a:ext cx="11273883" cy="3170099"/>
          </a:xfrm>
          <a:prstGeom prst="rect">
            <a:avLst/>
          </a:prstGeom>
          <a:noFill/>
        </p:spPr>
        <p:txBody>
          <a:bodyPr wrap="square" rtlCol="0">
            <a:spAutoFit/>
          </a:bodyPr>
          <a:lstStyle/>
          <a:p>
            <a:pPr marL="285750" indent="-285750">
              <a:buFont typeface="Arial" panose="020B0604020202020204" pitchFamily="34" charset="0"/>
              <a:buChar char="•"/>
            </a:pPr>
            <a:r>
              <a:rPr lang="en-IE" sz="4000" b="1" i="1">
                <a:latin typeface="+mj-lt"/>
                <a:cs typeface="Times New Roman" panose="02020603050405020304" pitchFamily="18" charset="0"/>
              </a:rPr>
              <a:t>ITERATION: while and for loop</a:t>
            </a:r>
          </a:p>
          <a:p>
            <a:pPr marL="285750" indent="-285750">
              <a:buFont typeface="Arial" panose="020B0604020202020204" pitchFamily="34" charset="0"/>
              <a:buChar char="•"/>
            </a:pPr>
            <a:endParaRPr lang="en-IE" sz="4000" b="1" i="1">
              <a:latin typeface="+mj-lt"/>
              <a:cs typeface="Times New Roman" panose="02020603050405020304" pitchFamily="18" charset="0"/>
            </a:endParaRPr>
          </a:p>
          <a:p>
            <a:pPr marL="742950" lvl="1" indent="-285750">
              <a:buFont typeface="Arial" panose="020B0604020202020204" pitchFamily="34" charset="0"/>
              <a:buChar char="•"/>
            </a:pPr>
            <a:r>
              <a:rPr lang="en-IE" sz="4000">
                <a:latin typeface="+mj-lt"/>
                <a:cs typeface="Times New Roman" panose="02020603050405020304" pitchFamily="18" charset="0"/>
              </a:rPr>
              <a:t>Iteration occurs when we instruct the computer to carry out a task over and over again by repeating a section of code. This piece of code is called a loop.</a:t>
            </a:r>
          </a:p>
        </p:txBody>
      </p:sp>
    </p:spTree>
    <p:extLst>
      <p:ext uri="{BB962C8B-B14F-4D97-AF65-F5344CB8AC3E}">
        <p14:creationId xmlns:p14="http://schemas.microsoft.com/office/powerpoint/2010/main" val="28296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4" name="TextBox 3">
            <a:extLst>
              <a:ext uri="{FF2B5EF4-FFF2-40B4-BE49-F238E27FC236}">
                <a16:creationId xmlns:a16="http://schemas.microsoft.com/office/drawing/2014/main" id="{0BDB3D49-6402-412A-A5B9-73209645418A}"/>
              </a:ext>
            </a:extLst>
          </p:cNvPr>
          <p:cNvSpPr txBox="1"/>
          <p:nvPr/>
        </p:nvSpPr>
        <p:spPr>
          <a:xfrm>
            <a:off x="459058" y="1073735"/>
            <a:ext cx="11273883" cy="1938992"/>
          </a:xfrm>
          <a:prstGeom prst="rect">
            <a:avLst/>
          </a:prstGeom>
          <a:noFill/>
        </p:spPr>
        <p:txBody>
          <a:bodyPr wrap="square" rtlCol="0">
            <a:spAutoFit/>
          </a:bodyPr>
          <a:lstStyle/>
          <a:p>
            <a:pPr marL="285750" indent="-285750">
              <a:buFont typeface="Arial" panose="020B0604020202020204" pitchFamily="34" charset="0"/>
              <a:buChar char="•"/>
            </a:pPr>
            <a:r>
              <a:rPr lang="en-IE" sz="4000" b="1">
                <a:latin typeface="+mj-lt"/>
                <a:cs typeface="Times New Roman" panose="02020603050405020304" pitchFamily="18" charset="0"/>
              </a:rPr>
              <a:t>Basic while loop</a:t>
            </a:r>
          </a:p>
          <a:p>
            <a:pPr marL="742950" lvl="1" indent="-285750">
              <a:buFont typeface="Arial" panose="020B0604020202020204" pitchFamily="34" charset="0"/>
              <a:buChar char="•"/>
            </a:pPr>
            <a:r>
              <a:rPr lang="en-IE" sz="4000">
                <a:latin typeface="+mj-lt"/>
                <a:cs typeface="Times New Roman" panose="02020603050405020304" pitchFamily="18" charset="0"/>
              </a:rPr>
              <a:t>A while loop keeps repeating while a certain condition is true.</a:t>
            </a:r>
          </a:p>
        </p:txBody>
      </p:sp>
      <p:pic>
        <p:nvPicPr>
          <p:cNvPr id="3" name="Picture 2">
            <a:extLst>
              <a:ext uri="{FF2B5EF4-FFF2-40B4-BE49-F238E27FC236}">
                <a16:creationId xmlns:a16="http://schemas.microsoft.com/office/drawing/2014/main" id="{53CF114B-DC48-4DBD-81AC-C689DACAEF09}"/>
              </a:ext>
            </a:extLst>
          </p:cNvPr>
          <p:cNvPicPr>
            <a:picLocks noChangeAspect="1"/>
          </p:cNvPicPr>
          <p:nvPr/>
        </p:nvPicPr>
        <p:blipFill>
          <a:blip r:embed="rId4"/>
          <a:stretch>
            <a:fillRect/>
          </a:stretch>
        </p:blipFill>
        <p:spPr>
          <a:xfrm>
            <a:off x="782675" y="3193383"/>
            <a:ext cx="8070449" cy="2590882"/>
          </a:xfrm>
          <a:prstGeom prst="rect">
            <a:avLst/>
          </a:prstGeom>
        </p:spPr>
      </p:pic>
    </p:spTree>
    <p:extLst>
      <p:ext uri="{BB962C8B-B14F-4D97-AF65-F5344CB8AC3E}">
        <p14:creationId xmlns:p14="http://schemas.microsoft.com/office/powerpoint/2010/main" val="324963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Locating items that occur more than once</a:t>
            </a:r>
            <a:r>
              <a:rPr lang="en-GB" sz="3600" b="1" i="1">
                <a:effectLst/>
                <a:latin typeface="Arial" panose="020B0604020202020204" pitchFamily="34" charset="0"/>
                <a:ea typeface="Times New Roman" panose="02020603050405020304" pitchFamily="18" charset="0"/>
              </a:rPr>
              <a:t> </a:t>
            </a:r>
            <a:endParaRPr lang="en-IE" sz="3600" i="1"/>
          </a:p>
        </p:txBody>
      </p:sp>
      <p:pic>
        <p:nvPicPr>
          <p:cNvPr id="5" name="Picture 4">
            <a:extLst>
              <a:ext uri="{FF2B5EF4-FFF2-40B4-BE49-F238E27FC236}">
                <a16:creationId xmlns:a16="http://schemas.microsoft.com/office/drawing/2014/main" id="{4A539105-28C4-427A-A932-B0C105D3FDB8}"/>
              </a:ext>
            </a:extLst>
          </p:cNvPr>
          <p:cNvPicPr>
            <a:picLocks noChangeAspect="1"/>
          </p:cNvPicPr>
          <p:nvPr/>
        </p:nvPicPr>
        <p:blipFill>
          <a:blip r:embed="rId4"/>
          <a:stretch>
            <a:fillRect/>
          </a:stretch>
        </p:blipFill>
        <p:spPr>
          <a:xfrm>
            <a:off x="319087" y="1215043"/>
            <a:ext cx="11553825" cy="4076700"/>
          </a:xfrm>
          <a:prstGeom prst="rect">
            <a:avLst/>
          </a:prstGeom>
        </p:spPr>
      </p:pic>
    </p:spTree>
    <p:extLst>
      <p:ext uri="{BB962C8B-B14F-4D97-AF65-F5344CB8AC3E}">
        <p14:creationId xmlns:p14="http://schemas.microsoft.com/office/powerpoint/2010/main" val="129970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Modifying items in a list using a </a:t>
            </a:r>
            <a:r>
              <a:rPr lang="en-GB" sz="3600" b="1" i="1" u="sng">
                <a:effectLst/>
                <a:latin typeface="Arial" panose="020B0604020202020204" pitchFamily="34" charset="0"/>
                <a:ea typeface="Times New Roman" panose="02020603050405020304" pitchFamily="18" charset="0"/>
              </a:rPr>
              <a:t>while </a:t>
            </a:r>
            <a:r>
              <a:rPr lang="en-GB" sz="3600" b="1">
                <a:effectLst/>
                <a:latin typeface="Arial" panose="020B0604020202020204" pitchFamily="34" charset="0"/>
                <a:ea typeface="Times New Roman" panose="02020603050405020304" pitchFamily="18" charset="0"/>
              </a:rPr>
              <a:t>loop</a:t>
            </a:r>
            <a:endParaRPr lang="en-IE" sz="3600" i="1"/>
          </a:p>
        </p:txBody>
      </p:sp>
      <p:pic>
        <p:nvPicPr>
          <p:cNvPr id="4" name="Picture 3">
            <a:extLst>
              <a:ext uri="{FF2B5EF4-FFF2-40B4-BE49-F238E27FC236}">
                <a16:creationId xmlns:a16="http://schemas.microsoft.com/office/drawing/2014/main" id="{A8F870B3-0474-4EF6-A3B9-98791B263847}"/>
              </a:ext>
            </a:extLst>
          </p:cNvPr>
          <p:cNvPicPr>
            <a:picLocks noChangeAspect="1"/>
          </p:cNvPicPr>
          <p:nvPr/>
        </p:nvPicPr>
        <p:blipFill>
          <a:blip r:embed="rId4"/>
          <a:stretch>
            <a:fillRect/>
          </a:stretch>
        </p:blipFill>
        <p:spPr>
          <a:xfrm>
            <a:off x="526778" y="1215043"/>
            <a:ext cx="8394198" cy="5201160"/>
          </a:xfrm>
          <a:prstGeom prst="rect">
            <a:avLst/>
          </a:prstGeom>
        </p:spPr>
      </p:pic>
    </p:spTree>
    <p:extLst>
      <p:ext uri="{BB962C8B-B14F-4D97-AF65-F5344CB8AC3E}">
        <p14:creationId xmlns:p14="http://schemas.microsoft.com/office/powerpoint/2010/main" val="1602555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Using </a:t>
            </a:r>
            <a:r>
              <a:rPr lang="en-GB" sz="3600" b="1" i="1" u="sng">
                <a:effectLst/>
                <a:latin typeface="Arial" panose="020B0604020202020204" pitchFamily="34" charset="0"/>
                <a:ea typeface="Times New Roman" panose="02020603050405020304" pitchFamily="18" charset="0"/>
              </a:rPr>
              <a:t>for </a:t>
            </a:r>
            <a:r>
              <a:rPr lang="en-GB" sz="3600" b="1">
                <a:effectLst/>
                <a:latin typeface="Arial" panose="020B0604020202020204" pitchFamily="34" charset="0"/>
                <a:ea typeface="Times New Roman" panose="02020603050405020304" pitchFamily="18" charset="0"/>
              </a:rPr>
              <a:t>loops with lists</a:t>
            </a:r>
            <a:endParaRPr lang="en-IE" sz="3600" i="1"/>
          </a:p>
        </p:txBody>
      </p:sp>
      <p:pic>
        <p:nvPicPr>
          <p:cNvPr id="4" name="Picture 3">
            <a:extLst>
              <a:ext uri="{FF2B5EF4-FFF2-40B4-BE49-F238E27FC236}">
                <a16:creationId xmlns:a16="http://schemas.microsoft.com/office/drawing/2014/main" id="{B3F6CABE-D206-4962-8697-8C79EA0FC453}"/>
              </a:ext>
            </a:extLst>
          </p:cNvPr>
          <p:cNvPicPr>
            <a:picLocks noChangeAspect="1"/>
          </p:cNvPicPr>
          <p:nvPr/>
        </p:nvPicPr>
        <p:blipFill>
          <a:blip r:embed="rId4"/>
          <a:stretch>
            <a:fillRect/>
          </a:stretch>
        </p:blipFill>
        <p:spPr>
          <a:xfrm>
            <a:off x="665122" y="1345532"/>
            <a:ext cx="10451689" cy="3081501"/>
          </a:xfrm>
          <a:prstGeom prst="rect">
            <a:avLst/>
          </a:prstGeom>
        </p:spPr>
      </p:pic>
    </p:spTree>
    <p:extLst>
      <p:ext uri="{BB962C8B-B14F-4D97-AF65-F5344CB8AC3E}">
        <p14:creationId xmlns:p14="http://schemas.microsoft.com/office/powerpoint/2010/main" val="36857399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Using </a:t>
            </a:r>
            <a:r>
              <a:rPr lang="en-GB" sz="3600" b="1" i="1" u="sng">
                <a:effectLst/>
                <a:latin typeface="Arial" panose="020B0604020202020204" pitchFamily="34" charset="0"/>
                <a:ea typeface="Times New Roman" panose="02020603050405020304" pitchFamily="18" charset="0"/>
              </a:rPr>
              <a:t>for </a:t>
            </a:r>
            <a:r>
              <a:rPr lang="en-GB" sz="3600" b="1">
                <a:effectLst/>
                <a:latin typeface="Arial" panose="020B0604020202020204" pitchFamily="34" charset="0"/>
                <a:ea typeface="Times New Roman" panose="02020603050405020304" pitchFamily="18" charset="0"/>
              </a:rPr>
              <a:t>loops with lists</a:t>
            </a:r>
            <a:endParaRPr lang="en-IE" sz="3600" i="1"/>
          </a:p>
        </p:txBody>
      </p:sp>
      <p:pic>
        <p:nvPicPr>
          <p:cNvPr id="5" name="Picture 4">
            <a:extLst>
              <a:ext uri="{FF2B5EF4-FFF2-40B4-BE49-F238E27FC236}">
                <a16:creationId xmlns:a16="http://schemas.microsoft.com/office/drawing/2014/main" id="{CF79E547-3C24-4872-8474-2A8C61A45A7F}"/>
              </a:ext>
            </a:extLst>
          </p:cNvPr>
          <p:cNvPicPr>
            <a:picLocks noChangeAspect="1"/>
          </p:cNvPicPr>
          <p:nvPr/>
        </p:nvPicPr>
        <p:blipFill>
          <a:blip r:embed="rId4"/>
          <a:stretch>
            <a:fillRect/>
          </a:stretch>
        </p:blipFill>
        <p:spPr>
          <a:xfrm>
            <a:off x="347671" y="1215043"/>
            <a:ext cx="11297390" cy="4126391"/>
          </a:xfrm>
          <a:prstGeom prst="rect">
            <a:avLst/>
          </a:prstGeom>
        </p:spPr>
      </p:pic>
    </p:spTree>
    <p:extLst>
      <p:ext uri="{BB962C8B-B14F-4D97-AF65-F5344CB8AC3E}">
        <p14:creationId xmlns:p14="http://schemas.microsoft.com/office/powerpoint/2010/main" val="24442525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Using </a:t>
            </a:r>
            <a:r>
              <a:rPr lang="en-GB" sz="3600" b="1" i="1" u="sng">
                <a:effectLst/>
                <a:latin typeface="Arial" panose="020B0604020202020204" pitchFamily="34" charset="0"/>
                <a:ea typeface="Times New Roman" panose="02020603050405020304" pitchFamily="18" charset="0"/>
              </a:rPr>
              <a:t>for </a:t>
            </a:r>
            <a:r>
              <a:rPr lang="en-GB" sz="3600" b="1">
                <a:effectLst/>
                <a:latin typeface="Arial" panose="020B0604020202020204" pitchFamily="34" charset="0"/>
                <a:ea typeface="Times New Roman" panose="02020603050405020304" pitchFamily="18" charset="0"/>
              </a:rPr>
              <a:t>loops with lists</a:t>
            </a:r>
            <a:endParaRPr lang="en-IE" sz="3600" i="1"/>
          </a:p>
        </p:txBody>
      </p:sp>
      <p:pic>
        <p:nvPicPr>
          <p:cNvPr id="4" name="Picture 3">
            <a:extLst>
              <a:ext uri="{FF2B5EF4-FFF2-40B4-BE49-F238E27FC236}">
                <a16:creationId xmlns:a16="http://schemas.microsoft.com/office/drawing/2014/main" id="{9F39F87E-86E5-4649-A439-CD14DAED131D}"/>
              </a:ext>
            </a:extLst>
          </p:cNvPr>
          <p:cNvPicPr>
            <a:picLocks noChangeAspect="1"/>
          </p:cNvPicPr>
          <p:nvPr/>
        </p:nvPicPr>
        <p:blipFill>
          <a:blip r:embed="rId4"/>
          <a:stretch>
            <a:fillRect/>
          </a:stretch>
        </p:blipFill>
        <p:spPr>
          <a:xfrm>
            <a:off x="466143" y="1396341"/>
            <a:ext cx="11227829" cy="3108752"/>
          </a:xfrm>
          <a:prstGeom prst="rect">
            <a:avLst/>
          </a:prstGeom>
        </p:spPr>
      </p:pic>
    </p:spTree>
    <p:extLst>
      <p:ext uri="{BB962C8B-B14F-4D97-AF65-F5344CB8AC3E}">
        <p14:creationId xmlns:p14="http://schemas.microsoft.com/office/powerpoint/2010/main" val="3224273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List </a:t>
            </a:r>
            <a:r>
              <a:rPr lang="en-GB" sz="3600" b="1" i="1" u="sng">
                <a:effectLst/>
                <a:latin typeface="Arial" panose="020B0604020202020204" pitchFamily="34" charset="0"/>
                <a:ea typeface="Times New Roman" panose="02020603050405020304" pitchFamily="18" charset="0"/>
              </a:rPr>
              <a:t>concatenation</a:t>
            </a:r>
            <a:endParaRPr lang="en-IE" sz="3600" i="1"/>
          </a:p>
        </p:txBody>
      </p:sp>
      <p:pic>
        <p:nvPicPr>
          <p:cNvPr id="7" name="Picture 6">
            <a:extLst>
              <a:ext uri="{FF2B5EF4-FFF2-40B4-BE49-F238E27FC236}">
                <a16:creationId xmlns:a16="http://schemas.microsoft.com/office/drawing/2014/main" id="{A9A6B2E1-C7F7-4E8E-93D8-2A5D6A00D234}"/>
              </a:ext>
            </a:extLst>
          </p:cNvPr>
          <p:cNvPicPr>
            <a:picLocks noChangeAspect="1"/>
          </p:cNvPicPr>
          <p:nvPr/>
        </p:nvPicPr>
        <p:blipFill>
          <a:blip r:embed="rId4"/>
          <a:stretch>
            <a:fillRect/>
          </a:stretch>
        </p:blipFill>
        <p:spPr>
          <a:xfrm>
            <a:off x="347671" y="1382312"/>
            <a:ext cx="11318161" cy="3803006"/>
          </a:xfrm>
          <a:prstGeom prst="rect">
            <a:avLst/>
          </a:prstGeom>
        </p:spPr>
      </p:pic>
    </p:spTree>
    <p:extLst>
      <p:ext uri="{BB962C8B-B14F-4D97-AF65-F5344CB8AC3E}">
        <p14:creationId xmlns:p14="http://schemas.microsoft.com/office/powerpoint/2010/main" val="1875680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List </a:t>
            </a:r>
            <a:r>
              <a:rPr lang="en-GB" sz="3600" b="1" i="1" u="sng">
                <a:effectLst/>
                <a:latin typeface="Arial" panose="020B0604020202020204" pitchFamily="34" charset="0"/>
                <a:ea typeface="Times New Roman" panose="02020603050405020304" pitchFamily="18" charset="0"/>
              </a:rPr>
              <a:t>replication</a:t>
            </a:r>
            <a:endParaRPr lang="en-IE" sz="3600" i="1"/>
          </a:p>
        </p:txBody>
      </p:sp>
      <p:pic>
        <p:nvPicPr>
          <p:cNvPr id="4" name="Picture 3">
            <a:extLst>
              <a:ext uri="{FF2B5EF4-FFF2-40B4-BE49-F238E27FC236}">
                <a16:creationId xmlns:a16="http://schemas.microsoft.com/office/drawing/2014/main" id="{ADE2C562-010F-4DEE-8DD6-61382CFD5222}"/>
              </a:ext>
            </a:extLst>
          </p:cNvPr>
          <p:cNvPicPr>
            <a:picLocks noChangeAspect="1"/>
          </p:cNvPicPr>
          <p:nvPr/>
        </p:nvPicPr>
        <p:blipFill>
          <a:blip r:embed="rId4"/>
          <a:stretch>
            <a:fillRect/>
          </a:stretch>
        </p:blipFill>
        <p:spPr>
          <a:xfrm>
            <a:off x="482871" y="1354524"/>
            <a:ext cx="10551973" cy="3473954"/>
          </a:xfrm>
          <a:prstGeom prst="rect">
            <a:avLst/>
          </a:prstGeom>
        </p:spPr>
      </p:pic>
    </p:spTree>
    <p:extLst>
      <p:ext uri="{BB962C8B-B14F-4D97-AF65-F5344CB8AC3E}">
        <p14:creationId xmlns:p14="http://schemas.microsoft.com/office/powerpoint/2010/main" val="416687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pic>
        <p:nvPicPr>
          <p:cNvPr id="5" name="Picture 4">
            <a:extLst>
              <a:ext uri="{FF2B5EF4-FFF2-40B4-BE49-F238E27FC236}">
                <a16:creationId xmlns:a16="http://schemas.microsoft.com/office/drawing/2014/main" id="{1CC2DE01-D9AE-44FA-AE82-1D6A88B35716}"/>
              </a:ext>
            </a:extLst>
          </p:cNvPr>
          <p:cNvPicPr>
            <a:picLocks noChangeAspect="1"/>
          </p:cNvPicPr>
          <p:nvPr/>
        </p:nvPicPr>
        <p:blipFill>
          <a:blip r:embed="rId4"/>
          <a:stretch>
            <a:fillRect/>
          </a:stretch>
        </p:blipFill>
        <p:spPr>
          <a:xfrm>
            <a:off x="374714" y="367550"/>
            <a:ext cx="11010681" cy="2096825"/>
          </a:xfrm>
          <a:prstGeom prst="rect">
            <a:avLst/>
          </a:prstGeom>
        </p:spPr>
      </p:pic>
    </p:spTree>
    <p:extLst>
      <p:ext uri="{BB962C8B-B14F-4D97-AF65-F5344CB8AC3E}">
        <p14:creationId xmlns:p14="http://schemas.microsoft.com/office/powerpoint/2010/main" val="389145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a:effectLst/>
                <a:latin typeface="Arial" panose="020B0604020202020204" pitchFamily="34" charset="0"/>
                <a:ea typeface="Times New Roman" panose="02020603050405020304" pitchFamily="18" charset="0"/>
              </a:rPr>
              <a:t>Entering items in a list</a:t>
            </a:r>
            <a:endParaRPr lang="en-IE" sz="3600" i="1"/>
          </a:p>
        </p:txBody>
      </p:sp>
      <p:pic>
        <p:nvPicPr>
          <p:cNvPr id="4" name="Picture 3">
            <a:extLst>
              <a:ext uri="{FF2B5EF4-FFF2-40B4-BE49-F238E27FC236}">
                <a16:creationId xmlns:a16="http://schemas.microsoft.com/office/drawing/2014/main" id="{96098178-16E4-43D7-A802-F95C90CDD6B3}"/>
              </a:ext>
            </a:extLst>
          </p:cNvPr>
          <p:cNvPicPr>
            <a:picLocks noChangeAspect="1"/>
          </p:cNvPicPr>
          <p:nvPr/>
        </p:nvPicPr>
        <p:blipFill>
          <a:blip r:embed="rId4"/>
          <a:stretch>
            <a:fillRect/>
          </a:stretch>
        </p:blipFill>
        <p:spPr>
          <a:xfrm>
            <a:off x="347671" y="1215043"/>
            <a:ext cx="11405714" cy="5223755"/>
          </a:xfrm>
          <a:prstGeom prst="rect">
            <a:avLst/>
          </a:prstGeom>
        </p:spPr>
      </p:pic>
    </p:spTree>
    <p:extLst>
      <p:ext uri="{BB962C8B-B14F-4D97-AF65-F5344CB8AC3E}">
        <p14:creationId xmlns:p14="http://schemas.microsoft.com/office/powerpoint/2010/main" val="22879954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pic>
        <p:nvPicPr>
          <p:cNvPr id="5" name="Picture 4">
            <a:extLst>
              <a:ext uri="{FF2B5EF4-FFF2-40B4-BE49-F238E27FC236}">
                <a16:creationId xmlns:a16="http://schemas.microsoft.com/office/drawing/2014/main" id="{18DA8C71-7E3E-429C-AA4C-C1502E2836B3}"/>
              </a:ext>
            </a:extLst>
          </p:cNvPr>
          <p:cNvPicPr>
            <a:picLocks noChangeAspect="1"/>
          </p:cNvPicPr>
          <p:nvPr/>
        </p:nvPicPr>
        <p:blipFill>
          <a:blip r:embed="rId4"/>
          <a:stretch>
            <a:fillRect/>
          </a:stretch>
        </p:blipFill>
        <p:spPr>
          <a:xfrm>
            <a:off x="1288181" y="301083"/>
            <a:ext cx="9673468" cy="6293457"/>
          </a:xfrm>
          <a:prstGeom prst="rect">
            <a:avLst/>
          </a:prstGeom>
        </p:spPr>
      </p:pic>
    </p:spTree>
    <p:extLst>
      <p:ext uri="{BB962C8B-B14F-4D97-AF65-F5344CB8AC3E}">
        <p14:creationId xmlns:p14="http://schemas.microsoft.com/office/powerpoint/2010/main" val="14837278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i="1">
                <a:effectLst/>
                <a:latin typeface="Arial" panose="020B0604020202020204" pitchFamily="34" charset="0"/>
                <a:ea typeface="Times New Roman" panose="02020603050405020304" pitchFamily="18" charset="0"/>
              </a:rPr>
              <a:t>List Methods</a:t>
            </a:r>
            <a:endParaRPr lang="en-IE" sz="3600"/>
          </a:p>
        </p:txBody>
      </p:sp>
      <p:sp>
        <p:nvSpPr>
          <p:cNvPr id="7" name="TextBox 6">
            <a:extLst>
              <a:ext uri="{FF2B5EF4-FFF2-40B4-BE49-F238E27FC236}">
                <a16:creationId xmlns:a16="http://schemas.microsoft.com/office/drawing/2014/main" id="{F1596004-FCA7-4545-8D35-BDE11938B66A}"/>
              </a:ext>
            </a:extLst>
          </p:cNvPr>
          <p:cNvSpPr txBox="1"/>
          <p:nvPr/>
        </p:nvSpPr>
        <p:spPr>
          <a:xfrm>
            <a:off x="514815" y="1474337"/>
            <a:ext cx="11162370" cy="1547027"/>
          </a:xfrm>
          <a:prstGeom prst="rect">
            <a:avLst/>
          </a:prstGeom>
          <a:noFill/>
        </p:spPr>
        <p:txBody>
          <a:bodyPr wrap="square">
            <a:spAutoFit/>
          </a:bodyPr>
          <a:lstStyle/>
          <a:p>
            <a:pPr>
              <a:lnSpc>
                <a:spcPct val="115000"/>
              </a:lnSpc>
              <a:spcAft>
                <a:spcPts val="1000"/>
              </a:spcAft>
            </a:pPr>
            <a:r>
              <a:rPr lang="en-IE" sz="2800">
                <a:effectLst/>
                <a:latin typeface="Arial" panose="020B0604020202020204" pitchFamily="34" charset="0"/>
                <a:ea typeface="Calibri" panose="020F0502020204030204" pitchFamily="34" charset="0"/>
                <a:cs typeface="Times New Roman" panose="02020603050405020304" pitchFamily="18" charset="0"/>
              </a:rPr>
              <a:t>The </a:t>
            </a:r>
            <a:r>
              <a:rPr lang="en-IE" sz="2800" b="1" i="1">
                <a:effectLst/>
                <a:latin typeface="Courier New" panose="02070309020205020404" pitchFamily="49" charset="0"/>
                <a:ea typeface="Calibri" panose="020F0502020204030204" pitchFamily="34" charset="0"/>
                <a:cs typeface="Times New Roman" panose="02020603050405020304" pitchFamily="18" charset="0"/>
              </a:rPr>
              <a:t>del</a:t>
            </a:r>
            <a:r>
              <a:rPr lang="en-IE" sz="2800">
                <a:effectLst/>
                <a:latin typeface="Arial" panose="020B0604020202020204" pitchFamily="34" charset="0"/>
                <a:ea typeface="Calibri" panose="020F0502020204030204" pitchFamily="34" charset="0"/>
                <a:cs typeface="Times New Roman" panose="02020603050405020304" pitchFamily="18" charset="0"/>
              </a:rPr>
              <a:t> keyword can also be applied to remove individual elements or entire slices from a lists. </a:t>
            </a:r>
            <a:r>
              <a:rPr lang="en-IE" sz="2800" b="1" i="1">
                <a:effectLst/>
                <a:latin typeface="Courier New" panose="02070309020205020404" pitchFamily="49" charset="0"/>
                <a:ea typeface="Calibri" panose="020F0502020204030204" pitchFamily="34" charset="0"/>
                <a:cs typeface="Times New Roman" panose="02020603050405020304" pitchFamily="18" charset="0"/>
              </a:rPr>
              <a:t>del</a:t>
            </a:r>
            <a:r>
              <a:rPr lang="en-IE" sz="2800">
                <a:effectLst/>
                <a:latin typeface="Arial" panose="020B0604020202020204" pitchFamily="34" charset="0"/>
                <a:ea typeface="Calibri" panose="020F0502020204030204" pitchFamily="34" charset="0"/>
                <a:cs typeface="Times New Roman" panose="02020603050405020304" pitchFamily="18" charset="0"/>
              </a:rPr>
              <a:t> is used in conjunction with the square bracket index operator as follows.</a:t>
            </a:r>
            <a:endParaRPr lang="en-IE" sz="28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CAEFF783-FA4E-4926-940E-F72B58831421}"/>
              </a:ext>
            </a:extLst>
          </p:cNvPr>
          <p:cNvPicPr>
            <a:picLocks noChangeAspect="1"/>
          </p:cNvPicPr>
          <p:nvPr/>
        </p:nvPicPr>
        <p:blipFill>
          <a:blip r:embed="rId4"/>
          <a:stretch>
            <a:fillRect/>
          </a:stretch>
        </p:blipFill>
        <p:spPr>
          <a:xfrm>
            <a:off x="453589" y="3280658"/>
            <a:ext cx="11372050" cy="1631642"/>
          </a:xfrm>
          <a:prstGeom prst="rect">
            <a:avLst/>
          </a:prstGeom>
        </p:spPr>
      </p:pic>
    </p:spTree>
    <p:extLst>
      <p:ext uri="{BB962C8B-B14F-4D97-AF65-F5344CB8AC3E}">
        <p14:creationId xmlns:p14="http://schemas.microsoft.com/office/powerpoint/2010/main" val="1388714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i="1">
                <a:effectLst/>
                <a:latin typeface="Arial" panose="020B0604020202020204" pitchFamily="34" charset="0"/>
                <a:ea typeface="Times New Roman" panose="02020603050405020304" pitchFamily="18" charset="0"/>
              </a:rPr>
              <a:t>List Methods – Example 2 – Task7 exercise book</a:t>
            </a:r>
            <a:endParaRPr lang="en-IE" sz="3600"/>
          </a:p>
        </p:txBody>
      </p:sp>
      <p:sp>
        <p:nvSpPr>
          <p:cNvPr id="7" name="TextBox 6">
            <a:extLst>
              <a:ext uri="{FF2B5EF4-FFF2-40B4-BE49-F238E27FC236}">
                <a16:creationId xmlns:a16="http://schemas.microsoft.com/office/drawing/2014/main" id="{F1596004-FCA7-4545-8D35-BDE11938B66A}"/>
              </a:ext>
            </a:extLst>
          </p:cNvPr>
          <p:cNvSpPr txBox="1"/>
          <p:nvPr/>
        </p:nvSpPr>
        <p:spPr>
          <a:xfrm>
            <a:off x="514815" y="1474337"/>
            <a:ext cx="11162370" cy="555986"/>
          </a:xfrm>
          <a:prstGeom prst="rect">
            <a:avLst/>
          </a:prstGeom>
          <a:noFill/>
        </p:spPr>
        <p:txBody>
          <a:bodyPr wrap="square">
            <a:spAutoFit/>
          </a:bodyPr>
          <a:lstStyle/>
          <a:p>
            <a:pPr>
              <a:lnSpc>
                <a:spcPct val="115000"/>
              </a:lnSpc>
              <a:spcAft>
                <a:spcPts val="1000"/>
              </a:spcAft>
            </a:pPr>
            <a:endParaRPr lang="en-IE" sz="28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9F952855-E048-49D7-9785-06063FC0DF5B}"/>
              </a:ext>
            </a:extLst>
          </p:cNvPr>
          <p:cNvPicPr/>
          <p:nvPr/>
        </p:nvPicPr>
        <p:blipFill>
          <a:blip r:embed="rId4"/>
          <a:stretch>
            <a:fillRect/>
          </a:stretch>
        </p:blipFill>
        <p:spPr>
          <a:xfrm>
            <a:off x="347670" y="1215043"/>
            <a:ext cx="11583885" cy="4583591"/>
          </a:xfrm>
          <a:prstGeom prst="rect">
            <a:avLst/>
          </a:prstGeom>
        </p:spPr>
      </p:pic>
    </p:spTree>
    <p:extLst>
      <p:ext uri="{BB962C8B-B14F-4D97-AF65-F5344CB8AC3E}">
        <p14:creationId xmlns:p14="http://schemas.microsoft.com/office/powerpoint/2010/main" val="29653240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Group of people work">
            <a:extLst>
              <a:ext uri="{FF2B5EF4-FFF2-40B4-BE49-F238E27FC236}">
                <a16:creationId xmlns:a16="http://schemas.microsoft.com/office/drawing/2014/main" id="{FDC0A5F4-FE96-4D3A-A9D6-A76F32BA6429}"/>
              </a:ext>
            </a:extLst>
          </p:cNvPr>
          <p:cNvPicPr>
            <a:picLocks noGrp="1"/>
          </p:cNvPicPr>
          <p:nvPr>
            <p:ph sz="half" idx="1"/>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33400" y="12054"/>
            <a:ext cx="11725200" cy="6362659"/>
          </a:xfrm>
          <a:prstGeom prst="rect">
            <a:avLst/>
          </a:prstGeom>
        </p:spPr>
      </p:pic>
      <p:sp>
        <p:nvSpPr>
          <p:cNvPr id="2" name="TextBox 1">
            <a:extLst>
              <a:ext uri="{FF2B5EF4-FFF2-40B4-BE49-F238E27FC236}">
                <a16:creationId xmlns:a16="http://schemas.microsoft.com/office/drawing/2014/main" id="{DF043A32-A69D-4ABB-9C49-208A0D9531D9}"/>
              </a:ext>
            </a:extLst>
          </p:cNvPr>
          <p:cNvSpPr txBox="1"/>
          <p:nvPr/>
        </p:nvSpPr>
        <p:spPr>
          <a:xfrm>
            <a:off x="347671" y="568712"/>
            <a:ext cx="11583886" cy="646331"/>
          </a:xfrm>
          <a:prstGeom prst="rect">
            <a:avLst/>
          </a:prstGeom>
          <a:noFill/>
        </p:spPr>
        <p:txBody>
          <a:bodyPr wrap="square" rtlCol="0">
            <a:spAutoFit/>
          </a:bodyPr>
          <a:lstStyle/>
          <a:p>
            <a:r>
              <a:rPr lang="en-GB" sz="3600" b="1" i="1">
                <a:effectLst/>
                <a:latin typeface="Arial" panose="020B0604020202020204" pitchFamily="34" charset="0"/>
                <a:ea typeface="Times New Roman" panose="02020603050405020304" pitchFamily="18" charset="0"/>
              </a:rPr>
              <a:t>List Methods – Task 8</a:t>
            </a:r>
            <a:endParaRPr lang="en-IE" sz="3600"/>
          </a:p>
        </p:txBody>
      </p:sp>
      <p:sp>
        <p:nvSpPr>
          <p:cNvPr id="7" name="TextBox 6">
            <a:extLst>
              <a:ext uri="{FF2B5EF4-FFF2-40B4-BE49-F238E27FC236}">
                <a16:creationId xmlns:a16="http://schemas.microsoft.com/office/drawing/2014/main" id="{F1596004-FCA7-4545-8D35-BDE11938B66A}"/>
              </a:ext>
            </a:extLst>
          </p:cNvPr>
          <p:cNvSpPr txBox="1"/>
          <p:nvPr/>
        </p:nvSpPr>
        <p:spPr>
          <a:xfrm>
            <a:off x="514815" y="1474337"/>
            <a:ext cx="11162370" cy="555986"/>
          </a:xfrm>
          <a:prstGeom prst="rect">
            <a:avLst/>
          </a:prstGeom>
          <a:noFill/>
        </p:spPr>
        <p:txBody>
          <a:bodyPr wrap="square">
            <a:spAutoFit/>
          </a:bodyPr>
          <a:lstStyle/>
          <a:p>
            <a:pPr>
              <a:lnSpc>
                <a:spcPct val="115000"/>
              </a:lnSpc>
              <a:spcAft>
                <a:spcPts val="1000"/>
              </a:spcAft>
            </a:pPr>
            <a:endParaRPr lang="en-IE" sz="2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A1380A8-F298-4DDE-8A76-963D73F2E6AF}"/>
              </a:ext>
            </a:extLst>
          </p:cNvPr>
          <p:cNvSpPr txBox="1"/>
          <p:nvPr/>
        </p:nvSpPr>
        <p:spPr>
          <a:xfrm>
            <a:off x="487772" y="1215043"/>
            <a:ext cx="11162370" cy="4536819"/>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a:latin typeface="Arial" panose="020B0604020202020204" pitchFamily="34" charset="0"/>
                <a:cs typeface="Arial" panose="020B0604020202020204" pitchFamily="34" charset="0"/>
              </a:rPr>
              <a:t>Write a program which splits the pangram “The five boxing wizards jump quickly”.</a:t>
            </a:r>
          </a:p>
          <a:p>
            <a:pPr marL="457200" indent="-457200">
              <a:lnSpc>
                <a:spcPct val="150000"/>
              </a:lnSpc>
              <a:buFont typeface="Arial" panose="020B0604020202020204" pitchFamily="34" charset="0"/>
              <a:buChar char="•"/>
            </a:pPr>
            <a:r>
              <a:rPr lang="en-US" sz="2800">
                <a:latin typeface="Arial" panose="020B0604020202020204" pitchFamily="34" charset="0"/>
                <a:cs typeface="Arial" panose="020B0604020202020204" pitchFamily="34" charset="0"/>
              </a:rPr>
              <a:t>Rearrange the list so that the pangram becomes “Quickly jump the five boxing wizards”. (You may ignore capitals)</a:t>
            </a:r>
          </a:p>
          <a:p>
            <a:pPr marL="457200" indent="-457200">
              <a:lnSpc>
                <a:spcPct val="150000"/>
              </a:lnSpc>
              <a:buFont typeface="Arial" panose="020B0604020202020204" pitchFamily="34" charset="0"/>
              <a:buChar char="•"/>
            </a:pPr>
            <a:r>
              <a:rPr lang="en-US" sz="2800">
                <a:latin typeface="Arial" panose="020B0604020202020204" pitchFamily="34" charset="0"/>
                <a:cs typeface="Arial" panose="020B0604020202020204" pitchFamily="34" charset="0"/>
              </a:rPr>
              <a:t>Hint! You could use the pop() method to pop off the last two words and use variables to store them until you have moved along the other four words.</a:t>
            </a:r>
          </a:p>
        </p:txBody>
      </p:sp>
    </p:spTree>
    <p:extLst>
      <p:ext uri="{BB962C8B-B14F-4D97-AF65-F5344CB8AC3E}">
        <p14:creationId xmlns:p14="http://schemas.microsoft.com/office/powerpoint/2010/main" val="3009456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
      <a:dk1>
        <a:srgbClr val="000000"/>
      </a:dk1>
      <a:lt1>
        <a:srgbClr val="FFFFFF"/>
      </a:lt1>
      <a:dk2>
        <a:srgbClr val="41242D"/>
      </a:dk2>
      <a:lt2>
        <a:srgbClr val="E2E2E8"/>
      </a:lt2>
      <a:accent1>
        <a:srgbClr val="A5A27D"/>
      </a:accent1>
      <a:accent2>
        <a:srgbClr val="B79A7A"/>
      </a:accent2>
      <a:accent3>
        <a:srgbClr val="C2948F"/>
      </a:accent3>
      <a:accent4>
        <a:srgbClr val="BA7F91"/>
      </a:accent4>
      <a:accent5>
        <a:srgbClr val="C390B5"/>
      </a:accent5>
      <a:accent6>
        <a:srgbClr val="B17FBA"/>
      </a:accent6>
      <a:hlink>
        <a:srgbClr val="6D71B0"/>
      </a:hlink>
      <a:folHlink>
        <a:srgbClr val="7F7F7F"/>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Classic-Corporate_Teach a Course_04_Win32_MO - v4" id="{2AE1B83A-9721-4EF8-B275-2624D019C8C0}" vid="{8CDF83C5-BCF3-42CE-9DDC-151D6253CC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a24f1cd-5e3a-428d-a962-0c0266cdec1f">
      <Terms xmlns="http://schemas.microsoft.com/office/infopath/2007/PartnerControls"/>
    </lcf76f155ced4ddcb4097134ff3c332f>
    <TaxCatchAll xmlns="2522d011-583a-4cec-893b-a3e4ebe7a88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41243E30-12F4-4BE3-B27D-23AB115E9D1F}">
  <ds:schemaRefs>
    <ds:schemaRef ds:uri="http://schemas.microsoft.com/sharepoint/v3/contenttype/forms"/>
  </ds:schemaRefs>
</ds:datastoreItem>
</file>

<file path=customXml/itemProps2.xml><?xml version="1.0" encoding="utf-8"?>
<ds:datastoreItem xmlns:ds="http://schemas.openxmlformats.org/officeDocument/2006/customXml" ds:itemID="{32792291-4C74-4227-A4C8-FA9DD5D78112}"/>
</file>

<file path=customXml/itemProps3.xml><?xml version="1.0" encoding="utf-8"?>
<ds:datastoreItem xmlns:ds="http://schemas.openxmlformats.org/officeDocument/2006/customXml" ds:itemID="{2F5E4A76-0180-4CD0-B081-82F74A336136}">
  <ds:schemaRefs>
    <ds:schemaRef ds:uri="2522d011-583a-4cec-893b-a3e4ebe7a880"/>
    <ds:schemaRef ds:uri="2a24f1cd-5e3a-428d-a962-0c0266cdec1f"/>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Teach a course presentation</Template>
  <Application>Microsoft Office PowerPoint</Application>
  <PresentationFormat>Widescreen</PresentationFormat>
  <Slides>52</Slides>
  <Notes>52</Notes>
  <HiddenSlides>0</HiddenSlide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SavonVTI</vt:lpstr>
      <vt:lpstr>Python - Lists</vt:lpstr>
      <vt:lpstr>Course Outline</vt:lpstr>
      <vt:lpstr>PowerPoint Presentation</vt:lpstr>
      <vt:lpstr>What is a list ?</vt:lpstr>
      <vt:lpstr>Create a list in python</vt:lpstr>
      <vt:lpstr>Initialise a list with data</vt:lpstr>
      <vt:lpstr>PowerPoint Presentation</vt:lpstr>
      <vt:lpstr>Difference between a list and an array </vt:lpstr>
      <vt:lpstr>Lists representation in computer memory</vt:lpstr>
      <vt:lpstr>PowerPoint Presentation</vt:lpstr>
      <vt:lpstr>Indexing Lists</vt:lpstr>
      <vt:lpstr>Indexing Lists</vt:lpstr>
      <vt:lpstr>Practice Time</vt:lpstr>
      <vt:lpstr>Practice Time</vt:lpstr>
      <vt:lpstr>PowerPoint Presentation</vt:lpstr>
      <vt:lpstr>PowerPoint Presentation</vt:lpstr>
      <vt:lpstr>Recap on last class</vt:lpstr>
      <vt:lpstr>Read the code and figure out how it works</vt:lpstr>
      <vt:lpstr>Recap on last class</vt:lpstr>
      <vt:lpstr>Lists are Mutable – Examine and Explain</vt:lpstr>
      <vt:lpstr>Index “Out of Range” errors</vt:lpstr>
      <vt:lpstr>Negative Indexing</vt:lpstr>
      <vt:lpstr>PowerPoint Presentation</vt:lpstr>
      <vt:lpstr>Negative Indexing</vt:lpstr>
      <vt:lpstr>List Slicing – similar to string slicing (task3)</vt:lpstr>
      <vt:lpstr>List Slicing – </vt:lpstr>
      <vt:lpstr>List Slicing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 a course</dc:title>
  <dc:creator>Pauline Smyth</dc:creator>
  <cp:revision>1</cp:revision>
  <dcterms:created xsi:type="dcterms:W3CDTF">2022-01-05T20:39:45Z</dcterms:created>
  <dcterms:modified xsi:type="dcterms:W3CDTF">2024-02-18T19:35:41Z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y fmtid="{D5CDD505-2E9C-101B-9397-08002B2CF9AE}" pid="3" name="MediaServiceImageTags">
    <vt:lpwstr/>
  </property>
</Properties>
</file>