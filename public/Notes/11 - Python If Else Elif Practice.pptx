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jpg&amp;ehk=qP8SYZNcVvQJKYjeFmtgvA&amp;r=0&amp;pid=OfficeInsert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48" r:id="rId2"/>
  </p:sldMasterIdLst>
  <p:notesMasterIdLst>
    <p:notesMasterId r:id="rId15"/>
  </p:notesMasterIdLst>
  <p:sldIdLst>
    <p:sldId id="256" r:id="rId3"/>
    <p:sldId id="259" r:id="rId4"/>
    <p:sldId id="316" r:id="rId5"/>
    <p:sldId id="323" r:id="rId6"/>
    <p:sldId id="309" r:id="rId7"/>
    <p:sldId id="321" r:id="rId8"/>
    <p:sldId id="318" r:id="rId9"/>
    <p:sldId id="320" r:id="rId10"/>
    <p:sldId id="319" r:id="rId11"/>
    <p:sldId id="322" r:id="rId12"/>
    <p:sldId id="312" r:id="rId13"/>
    <p:sldId id="26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C8"/>
    <a:srgbClr val="F0F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E7DD9-D695-4498-B59A-9C0DA850057A}" v="92" dt="2021-10-11T09:43:30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1920" autoAdjust="0"/>
  </p:normalViewPr>
  <p:slideViewPr>
    <p:cSldViewPr>
      <p:cViewPr varScale="1">
        <p:scale>
          <a:sx n="54" d="100"/>
          <a:sy n="54" d="100"/>
        </p:scale>
        <p:origin x="164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1C8E7DD9-D695-4498-B59A-9C0DA850057A}"/>
    <pc:docChg chg="undo custSel addSld delSld modSld sldOrd">
      <pc:chgData name="Pauline Smyth" userId="de5ce227-53e3-42c9-b7e0-2fb7785ba6f5" providerId="ADAL" clId="{1C8E7DD9-D695-4498-B59A-9C0DA850057A}" dt="2021-10-13T09:04:09.854" v="364" actId="113"/>
      <pc:docMkLst>
        <pc:docMk/>
      </pc:docMkLst>
      <pc:sldChg chg="modSp mod">
        <pc:chgData name="Pauline Smyth" userId="de5ce227-53e3-42c9-b7e0-2fb7785ba6f5" providerId="ADAL" clId="{1C8E7DD9-D695-4498-B59A-9C0DA850057A}" dt="2021-10-11T09:43:30.388" v="253" actId="20577"/>
        <pc:sldMkLst>
          <pc:docMk/>
          <pc:sldMk cId="3643977079" sldId="259"/>
        </pc:sldMkLst>
        <pc:spChg chg="mod">
          <ac:chgData name="Pauline Smyth" userId="de5ce227-53e3-42c9-b7e0-2fb7785ba6f5" providerId="ADAL" clId="{1C8E7DD9-D695-4498-B59A-9C0DA850057A}" dt="2021-10-11T09:43:30.388" v="253" actId="20577"/>
          <ac:spMkLst>
            <pc:docMk/>
            <pc:sldMk cId="3643977079" sldId="259"/>
            <ac:spMk id="3" creationId="{00000000-0000-0000-0000-000000000000}"/>
          </ac:spMkLst>
        </pc:spChg>
      </pc:sldChg>
      <pc:sldChg chg="del">
        <pc:chgData name="Pauline Smyth" userId="de5ce227-53e3-42c9-b7e0-2fb7785ba6f5" providerId="ADAL" clId="{1C8E7DD9-D695-4498-B59A-9C0DA850057A}" dt="2021-10-11T08:30:53.334" v="2" actId="47"/>
        <pc:sldMkLst>
          <pc:docMk/>
          <pc:sldMk cId="3557445573" sldId="291"/>
        </pc:sldMkLst>
      </pc:sldChg>
      <pc:sldChg chg="del">
        <pc:chgData name="Pauline Smyth" userId="de5ce227-53e3-42c9-b7e0-2fb7785ba6f5" providerId="ADAL" clId="{1C8E7DD9-D695-4498-B59A-9C0DA850057A}" dt="2021-10-11T11:10:00.556" v="264" actId="47"/>
        <pc:sldMkLst>
          <pc:docMk/>
          <pc:sldMk cId="3658485417" sldId="294"/>
        </pc:sldMkLst>
      </pc:sldChg>
      <pc:sldChg chg="del">
        <pc:chgData name="Pauline Smyth" userId="de5ce227-53e3-42c9-b7e0-2fb7785ba6f5" providerId="ADAL" clId="{1C8E7DD9-D695-4498-B59A-9C0DA850057A}" dt="2021-10-11T11:10:01.501" v="265" actId="47"/>
        <pc:sldMkLst>
          <pc:docMk/>
          <pc:sldMk cId="1448280808" sldId="296"/>
        </pc:sldMkLst>
      </pc:sldChg>
      <pc:sldChg chg="del">
        <pc:chgData name="Pauline Smyth" userId="de5ce227-53e3-42c9-b7e0-2fb7785ba6f5" providerId="ADAL" clId="{1C8E7DD9-D695-4498-B59A-9C0DA850057A}" dt="2021-10-11T08:30:48.737" v="0" actId="47"/>
        <pc:sldMkLst>
          <pc:docMk/>
          <pc:sldMk cId="2880905151" sldId="298"/>
        </pc:sldMkLst>
      </pc:sldChg>
      <pc:sldChg chg="del">
        <pc:chgData name="Pauline Smyth" userId="de5ce227-53e3-42c9-b7e0-2fb7785ba6f5" providerId="ADAL" clId="{1C8E7DD9-D695-4498-B59A-9C0DA850057A}" dt="2021-10-11T08:31:10.577" v="4" actId="47"/>
        <pc:sldMkLst>
          <pc:docMk/>
          <pc:sldMk cId="1682295701" sldId="301"/>
        </pc:sldMkLst>
      </pc:sldChg>
      <pc:sldChg chg="del">
        <pc:chgData name="Pauline Smyth" userId="de5ce227-53e3-42c9-b7e0-2fb7785ba6f5" providerId="ADAL" clId="{1C8E7DD9-D695-4498-B59A-9C0DA850057A}" dt="2021-10-11T11:09:58.603" v="262" actId="47"/>
        <pc:sldMkLst>
          <pc:docMk/>
          <pc:sldMk cId="2002099193" sldId="302"/>
        </pc:sldMkLst>
      </pc:sldChg>
      <pc:sldChg chg="del">
        <pc:chgData name="Pauline Smyth" userId="de5ce227-53e3-42c9-b7e0-2fb7785ba6f5" providerId="ADAL" clId="{1C8E7DD9-D695-4498-B59A-9C0DA850057A}" dt="2021-10-11T11:09:59.589" v="263" actId="47"/>
        <pc:sldMkLst>
          <pc:docMk/>
          <pc:sldMk cId="2888241215" sldId="305"/>
        </pc:sldMkLst>
      </pc:sldChg>
      <pc:sldChg chg="del">
        <pc:chgData name="Pauline Smyth" userId="de5ce227-53e3-42c9-b7e0-2fb7785ba6f5" providerId="ADAL" clId="{1C8E7DD9-D695-4498-B59A-9C0DA850057A}" dt="2021-10-11T09:41:44.151" v="159" actId="47"/>
        <pc:sldMkLst>
          <pc:docMk/>
          <pc:sldMk cId="424651434" sldId="306"/>
        </pc:sldMkLst>
      </pc:sldChg>
      <pc:sldChg chg="del">
        <pc:chgData name="Pauline Smyth" userId="de5ce227-53e3-42c9-b7e0-2fb7785ba6f5" providerId="ADAL" clId="{1C8E7DD9-D695-4498-B59A-9C0DA850057A}" dt="2021-10-11T08:30:55.993" v="3" actId="47"/>
        <pc:sldMkLst>
          <pc:docMk/>
          <pc:sldMk cId="1017411895" sldId="307"/>
        </pc:sldMkLst>
      </pc:sldChg>
      <pc:sldChg chg="del">
        <pc:chgData name="Pauline Smyth" userId="de5ce227-53e3-42c9-b7e0-2fb7785ba6f5" providerId="ADAL" clId="{1C8E7DD9-D695-4498-B59A-9C0DA850057A}" dt="2021-10-11T08:30:50.999" v="1" actId="47"/>
        <pc:sldMkLst>
          <pc:docMk/>
          <pc:sldMk cId="4292307056" sldId="308"/>
        </pc:sldMkLst>
      </pc:sldChg>
      <pc:sldChg chg="addSp delSp modSp mod ord">
        <pc:chgData name="Pauline Smyth" userId="de5ce227-53e3-42c9-b7e0-2fb7785ba6f5" providerId="ADAL" clId="{1C8E7DD9-D695-4498-B59A-9C0DA850057A}" dt="2021-10-13T09:03:35.941" v="356" actId="113"/>
        <pc:sldMkLst>
          <pc:docMk/>
          <pc:sldMk cId="2272944753" sldId="309"/>
        </pc:sldMkLst>
        <pc:spChg chg="del">
          <ac:chgData name="Pauline Smyth" userId="de5ce227-53e3-42c9-b7e0-2fb7785ba6f5" providerId="ADAL" clId="{1C8E7DD9-D695-4498-B59A-9C0DA850057A}" dt="2021-10-11T11:03:32.954" v="257" actId="478"/>
          <ac:spMkLst>
            <pc:docMk/>
            <pc:sldMk cId="2272944753" sldId="309"/>
            <ac:spMk id="4" creationId="{CA2665A1-2E7C-4814-9B2F-F57DE9BAE86F}"/>
          </ac:spMkLst>
        </pc:spChg>
        <pc:spChg chg="mod">
          <ac:chgData name="Pauline Smyth" userId="de5ce227-53e3-42c9-b7e0-2fb7785ba6f5" providerId="ADAL" clId="{1C8E7DD9-D695-4498-B59A-9C0DA850057A}" dt="2021-10-13T09:03:35.941" v="356" actId="113"/>
          <ac:spMkLst>
            <pc:docMk/>
            <pc:sldMk cId="2272944753" sldId="309"/>
            <ac:spMk id="8" creationId="{CD6B1FBE-4314-4787-B079-6B9970382136}"/>
          </ac:spMkLst>
        </pc:spChg>
        <pc:picChg chg="add mod">
          <ac:chgData name="Pauline Smyth" userId="de5ce227-53e3-42c9-b7e0-2fb7785ba6f5" providerId="ADAL" clId="{1C8E7DD9-D695-4498-B59A-9C0DA850057A}" dt="2021-10-11T11:03:43.740" v="259" actId="1076"/>
          <ac:picMkLst>
            <pc:docMk/>
            <pc:sldMk cId="2272944753" sldId="309"/>
            <ac:picMk id="3" creationId="{8FE21F75-3E17-4320-9190-C452C38B3969}"/>
          </ac:picMkLst>
        </pc:picChg>
        <pc:picChg chg="del">
          <ac:chgData name="Pauline Smyth" userId="de5ce227-53e3-42c9-b7e0-2fb7785ba6f5" providerId="ADAL" clId="{1C8E7DD9-D695-4498-B59A-9C0DA850057A}" dt="2021-10-11T11:03:24.662" v="255" actId="478"/>
          <ac:picMkLst>
            <pc:docMk/>
            <pc:sldMk cId="2272944753" sldId="309"/>
            <ac:picMk id="5" creationId="{F65D8FE2-D85C-4A5C-A720-B66DB1F7709D}"/>
          </ac:picMkLst>
        </pc:picChg>
      </pc:sldChg>
      <pc:sldChg chg="del">
        <pc:chgData name="Pauline Smyth" userId="de5ce227-53e3-42c9-b7e0-2fb7785ba6f5" providerId="ADAL" clId="{1C8E7DD9-D695-4498-B59A-9C0DA850057A}" dt="2021-10-11T11:09:55.581" v="260" actId="47"/>
        <pc:sldMkLst>
          <pc:docMk/>
          <pc:sldMk cId="1023438501" sldId="310"/>
        </pc:sldMkLst>
      </pc:sldChg>
      <pc:sldChg chg="del">
        <pc:chgData name="Pauline Smyth" userId="de5ce227-53e3-42c9-b7e0-2fb7785ba6f5" providerId="ADAL" clId="{1C8E7DD9-D695-4498-B59A-9C0DA850057A}" dt="2021-10-11T11:10:05.302" v="266" actId="47"/>
        <pc:sldMkLst>
          <pc:docMk/>
          <pc:sldMk cId="1101974214" sldId="311"/>
        </pc:sldMkLst>
      </pc:sldChg>
      <pc:sldChg chg="addSp delSp modSp mod delAnim">
        <pc:chgData name="Pauline Smyth" userId="de5ce227-53e3-42c9-b7e0-2fb7785ba6f5" providerId="ADAL" clId="{1C8E7DD9-D695-4498-B59A-9C0DA850057A}" dt="2021-10-11T11:13:11.875" v="288" actId="1076"/>
        <pc:sldMkLst>
          <pc:docMk/>
          <pc:sldMk cId="3689102191" sldId="312"/>
        </pc:sldMkLst>
        <pc:spChg chg="del mod">
          <ac:chgData name="Pauline Smyth" userId="de5ce227-53e3-42c9-b7e0-2fb7785ba6f5" providerId="ADAL" clId="{1C8E7DD9-D695-4498-B59A-9C0DA850057A}" dt="2021-10-11T11:10:27.218" v="286" actId="478"/>
          <ac:spMkLst>
            <pc:docMk/>
            <pc:sldMk cId="3689102191" sldId="312"/>
            <ac:spMk id="2" creationId="{778D328F-16FA-428B-A474-F564338883CD}"/>
          </ac:spMkLst>
        </pc:spChg>
        <pc:spChg chg="mod">
          <ac:chgData name="Pauline Smyth" userId="de5ce227-53e3-42c9-b7e0-2fb7785ba6f5" providerId="ADAL" clId="{1C8E7DD9-D695-4498-B59A-9C0DA850057A}" dt="2021-10-11T11:10:22.341" v="284" actId="20577"/>
          <ac:spMkLst>
            <pc:docMk/>
            <pc:sldMk cId="3689102191" sldId="312"/>
            <ac:spMk id="5" creationId="{401BF1D9-C6A2-491D-80CA-AEF197B43285}"/>
          </ac:spMkLst>
        </pc:spChg>
        <pc:picChg chg="del">
          <ac:chgData name="Pauline Smyth" userId="de5ce227-53e3-42c9-b7e0-2fb7785ba6f5" providerId="ADAL" clId="{1C8E7DD9-D695-4498-B59A-9C0DA850057A}" dt="2021-10-11T11:10:13.236" v="268" actId="478"/>
          <ac:picMkLst>
            <pc:docMk/>
            <pc:sldMk cId="3689102191" sldId="312"/>
            <ac:picMk id="4" creationId="{3FA653C0-E0C2-45F0-BF14-B3250E64233F}"/>
          </ac:picMkLst>
        </pc:picChg>
        <pc:picChg chg="add mod">
          <ac:chgData name="Pauline Smyth" userId="de5ce227-53e3-42c9-b7e0-2fb7785ba6f5" providerId="ADAL" clId="{1C8E7DD9-D695-4498-B59A-9C0DA850057A}" dt="2021-10-11T11:13:11.875" v="288" actId="1076"/>
          <ac:picMkLst>
            <pc:docMk/>
            <pc:sldMk cId="3689102191" sldId="312"/>
            <ac:picMk id="7" creationId="{489CEE64-CC0D-478B-8913-2CAE4CCE4D0A}"/>
          </ac:picMkLst>
        </pc:picChg>
      </pc:sldChg>
      <pc:sldChg chg="del">
        <pc:chgData name="Pauline Smyth" userId="de5ce227-53e3-42c9-b7e0-2fb7785ba6f5" providerId="ADAL" clId="{1C8E7DD9-D695-4498-B59A-9C0DA850057A}" dt="2021-10-11T08:31:21.096" v="5" actId="47"/>
        <pc:sldMkLst>
          <pc:docMk/>
          <pc:sldMk cId="3777332058" sldId="313"/>
        </pc:sldMkLst>
      </pc:sldChg>
      <pc:sldChg chg="del">
        <pc:chgData name="Pauline Smyth" userId="de5ce227-53e3-42c9-b7e0-2fb7785ba6f5" providerId="ADAL" clId="{1C8E7DD9-D695-4498-B59A-9C0DA850057A}" dt="2021-10-11T11:09:56.405" v="261" actId="47"/>
        <pc:sldMkLst>
          <pc:docMk/>
          <pc:sldMk cId="3248796555" sldId="314"/>
        </pc:sldMkLst>
      </pc:sldChg>
      <pc:sldChg chg="del">
        <pc:chgData name="Pauline Smyth" userId="de5ce227-53e3-42c9-b7e0-2fb7785ba6f5" providerId="ADAL" clId="{1C8E7DD9-D695-4498-B59A-9C0DA850057A}" dt="2021-10-11T11:10:05.310" v="267" actId="47"/>
        <pc:sldMkLst>
          <pc:docMk/>
          <pc:sldMk cId="1584109385" sldId="315"/>
        </pc:sldMkLst>
      </pc:sldChg>
      <pc:sldChg chg="addSp delSp modSp add mod">
        <pc:chgData name="Pauline Smyth" userId="de5ce227-53e3-42c9-b7e0-2fb7785ba6f5" providerId="ADAL" clId="{1C8E7DD9-D695-4498-B59A-9C0DA850057A}" dt="2021-10-11T08:32:55.289" v="40" actId="14100"/>
        <pc:sldMkLst>
          <pc:docMk/>
          <pc:sldMk cId="3457267793" sldId="316"/>
        </pc:sldMkLst>
        <pc:spChg chg="mod">
          <ac:chgData name="Pauline Smyth" userId="de5ce227-53e3-42c9-b7e0-2fb7785ba6f5" providerId="ADAL" clId="{1C8E7DD9-D695-4498-B59A-9C0DA850057A}" dt="2021-10-11T08:32:17.477" v="8" actId="6549"/>
          <ac:spMkLst>
            <pc:docMk/>
            <pc:sldMk cId="3457267793" sldId="316"/>
            <ac:spMk id="2" creationId="{FFD40829-DD88-4C71-8A66-44CEB3F68B5C}"/>
          </ac:spMkLst>
        </pc:spChg>
        <pc:spChg chg="mod">
          <ac:chgData name="Pauline Smyth" userId="de5ce227-53e3-42c9-b7e0-2fb7785ba6f5" providerId="ADAL" clId="{1C8E7DD9-D695-4498-B59A-9C0DA850057A}" dt="2021-10-11T08:32:45.374" v="38" actId="1076"/>
          <ac:spMkLst>
            <pc:docMk/>
            <pc:sldMk cId="3457267793" sldId="316"/>
            <ac:spMk id="4" creationId="{AF71E9A5-2CD0-4F69-8191-21309811B394}"/>
          </ac:spMkLst>
        </pc:spChg>
        <pc:grpChg chg="del">
          <ac:chgData name="Pauline Smyth" userId="de5ce227-53e3-42c9-b7e0-2fb7785ba6f5" providerId="ADAL" clId="{1C8E7DD9-D695-4498-B59A-9C0DA850057A}" dt="2021-10-11T08:32:13.540" v="7" actId="478"/>
          <ac:grpSpMkLst>
            <pc:docMk/>
            <pc:sldMk cId="3457267793" sldId="316"/>
            <ac:grpSpMk id="25" creationId="{40D848AD-C84C-401B-B426-28D758754C6D}"/>
          </ac:grpSpMkLst>
        </pc:grpChg>
        <pc:grpChg chg="del">
          <ac:chgData name="Pauline Smyth" userId="de5ce227-53e3-42c9-b7e0-2fb7785ba6f5" providerId="ADAL" clId="{1C8E7DD9-D695-4498-B59A-9C0DA850057A}" dt="2021-10-11T08:32:21.697" v="9" actId="478"/>
          <ac:grpSpMkLst>
            <pc:docMk/>
            <pc:sldMk cId="3457267793" sldId="316"/>
            <ac:grpSpMk id="26" creationId="{8110A889-3A6E-43E1-AE2E-04F7C97EE653}"/>
          </ac:grpSpMkLst>
        </pc:grpChg>
        <pc:picChg chg="add mod">
          <ac:chgData name="Pauline Smyth" userId="de5ce227-53e3-42c9-b7e0-2fb7785ba6f5" providerId="ADAL" clId="{1C8E7DD9-D695-4498-B59A-9C0DA850057A}" dt="2021-10-11T08:32:55.289" v="40" actId="14100"/>
          <ac:picMkLst>
            <pc:docMk/>
            <pc:sldMk cId="3457267793" sldId="316"/>
            <ac:picMk id="9" creationId="{F0779F7F-6AA0-4B87-90E4-C966364A64B3}"/>
          </ac:picMkLst>
        </pc:picChg>
      </pc:sldChg>
      <pc:sldChg chg="addSp delSp modSp add del mod">
        <pc:chgData name="Pauline Smyth" userId="de5ce227-53e3-42c9-b7e0-2fb7785ba6f5" providerId="ADAL" clId="{1C8E7DD9-D695-4498-B59A-9C0DA850057A}" dt="2021-10-11T09:43:39.207" v="254" actId="47"/>
        <pc:sldMkLst>
          <pc:docMk/>
          <pc:sldMk cId="3159219532" sldId="317"/>
        </pc:sldMkLst>
        <pc:picChg chg="add mod">
          <ac:chgData name="Pauline Smyth" userId="de5ce227-53e3-42c9-b7e0-2fb7785ba6f5" providerId="ADAL" clId="{1C8E7DD9-D695-4498-B59A-9C0DA850057A}" dt="2021-10-11T08:33:42.987" v="45" actId="14100"/>
          <ac:picMkLst>
            <pc:docMk/>
            <pc:sldMk cId="3159219532" sldId="317"/>
            <ac:picMk id="5" creationId="{B8C0DE6B-22A4-448B-8D88-CF1988E88E8D}"/>
          </ac:picMkLst>
        </pc:picChg>
        <pc:picChg chg="del">
          <ac:chgData name="Pauline Smyth" userId="de5ce227-53e3-42c9-b7e0-2fb7785ba6f5" providerId="ADAL" clId="{1C8E7DD9-D695-4498-B59A-9C0DA850057A}" dt="2021-10-11T08:33:31.855" v="42" actId="478"/>
          <ac:picMkLst>
            <pc:docMk/>
            <pc:sldMk cId="3159219532" sldId="317"/>
            <ac:picMk id="9" creationId="{F0779F7F-6AA0-4B87-90E4-C966364A64B3}"/>
          </ac:picMkLst>
        </pc:picChg>
      </pc:sldChg>
      <pc:sldChg chg="addSp delSp modSp add mod">
        <pc:chgData name="Pauline Smyth" userId="de5ce227-53e3-42c9-b7e0-2fb7785ba6f5" providerId="ADAL" clId="{1C8E7DD9-D695-4498-B59A-9C0DA850057A}" dt="2021-10-11T09:33:55.331" v="144" actId="1076"/>
        <pc:sldMkLst>
          <pc:docMk/>
          <pc:sldMk cId="4171608237" sldId="318"/>
        </pc:sldMkLst>
        <pc:spChg chg="mod">
          <ac:chgData name="Pauline Smyth" userId="de5ce227-53e3-42c9-b7e0-2fb7785ba6f5" providerId="ADAL" clId="{1C8E7DD9-D695-4498-B59A-9C0DA850057A}" dt="2021-10-11T09:28:58.705" v="116" actId="20577"/>
          <ac:spMkLst>
            <pc:docMk/>
            <pc:sldMk cId="4171608237" sldId="318"/>
            <ac:spMk id="4" creationId="{AF71E9A5-2CD0-4F69-8191-21309811B394}"/>
          </ac:spMkLst>
        </pc:spChg>
        <pc:picChg chg="del">
          <ac:chgData name="Pauline Smyth" userId="de5ce227-53e3-42c9-b7e0-2fb7785ba6f5" providerId="ADAL" clId="{1C8E7DD9-D695-4498-B59A-9C0DA850057A}" dt="2021-10-11T09:21:15.573" v="47" actId="478"/>
          <ac:picMkLst>
            <pc:docMk/>
            <pc:sldMk cId="4171608237" sldId="318"/>
            <ac:picMk id="5" creationId="{B8C0DE6B-22A4-448B-8D88-CF1988E88E8D}"/>
          </ac:picMkLst>
        </pc:picChg>
        <pc:picChg chg="add del mod">
          <ac:chgData name="Pauline Smyth" userId="de5ce227-53e3-42c9-b7e0-2fb7785ba6f5" providerId="ADAL" clId="{1C8E7DD9-D695-4498-B59A-9C0DA850057A}" dt="2021-10-11T09:25:13.084" v="58" actId="478"/>
          <ac:picMkLst>
            <pc:docMk/>
            <pc:sldMk cId="4171608237" sldId="318"/>
            <ac:picMk id="6" creationId="{EBD40F21-BEEF-4804-9BFE-6AF60C95A2E3}"/>
          </ac:picMkLst>
        </pc:picChg>
        <pc:picChg chg="add mod">
          <ac:chgData name="Pauline Smyth" userId="de5ce227-53e3-42c9-b7e0-2fb7785ba6f5" providerId="ADAL" clId="{1C8E7DD9-D695-4498-B59A-9C0DA850057A}" dt="2021-10-11T09:33:49.046" v="143" actId="14100"/>
          <ac:picMkLst>
            <pc:docMk/>
            <pc:sldMk cId="4171608237" sldId="318"/>
            <ac:picMk id="8" creationId="{0F4D07E3-80DA-4A79-A4B2-58E2544FB57B}"/>
          </ac:picMkLst>
        </pc:picChg>
        <pc:picChg chg="add del mod">
          <ac:chgData name="Pauline Smyth" userId="de5ce227-53e3-42c9-b7e0-2fb7785ba6f5" providerId="ADAL" clId="{1C8E7DD9-D695-4498-B59A-9C0DA850057A}" dt="2021-10-11T09:33:08.653" v="138" actId="478"/>
          <ac:picMkLst>
            <pc:docMk/>
            <pc:sldMk cId="4171608237" sldId="318"/>
            <ac:picMk id="10" creationId="{2CEA7D8C-F82B-472A-9390-5F3BE3D64A7D}"/>
          </ac:picMkLst>
        </pc:picChg>
        <pc:picChg chg="add mod">
          <ac:chgData name="Pauline Smyth" userId="de5ce227-53e3-42c9-b7e0-2fb7785ba6f5" providerId="ADAL" clId="{1C8E7DD9-D695-4498-B59A-9C0DA850057A}" dt="2021-10-11T09:33:55.331" v="144" actId="1076"/>
          <ac:picMkLst>
            <pc:docMk/>
            <pc:sldMk cId="4171608237" sldId="318"/>
            <ac:picMk id="12" creationId="{C9F75F83-C61F-4F03-AA89-91BA626C9E05}"/>
          </ac:picMkLst>
        </pc:picChg>
      </pc:sldChg>
      <pc:sldChg chg="addSp delSp modSp add mod">
        <pc:chgData name="Pauline Smyth" userId="de5ce227-53e3-42c9-b7e0-2fb7785ba6f5" providerId="ADAL" clId="{1C8E7DD9-D695-4498-B59A-9C0DA850057A}" dt="2021-10-11T09:40:53.827" v="158" actId="478"/>
        <pc:sldMkLst>
          <pc:docMk/>
          <pc:sldMk cId="3684250287" sldId="319"/>
        </pc:sldMkLst>
        <pc:spChg chg="del">
          <ac:chgData name="Pauline Smyth" userId="de5ce227-53e3-42c9-b7e0-2fb7785ba6f5" providerId="ADAL" clId="{1C8E7DD9-D695-4498-B59A-9C0DA850057A}" dt="2021-10-11T09:40:53.827" v="158" actId="478"/>
          <ac:spMkLst>
            <pc:docMk/>
            <pc:sldMk cId="3684250287" sldId="319"/>
            <ac:spMk id="3" creationId="{A0EEF9D1-AE66-40EC-A9C5-AEFD62CDD603}"/>
          </ac:spMkLst>
        </pc:spChg>
        <pc:spChg chg="mod">
          <ac:chgData name="Pauline Smyth" userId="de5ce227-53e3-42c9-b7e0-2fb7785ba6f5" providerId="ADAL" clId="{1C8E7DD9-D695-4498-B59A-9C0DA850057A}" dt="2021-10-11T09:29:29.225" v="132" actId="20577"/>
          <ac:spMkLst>
            <pc:docMk/>
            <pc:sldMk cId="3684250287" sldId="319"/>
            <ac:spMk id="4" creationId="{AF71E9A5-2CD0-4F69-8191-21309811B394}"/>
          </ac:spMkLst>
        </pc:spChg>
        <pc:picChg chg="add mod">
          <ac:chgData name="Pauline Smyth" userId="de5ce227-53e3-42c9-b7e0-2fb7785ba6f5" providerId="ADAL" clId="{1C8E7DD9-D695-4498-B59A-9C0DA850057A}" dt="2021-10-11T09:40:48.510" v="156" actId="14100"/>
          <ac:picMkLst>
            <pc:docMk/>
            <pc:sldMk cId="3684250287" sldId="319"/>
            <ac:picMk id="5" creationId="{7A495DC5-4C40-46AC-9681-84454527C1A4}"/>
          </ac:picMkLst>
        </pc:picChg>
        <pc:picChg chg="del">
          <ac:chgData name="Pauline Smyth" userId="de5ce227-53e3-42c9-b7e0-2fb7785ba6f5" providerId="ADAL" clId="{1C8E7DD9-D695-4498-B59A-9C0DA850057A}" dt="2021-10-11T09:24:34.014" v="53" actId="478"/>
          <ac:picMkLst>
            <pc:docMk/>
            <pc:sldMk cId="3684250287" sldId="319"/>
            <ac:picMk id="6" creationId="{EBD40F21-BEEF-4804-9BFE-6AF60C95A2E3}"/>
          </ac:picMkLst>
        </pc:picChg>
        <pc:picChg chg="add mod">
          <ac:chgData name="Pauline Smyth" userId="de5ce227-53e3-42c9-b7e0-2fb7785ba6f5" providerId="ADAL" clId="{1C8E7DD9-D695-4498-B59A-9C0DA850057A}" dt="2021-10-11T09:40:52.093" v="157" actId="1076"/>
          <ac:picMkLst>
            <pc:docMk/>
            <pc:sldMk cId="3684250287" sldId="319"/>
            <ac:picMk id="8" creationId="{A9EF30A0-02B4-4FDC-A783-EFCA5938E143}"/>
          </ac:picMkLst>
        </pc:picChg>
      </pc:sldChg>
      <pc:sldChg chg="addSp delSp modSp add mod">
        <pc:chgData name="Pauline Smyth" userId="de5ce227-53e3-42c9-b7e0-2fb7785ba6f5" providerId="ADAL" clId="{1C8E7DD9-D695-4498-B59A-9C0DA850057A}" dt="2021-10-11T09:39:31.683" v="151" actId="1076"/>
        <pc:sldMkLst>
          <pc:docMk/>
          <pc:sldMk cId="2033351388" sldId="320"/>
        </pc:sldMkLst>
        <pc:spChg chg="del">
          <ac:chgData name="Pauline Smyth" userId="de5ce227-53e3-42c9-b7e0-2fb7785ba6f5" providerId="ADAL" clId="{1C8E7DD9-D695-4498-B59A-9C0DA850057A}" dt="2021-10-11T09:39:28.807" v="150" actId="478"/>
          <ac:spMkLst>
            <pc:docMk/>
            <pc:sldMk cId="2033351388" sldId="320"/>
            <ac:spMk id="3" creationId="{A0EEF9D1-AE66-40EC-A9C5-AEFD62CDD603}"/>
          </ac:spMkLst>
        </pc:spChg>
        <pc:spChg chg="mod">
          <ac:chgData name="Pauline Smyth" userId="de5ce227-53e3-42c9-b7e0-2fb7785ba6f5" providerId="ADAL" clId="{1C8E7DD9-D695-4498-B59A-9C0DA850057A}" dt="2021-10-11T09:29:15.369" v="124" actId="20577"/>
          <ac:spMkLst>
            <pc:docMk/>
            <pc:sldMk cId="2033351388" sldId="320"/>
            <ac:spMk id="4" creationId="{AF71E9A5-2CD0-4F69-8191-21309811B394}"/>
          </ac:spMkLst>
        </pc:spChg>
        <pc:picChg chg="add mod">
          <ac:chgData name="Pauline Smyth" userId="de5ce227-53e3-42c9-b7e0-2fb7785ba6f5" providerId="ADAL" clId="{1C8E7DD9-D695-4498-B59A-9C0DA850057A}" dt="2021-10-11T09:39:31.683" v="151" actId="1076"/>
          <ac:picMkLst>
            <pc:docMk/>
            <pc:sldMk cId="2033351388" sldId="320"/>
            <ac:picMk id="5" creationId="{C45BFADA-3293-47B5-9786-2BA59EDBC293}"/>
          </ac:picMkLst>
        </pc:picChg>
        <pc:picChg chg="mod">
          <ac:chgData name="Pauline Smyth" userId="de5ce227-53e3-42c9-b7e0-2fb7785ba6f5" providerId="ADAL" clId="{1C8E7DD9-D695-4498-B59A-9C0DA850057A}" dt="2021-10-11T09:39:13.760" v="146" actId="14100"/>
          <ac:picMkLst>
            <pc:docMk/>
            <pc:sldMk cId="2033351388" sldId="320"/>
            <ac:picMk id="6" creationId="{EBD40F21-BEEF-4804-9BFE-6AF60C95A2E3}"/>
          </ac:picMkLst>
        </pc:picChg>
      </pc:sldChg>
      <pc:sldChg chg="addSp delSp modSp add mod">
        <pc:chgData name="Pauline Smyth" userId="de5ce227-53e3-42c9-b7e0-2fb7785ba6f5" providerId="ADAL" clId="{1C8E7DD9-D695-4498-B59A-9C0DA850057A}" dt="2021-10-11T11:15:36.993" v="312" actId="1076"/>
        <pc:sldMkLst>
          <pc:docMk/>
          <pc:sldMk cId="2245103235" sldId="321"/>
        </pc:sldMkLst>
        <pc:spChg chg="mod">
          <ac:chgData name="Pauline Smyth" userId="de5ce227-53e3-42c9-b7e0-2fb7785ba6f5" providerId="ADAL" clId="{1C8E7DD9-D695-4498-B59A-9C0DA850057A}" dt="2021-10-11T11:15:32.427" v="311" actId="27636"/>
          <ac:spMkLst>
            <pc:docMk/>
            <pc:sldMk cId="2245103235" sldId="321"/>
            <ac:spMk id="4" creationId="{AF71E9A5-2CD0-4F69-8191-21309811B394}"/>
          </ac:spMkLst>
        </pc:spChg>
        <pc:picChg chg="add mod">
          <ac:chgData name="Pauline Smyth" userId="de5ce227-53e3-42c9-b7e0-2fb7785ba6f5" providerId="ADAL" clId="{1C8E7DD9-D695-4498-B59A-9C0DA850057A}" dt="2021-10-11T11:15:36.993" v="312" actId="1076"/>
          <ac:picMkLst>
            <pc:docMk/>
            <pc:sldMk cId="2245103235" sldId="321"/>
            <ac:picMk id="5" creationId="{13659815-7998-446D-8479-7FC1BD9684AC}"/>
          </ac:picMkLst>
        </pc:picChg>
        <pc:picChg chg="del">
          <ac:chgData name="Pauline Smyth" userId="de5ce227-53e3-42c9-b7e0-2fb7785ba6f5" providerId="ADAL" clId="{1C8E7DD9-D695-4498-B59A-9C0DA850057A}" dt="2021-10-11T11:14:59.917" v="290" actId="478"/>
          <ac:picMkLst>
            <pc:docMk/>
            <pc:sldMk cId="2245103235" sldId="321"/>
            <ac:picMk id="9" creationId="{F0779F7F-6AA0-4B87-90E4-C966364A64B3}"/>
          </ac:picMkLst>
        </pc:picChg>
      </pc:sldChg>
      <pc:sldChg chg="addSp delSp modSp add mod">
        <pc:chgData name="Pauline Smyth" userId="de5ce227-53e3-42c9-b7e0-2fb7785ba6f5" providerId="ADAL" clId="{1C8E7DD9-D695-4498-B59A-9C0DA850057A}" dt="2021-10-11T11:17:45.174" v="327" actId="1076"/>
        <pc:sldMkLst>
          <pc:docMk/>
          <pc:sldMk cId="2949344020" sldId="322"/>
        </pc:sldMkLst>
        <pc:spChg chg="mod">
          <ac:chgData name="Pauline Smyth" userId="de5ce227-53e3-42c9-b7e0-2fb7785ba6f5" providerId="ADAL" clId="{1C8E7DD9-D695-4498-B59A-9C0DA850057A}" dt="2021-10-11T11:17:36.604" v="325" actId="20577"/>
          <ac:spMkLst>
            <pc:docMk/>
            <pc:sldMk cId="2949344020" sldId="322"/>
            <ac:spMk id="4" creationId="{AF71E9A5-2CD0-4F69-8191-21309811B394}"/>
          </ac:spMkLst>
        </pc:spChg>
        <pc:picChg chg="add mod">
          <ac:chgData name="Pauline Smyth" userId="de5ce227-53e3-42c9-b7e0-2fb7785ba6f5" providerId="ADAL" clId="{1C8E7DD9-D695-4498-B59A-9C0DA850057A}" dt="2021-10-11T11:17:45.174" v="327" actId="1076"/>
          <ac:picMkLst>
            <pc:docMk/>
            <pc:sldMk cId="2949344020" sldId="322"/>
            <ac:picMk id="3" creationId="{A83EA5AE-E4A3-4A2A-85FC-92EE9D4B2CFE}"/>
          </ac:picMkLst>
        </pc:picChg>
        <pc:picChg chg="del">
          <ac:chgData name="Pauline Smyth" userId="de5ce227-53e3-42c9-b7e0-2fb7785ba6f5" providerId="ADAL" clId="{1C8E7DD9-D695-4498-B59A-9C0DA850057A}" dt="2021-10-11T11:17:14.558" v="314" actId="478"/>
          <ac:picMkLst>
            <pc:docMk/>
            <pc:sldMk cId="2949344020" sldId="322"/>
            <ac:picMk id="5" creationId="{7A495DC5-4C40-46AC-9681-84454527C1A4}"/>
          </ac:picMkLst>
        </pc:picChg>
        <pc:picChg chg="del">
          <ac:chgData name="Pauline Smyth" userId="de5ce227-53e3-42c9-b7e0-2fb7785ba6f5" providerId="ADAL" clId="{1C8E7DD9-D695-4498-B59A-9C0DA850057A}" dt="2021-10-11T11:17:18.311" v="315" actId="478"/>
          <ac:picMkLst>
            <pc:docMk/>
            <pc:sldMk cId="2949344020" sldId="322"/>
            <ac:picMk id="8" creationId="{A9EF30A0-02B4-4FDC-A783-EFCA5938E143}"/>
          </ac:picMkLst>
        </pc:picChg>
      </pc:sldChg>
      <pc:sldChg chg="addSp delSp modSp add mod ord">
        <pc:chgData name="Pauline Smyth" userId="de5ce227-53e3-42c9-b7e0-2fb7785ba6f5" providerId="ADAL" clId="{1C8E7DD9-D695-4498-B59A-9C0DA850057A}" dt="2021-10-13T09:04:09.854" v="364" actId="113"/>
        <pc:sldMkLst>
          <pc:docMk/>
          <pc:sldMk cId="389986102" sldId="323"/>
        </pc:sldMkLst>
        <pc:spChg chg="mod">
          <ac:chgData name="Pauline Smyth" userId="de5ce227-53e3-42c9-b7e0-2fb7785ba6f5" providerId="ADAL" clId="{1C8E7DD9-D695-4498-B59A-9C0DA850057A}" dt="2021-10-13T09:04:09.854" v="364" actId="113"/>
          <ac:spMkLst>
            <pc:docMk/>
            <pc:sldMk cId="389986102" sldId="323"/>
            <ac:spMk id="8" creationId="{CD6B1FBE-4314-4787-B079-6B9970382136}"/>
          </ac:spMkLst>
        </pc:spChg>
        <pc:picChg chg="del">
          <ac:chgData name="Pauline Smyth" userId="de5ce227-53e3-42c9-b7e0-2fb7785ba6f5" providerId="ADAL" clId="{1C8E7DD9-D695-4498-B59A-9C0DA850057A}" dt="2021-10-13T08:59:34.340" v="335" actId="478"/>
          <ac:picMkLst>
            <pc:docMk/>
            <pc:sldMk cId="389986102" sldId="323"/>
            <ac:picMk id="3" creationId="{8FE21F75-3E17-4320-9190-C452C38B3969}"/>
          </ac:picMkLst>
        </pc:picChg>
        <pc:picChg chg="add mod">
          <ac:chgData name="Pauline Smyth" userId="de5ce227-53e3-42c9-b7e0-2fb7785ba6f5" providerId="ADAL" clId="{1C8E7DD9-D695-4498-B59A-9C0DA850057A}" dt="2021-10-13T09:01:15.414" v="351" actId="14100"/>
          <ac:picMkLst>
            <pc:docMk/>
            <pc:sldMk cId="389986102" sldId="323"/>
            <ac:picMk id="4" creationId="{50E939E0-0651-443C-993E-BE27D91B78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08EF2-A9E7-4AC3-A802-968461B2836C}" type="datetimeFigureOut">
              <a:rPr lang="en-IE" smtClean="0"/>
              <a:pPr/>
              <a:t>13/10/2021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CF78B-96D2-4305-8711-1B89159C1975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089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lesson will focus on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 It is assumed the previous lesson on </a:t>
            </a:r>
            <a:r>
              <a:rPr lang="en-IE" b="1" dirty="0"/>
              <a:t>if</a:t>
            </a:r>
            <a:r>
              <a:rPr lang="en-IE" dirty="0"/>
              <a:t> statements has been covered.</a:t>
            </a:r>
          </a:p>
          <a:p>
            <a:r>
              <a:rPr lang="en-IE" dirty="0"/>
              <a:t>It is assumed that variables, data types, casting and basic input-output have been covered before this lesson.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Conditionals are considered by many to be the first key Threshold Concept in learning how to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tasks and ideas would require several classes to ensure students have time to engage with the concept.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572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134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846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stands for “else if”</a:t>
            </a:r>
          </a:p>
          <a:p>
            <a:r>
              <a:rPr lang="en-IE" sz="2000" dirty="0">
                <a:solidFill>
                  <a:srgbClr val="FF0000"/>
                </a:solidFill>
              </a:rPr>
              <a:t>Note that the </a:t>
            </a:r>
            <a:r>
              <a:rPr lang="en-IE" sz="2000" b="1" dirty="0">
                <a:solidFill>
                  <a:srgbClr val="FF0000"/>
                </a:solidFill>
              </a:rPr>
              <a:t>else</a:t>
            </a:r>
            <a:r>
              <a:rPr lang="en-IE" sz="2000" dirty="0">
                <a:solidFill>
                  <a:srgbClr val="FF0000"/>
                </a:solidFill>
              </a:rPr>
              <a:t> statement sweeps up any condition that wasn’t True in the preceding </a:t>
            </a:r>
            <a:r>
              <a:rPr lang="en-IE" sz="2000" b="1" dirty="0">
                <a:solidFill>
                  <a:srgbClr val="FF0000"/>
                </a:solidFill>
              </a:rPr>
              <a:t>if..</a:t>
            </a:r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statements.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temp = 70 will output : Temperature is between 40 – 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40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-5 will output :  Temperature is less than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0341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stands for “else if”</a:t>
            </a:r>
          </a:p>
          <a:p>
            <a:r>
              <a:rPr lang="en-IE" sz="2000" dirty="0">
                <a:solidFill>
                  <a:srgbClr val="FF0000"/>
                </a:solidFill>
              </a:rPr>
              <a:t>Note that the </a:t>
            </a:r>
            <a:r>
              <a:rPr lang="en-IE" sz="2000" b="1" dirty="0">
                <a:solidFill>
                  <a:srgbClr val="FF0000"/>
                </a:solidFill>
              </a:rPr>
              <a:t>else</a:t>
            </a:r>
            <a:r>
              <a:rPr lang="en-IE" sz="2000" dirty="0">
                <a:solidFill>
                  <a:srgbClr val="FF0000"/>
                </a:solidFill>
              </a:rPr>
              <a:t> statement sweeps up any condition that wasn’t True in the preceding </a:t>
            </a:r>
            <a:r>
              <a:rPr lang="en-IE" sz="2000" b="1" dirty="0">
                <a:solidFill>
                  <a:srgbClr val="FF0000"/>
                </a:solidFill>
              </a:rPr>
              <a:t>if..</a:t>
            </a:r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statements.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temp = 70 will output : Temperature is between 40 – 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40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-5 will output :  Temperature is less than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207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2859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4609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8112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0383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7456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partially written solution above is to suggest a way of coding the program to convert marks to grades.</a:t>
            </a:r>
          </a:p>
          <a:p>
            <a:r>
              <a:rPr lang="en-IE" dirty="0"/>
              <a:t>The student will need to add a lot more code to this to solve the entire problem.</a:t>
            </a:r>
          </a:p>
          <a:p>
            <a:r>
              <a:rPr lang="en-IE" dirty="0"/>
              <a:t>When complete and working, the students could try to enhance their code to check for marks entered that are not between 0 and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4285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Review the extent to which the L)s have been achieved in these tasks, and also in the CT challenge, the </a:t>
            </a:r>
            <a:r>
              <a:rPr lang="en-IE" dirty="0" err="1"/>
              <a:t>eTasks</a:t>
            </a:r>
            <a:r>
              <a:rPr lang="en-IE" dirty="0"/>
              <a:t>, the equivalent program written in Scratch, and the </a:t>
            </a:r>
            <a:r>
              <a:rPr lang="en-IE" dirty="0" err="1"/>
              <a:t>microbit</a:t>
            </a:r>
            <a:r>
              <a:rPr lang="en-IE" dirty="0"/>
              <a:t> and conditionals in Python videos. The main LOs addressed are Students should be able to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1.1 describe a systematic process for solving problems and making decisions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 explain how the power of computing enables different solutions to difficult problems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1.4 solve problems using skills of logic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1.22 read, write, test, and modify computer programs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1.23 reflect and communicate on the design and development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2.20 identify and fix/debug warnings and errors in computer code and modify as required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1.15 consider the quality of the user experience when interacting with computers (further elements of this LO developed at a later stage)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49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gideasdeh-43wiki.wikispaces.com/expected+outcomes+of+phase+i+therapy" TargetMode="External"/><Relationship Id="rId2" Type="http://schemas.openxmlformats.org/officeDocument/2006/relationships/image" Target="../media/image2.jpg&amp;ehk=qP8SYZNcVvQJKYjeFmtgvA&amp;r=0&amp;pid=OfficeInsert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nestcandy.blogspot.com/2012/06/inspirational-quote-sunday-1.html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72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7A79B7-4BAA-44BA-AB00-078DFAE9BA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7811"/>
            <a:ext cx="678390" cy="6783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ThinkPairShareSquare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4CD9F-77FD-4ED2-A934-3CF935803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9983803">
            <a:off x="7112324" y="511380"/>
            <a:ext cx="1695614" cy="11304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9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FAF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03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858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6161-D4EF-4684-A1D9-2DE6B480031D}" type="datetimeFigureOut">
              <a:rPr lang="en-US" smtClean="0"/>
              <a:pPr/>
              <a:t>10/13/2021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1098219"/>
            <a:ext cx="6634034" cy="1325563"/>
          </a:xfrm>
        </p:spPr>
        <p:txBody>
          <a:bodyPr>
            <a:normAutofit/>
          </a:bodyPr>
          <a:lstStyle/>
          <a:p>
            <a:r>
              <a:rPr lang="en-US" sz="4400" dirty="0"/>
              <a:t>Learning to Program</a:t>
            </a:r>
            <a:br>
              <a:rPr lang="en-US" sz="4400" dirty="0"/>
            </a:br>
            <a:r>
              <a:rPr lang="en-US" sz="4400" dirty="0"/>
              <a:t>in Python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6135DC2-7E5C-4478-8C53-5F26D4FC22AF}"/>
              </a:ext>
            </a:extLst>
          </p:cNvPr>
          <p:cNvSpPr txBox="1">
            <a:spLocks/>
          </p:cNvSpPr>
          <p:nvPr/>
        </p:nvSpPr>
        <p:spPr>
          <a:xfrm>
            <a:off x="2987824" y="3798201"/>
            <a:ext cx="5527525" cy="207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b="1" dirty="0">
                <a:solidFill>
                  <a:schemeClr val="tx1"/>
                </a:solidFill>
              </a:rPr>
              <a:t>Concept 4</a:t>
            </a:r>
          </a:p>
          <a:p>
            <a:r>
              <a:rPr lang="en-US" sz="4200" b="1" dirty="0">
                <a:solidFill>
                  <a:schemeClr val="tx1"/>
                </a:solidFill>
              </a:rPr>
              <a:t>More Conditionals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(if else </a:t>
            </a:r>
            <a:r>
              <a:rPr lang="en-US" sz="3000" b="1" dirty="0" err="1">
                <a:solidFill>
                  <a:schemeClr val="tx1"/>
                </a:solidFill>
              </a:rPr>
              <a:t>elif</a:t>
            </a:r>
            <a:r>
              <a:rPr lang="en-US" sz="3000" b="1" dirty="0">
                <a:solidFill>
                  <a:schemeClr val="tx1"/>
                </a:solidFill>
              </a:rPr>
              <a:t> statements)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8229600" cy="1143000"/>
          </a:xfrm>
        </p:spPr>
        <p:txBody>
          <a:bodyPr/>
          <a:lstStyle/>
          <a:p>
            <a:r>
              <a:rPr lang="en-IE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568" y="1722437"/>
            <a:ext cx="8229600" cy="3413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From this lesson the students will: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Boolean expression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Evaluate simple Boolean expression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Evaluate complex Boolean expressions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439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1143001"/>
          </a:xfrm>
        </p:spPr>
        <p:txBody>
          <a:bodyPr/>
          <a:lstStyle/>
          <a:p>
            <a:r>
              <a:rPr lang="en-IE" dirty="0"/>
              <a:t>Python Relational Operators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EF9D1-AE66-40EC-A9C5-AEFD62CDD603}"/>
              </a:ext>
            </a:extLst>
          </p:cNvPr>
          <p:cNvSpPr txBox="1"/>
          <p:nvPr/>
        </p:nvSpPr>
        <p:spPr>
          <a:xfrm>
            <a:off x="3329862" y="3645024"/>
            <a:ext cx="1458162" cy="6463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Execute your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779F7F-6AA0-4B87-90E4-C966364A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86" y="1628800"/>
            <a:ext cx="8787227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67793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064" y="116632"/>
            <a:ext cx="8229600" cy="864096"/>
          </a:xfrm>
        </p:spPr>
        <p:txBody>
          <a:bodyPr/>
          <a:lstStyle/>
          <a:p>
            <a:r>
              <a:rPr lang="en-IE" b="1" dirty="0"/>
              <a:t>if.. </a:t>
            </a:r>
            <a:r>
              <a:rPr lang="en-IE" dirty="0"/>
              <a:t>statements</a:t>
            </a:r>
            <a:r>
              <a:rPr lang="en-IE" b="1" dirty="0"/>
              <a:t> </a:t>
            </a:r>
            <a:r>
              <a:rPr lang="en-IE" dirty="0"/>
              <a:t>using </a:t>
            </a:r>
            <a:r>
              <a:rPr lang="en-IE" b="1" dirty="0"/>
              <a:t>or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939E0-0651-443C-993E-BE27D91B7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48" y="1004312"/>
            <a:ext cx="8695345" cy="328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86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064" y="116632"/>
            <a:ext cx="8229600" cy="864096"/>
          </a:xfrm>
        </p:spPr>
        <p:txBody>
          <a:bodyPr/>
          <a:lstStyle/>
          <a:p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</a:t>
            </a:r>
            <a:r>
              <a:rPr lang="en-IE" dirty="0"/>
              <a:t> statements </a:t>
            </a:r>
            <a:r>
              <a:rPr lang="en-IE" b="1" dirty="0"/>
              <a:t>and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E21F75-3E17-4320-9190-C452C38B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0728"/>
            <a:ext cx="9144000" cy="431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44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752401"/>
          </a:xfrm>
        </p:spPr>
        <p:txBody>
          <a:bodyPr>
            <a:normAutofit fontScale="90000"/>
          </a:bodyPr>
          <a:lstStyle/>
          <a:p>
            <a:r>
              <a:rPr lang="en-IE" dirty="0"/>
              <a:t>Python Operators- and, or, not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EF9D1-AE66-40EC-A9C5-AEFD62CDD603}"/>
              </a:ext>
            </a:extLst>
          </p:cNvPr>
          <p:cNvSpPr txBox="1"/>
          <p:nvPr/>
        </p:nvSpPr>
        <p:spPr>
          <a:xfrm>
            <a:off x="3329862" y="3645024"/>
            <a:ext cx="1458162" cy="6463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Execute your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59815-7998-446D-8479-7FC1BD96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836712"/>
            <a:ext cx="6988980" cy="563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103235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1143001"/>
          </a:xfrm>
        </p:spPr>
        <p:txBody>
          <a:bodyPr/>
          <a:lstStyle/>
          <a:p>
            <a:r>
              <a:rPr lang="en-IE" dirty="0"/>
              <a:t>Boolean operator - </a:t>
            </a:r>
            <a:r>
              <a:rPr lang="en-IE" b="1" dirty="0"/>
              <a:t>not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EF9D1-AE66-40EC-A9C5-AEFD62CDD603}"/>
              </a:ext>
            </a:extLst>
          </p:cNvPr>
          <p:cNvSpPr txBox="1"/>
          <p:nvPr/>
        </p:nvSpPr>
        <p:spPr>
          <a:xfrm>
            <a:off x="3329862" y="3645024"/>
            <a:ext cx="1458162" cy="6463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Execute your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4D07E3-80DA-4A79-A4B2-58E2544FB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95" y="996008"/>
            <a:ext cx="4451329" cy="2394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75F83-C61F-4F03-AA89-91BA626C9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30" y="3546490"/>
            <a:ext cx="5019077" cy="231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08237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1143001"/>
          </a:xfrm>
        </p:spPr>
        <p:txBody>
          <a:bodyPr/>
          <a:lstStyle/>
          <a:p>
            <a:r>
              <a:rPr lang="en-IE" dirty="0"/>
              <a:t>Boolean Operator - </a:t>
            </a:r>
            <a:r>
              <a:rPr lang="en-IE" b="1" dirty="0"/>
              <a:t>and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40F21-BEEF-4804-9BFE-6AF60C95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052736"/>
            <a:ext cx="5616624" cy="30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5BFADA-3293-47B5-9786-2BA59EDBC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4" y="4437112"/>
            <a:ext cx="56864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51388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1143001"/>
          </a:xfrm>
        </p:spPr>
        <p:txBody>
          <a:bodyPr/>
          <a:lstStyle/>
          <a:p>
            <a:r>
              <a:rPr lang="en-IE" dirty="0"/>
              <a:t>Boolean Operator - </a:t>
            </a:r>
            <a:r>
              <a:rPr lang="en-IE" b="1" dirty="0"/>
              <a:t>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95DC5-4C40-46AC-9681-84454527C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64" y="908721"/>
            <a:ext cx="5885220" cy="3132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EF30A0-02B4-4FDC-A783-EFCA5938E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64" y="4389829"/>
            <a:ext cx="60864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50287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84311"/>
            <a:ext cx="8229600" cy="1143001"/>
          </a:xfrm>
        </p:spPr>
        <p:txBody>
          <a:bodyPr/>
          <a:lstStyle/>
          <a:p>
            <a:r>
              <a:rPr lang="en-IE" dirty="0"/>
              <a:t>Practice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3EA5AE-E4A3-4A2A-85FC-92EE9D4B2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3" y="1227312"/>
            <a:ext cx="7737645" cy="39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44020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401BF1D9-C6A2-491D-80CA-AEF197B43285}"/>
              </a:ext>
            </a:extLst>
          </p:cNvPr>
          <p:cNvSpPr txBox="1">
            <a:spLocks/>
          </p:cNvSpPr>
          <p:nvPr/>
        </p:nvSpPr>
        <p:spPr>
          <a:xfrm>
            <a:off x="395536" y="-1378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Create a program</a:t>
            </a:r>
            <a:endParaRPr lang="en-US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DD3E6F-8DF2-4DB6-A53A-A537ED55809A}"/>
              </a:ext>
            </a:extLst>
          </p:cNvPr>
          <p:cNvCxnSpPr/>
          <p:nvPr/>
        </p:nvCxnSpPr>
        <p:spPr>
          <a:xfrm>
            <a:off x="7254043" y="5013176"/>
            <a:ext cx="630325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89CEE64-CC0D-478B-8913-2CAE4CCE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80962"/>
            <a:ext cx="6219825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02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1520" y="260648"/>
            <a:ext cx="8229600" cy="1143000"/>
          </a:xfrm>
        </p:spPr>
        <p:txBody>
          <a:bodyPr/>
          <a:lstStyle/>
          <a:p>
            <a:r>
              <a:rPr lang="en-IE" dirty="0"/>
              <a:t>Lesson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B7D4EA-7837-4A8B-9879-99A2E896F3C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4400" y="1196975"/>
            <a:ext cx="8229600" cy="3413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As a result of this lesson I am able to: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2B7138-ABA7-4495-AECD-91BB51B9D3BE}"/>
              </a:ext>
            </a:extLst>
          </p:cNvPr>
          <p:cNvSpPr txBox="1">
            <a:spLocks/>
          </p:cNvSpPr>
          <p:nvPr/>
        </p:nvSpPr>
        <p:spPr>
          <a:xfrm>
            <a:off x="611560" y="2241804"/>
            <a:ext cx="8229600" cy="3412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conditional </a:t>
            </a:r>
            <a:r>
              <a:rPr lang="en-IE" b="1" dirty="0"/>
              <a:t>if, else and </a:t>
            </a:r>
            <a:r>
              <a:rPr lang="en-IE" b="1" dirty="0" err="1"/>
              <a:t>elif</a:t>
            </a:r>
            <a:r>
              <a:rPr lang="en-IE" b="1" dirty="0"/>
              <a:t> </a:t>
            </a:r>
            <a:r>
              <a:rPr lang="en-IE" dirty="0"/>
              <a:t>statements.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Read and Write code to improve on previous programs.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Design programs with a better User Interface (UI) </a:t>
            </a:r>
          </a:p>
        </p:txBody>
      </p:sp>
    </p:spTree>
    <p:extLst>
      <p:ext uri="{BB962C8B-B14F-4D97-AF65-F5344CB8AC3E}">
        <p14:creationId xmlns:p14="http://schemas.microsoft.com/office/powerpoint/2010/main" val="264603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7BF2828-A1D4-4144-9536-E3A2F803AF5A}"/>
</file>

<file path=customXml/itemProps2.xml><?xml version="1.0" encoding="utf-8"?>
<ds:datastoreItem xmlns:ds="http://schemas.openxmlformats.org/officeDocument/2006/customXml" ds:itemID="{201C9AF8-B656-4725-81F5-53635C7F129C}"/>
</file>

<file path=customXml/itemProps3.xml><?xml version="1.0" encoding="utf-8"?>
<ds:datastoreItem xmlns:ds="http://schemas.openxmlformats.org/officeDocument/2006/customXml" ds:itemID="{4FF3C32C-5023-4BBB-9145-751EFCAA40E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8087</TotalTime>
  <Words>664</Words>
  <Application>Microsoft Office PowerPoint</Application>
  <PresentationFormat>On-screen Show (4:3)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1_Office Theme</vt:lpstr>
      <vt:lpstr>Learning to Program in Python</vt:lpstr>
      <vt:lpstr>Learning Intentions</vt:lpstr>
      <vt:lpstr>Python Relational Operators</vt:lpstr>
      <vt:lpstr>if.. statements using or </vt:lpstr>
      <vt:lpstr>if..elif..else statements and</vt:lpstr>
      <vt:lpstr>Python Operators- and, or, not</vt:lpstr>
      <vt:lpstr>Boolean operator - not</vt:lpstr>
      <vt:lpstr>Boolean Operator - and</vt:lpstr>
      <vt:lpstr>Boolean Operator - or</vt:lpstr>
      <vt:lpstr>Practice</vt:lpstr>
      <vt:lpstr>PowerPoint Presentation</vt:lpstr>
      <vt:lpstr>Lesson Review</vt:lpstr>
    </vt:vector>
  </TitlesOfParts>
  <Company>NCCA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CCS;PB</dc:creator>
  <cp:lastModifiedBy>Pauline Smyth</cp:lastModifiedBy>
  <cp:revision>85</cp:revision>
  <dcterms:created xsi:type="dcterms:W3CDTF">2013-05-23T11:58:22Z</dcterms:created>
  <dcterms:modified xsi:type="dcterms:W3CDTF">2021-10-13T09:04:10Z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