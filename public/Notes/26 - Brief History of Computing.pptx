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313" r:id="rId4"/>
    <p:sldId id="270" r:id="rId5"/>
    <p:sldId id="259" r:id="rId6"/>
    <p:sldId id="272" r:id="rId7"/>
    <p:sldId id="273" r:id="rId8"/>
    <p:sldId id="303" r:id="rId9"/>
    <p:sldId id="274" r:id="rId10"/>
    <p:sldId id="275" r:id="rId11"/>
    <p:sldId id="263" r:id="rId12"/>
    <p:sldId id="261" r:id="rId13"/>
    <p:sldId id="265" r:id="rId14"/>
    <p:sldId id="267" r:id="rId15"/>
    <p:sldId id="268" r:id="rId16"/>
    <p:sldId id="269" r:id="rId17"/>
    <p:sldId id="262" r:id="rId18"/>
    <p:sldId id="266" r:id="rId19"/>
    <p:sldId id="276" r:id="rId20"/>
    <p:sldId id="277" r:id="rId21"/>
    <p:sldId id="278" r:id="rId22"/>
    <p:sldId id="279" r:id="rId23"/>
    <p:sldId id="281" r:id="rId24"/>
    <p:sldId id="290" r:id="rId25"/>
    <p:sldId id="293" r:id="rId26"/>
    <p:sldId id="282" r:id="rId27"/>
    <p:sldId id="307" r:id="rId28"/>
    <p:sldId id="291" r:id="rId29"/>
    <p:sldId id="292" r:id="rId30"/>
    <p:sldId id="283" r:id="rId31"/>
    <p:sldId id="294" r:id="rId32"/>
    <p:sldId id="295" r:id="rId33"/>
    <p:sldId id="296" r:id="rId34"/>
    <p:sldId id="284" r:id="rId35"/>
    <p:sldId id="297" r:id="rId36"/>
    <p:sldId id="304" r:id="rId37"/>
    <p:sldId id="298" r:id="rId38"/>
    <p:sldId id="285" r:id="rId39"/>
    <p:sldId id="299" r:id="rId40"/>
    <p:sldId id="286" r:id="rId41"/>
    <p:sldId id="287" r:id="rId42"/>
    <p:sldId id="300" r:id="rId43"/>
    <p:sldId id="301" r:id="rId44"/>
    <p:sldId id="310" r:id="rId45"/>
    <p:sldId id="312" r:id="rId46"/>
    <p:sldId id="309" r:id="rId47"/>
    <p:sldId id="289" r:id="rId48"/>
    <p:sldId id="306" r:id="rId49"/>
    <p:sldId id="305" r:id="rId50"/>
    <p:sldId id="308"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C74391-6C66-496C-BE69-49E98BA6C187}" v="47" dt="2024-09-06T09:36:20.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6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C74FFAB2-C79C-4C52-8626-9CFAAD64E922}"/>
    <pc:docChg chg="undo custSel addSld delSld modSld sldOrd">
      <pc:chgData name="Pauline Smyth" userId="de5ce227-53e3-42c9-b7e0-2fb7785ba6f5" providerId="ADAL" clId="{C74FFAB2-C79C-4C52-8626-9CFAAD64E922}" dt="2023-01-15T14:34:47.174" v="1029" actId="14100"/>
      <pc:docMkLst>
        <pc:docMk/>
      </pc:docMkLst>
      <pc:sldChg chg="modSp mod">
        <pc:chgData name="Pauline Smyth" userId="de5ce227-53e3-42c9-b7e0-2fb7785ba6f5" providerId="ADAL" clId="{C74FFAB2-C79C-4C52-8626-9CFAAD64E922}" dt="2023-01-05T22:19:44.244" v="12" actId="20577"/>
        <pc:sldMkLst>
          <pc:docMk/>
          <pc:sldMk cId="1344736394" sldId="257"/>
        </pc:sldMkLst>
        <pc:spChg chg="mod">
          <ac:chgData name="Pauline Smyth" userId="de5ce227-53e3-42c9-b7e0-2fb7785ba6f5" providerId="ADAL" clId="{C74FFAB2-C79C-4C52-8626-9CFAAD64E922}" dt="2023-01-05T22:19:44.244" v="12" actId="20577"/>
          <ac:spMkLst>
            <pc:docMk/>
            <pc:sldMk cId="1344736394" sldId="257"/>
            <ac:spMk id="2" creationId="{E5BFCB2C-0F0E-4169-BA43-DB98346AFDDA}"/>
          </ac:spMkLst>
        </pc:spChg>
      </pc:sldChg>
      <pc:sldChg chg="del">
        <pc:chgData name="Pauline Smyth" userId="de5ce227-53e3-42c9-b7e0-2fb7785ba6f5" providerId="ADAL" clId="{C74FFAB2-C79C-4C52-8626-9CFAAD64E922}" dt="2023-01-08T22:18:22.045" v="56" actId="47"/>
        <pc:sldMkLst>
          <pc:docMk/>
          <pc:sldMk cId="734556218" sldId="260"/>
        </pc:sldMkLst>
      </pc:sldChg>
      <pc:sldChg chg="del">
        <pc:chgData name="Pauline Smyth" userId="de5ce227-53e3-42c9-b7e0-2fb7785ba6f5" providerId="ADAL" clId="{C74FFAB2-C79C-4C52-8626-9CFAAD64E922}" dt="2023-01-08T22:18:46.819" v="57" actId="47"/>
        <pc:sldMkLst>
          <pc:docMk/>
          <pc:sldMk cId="827775347" sldId="264"/>
        </pc:sldMkLst>
      </pc:sldChg>
      <pc:sldChg chg="addSp delSp modSp mod setBg setClrOvrMap">
        <pc:chgData name="Pauline Smyth" userId="de5ce227-53e3-42c9-b7e0-2fb7785ba6f5" providerId="ADAL" clId="{C74FFAB2-C79C-4C52-8626-9CFAAD64E922}" dt="2023-01-08T22:28:48.896" v="145" actId="27636"/>
        <pc:sldMkLst>
          <pc:docMk/>
          <pc:sldMk cId="3232376898" sldId="269"/>
        </pc:sldMkLst>
        <pc:spChg chg="mod">
          <ac:chgData name="Pauline Smyth" userId="de5ce227-53e3-42c9-b7e0-2fb7785ba6f5" providerId="ADAL" clId="{C74FFAB2-C79C-4C52-8626-9CFAAD64E922}" dt="2023-01-08T22:28:34.833" v="140" actId="26606"/>
          <ac:spMkLst>
            <pc:docMk/>
            <pc:sldMk cId="3232376898" sldId="269"/>
            <ac:spMk id="2" creationId="{E5BFCB2C-0F0E-4169-BA43-DB98346AFDDA}"/>
          </ac:spMkLst>
        </pc:spChg>
        <pc:spChg chg="mod ord">
          <ac:chgData name="Pauline Smyth" userId="de5ce227-53e3-42c9-b7e0-2fb7785ba6f5" providerId="ADAL" clId="{C74FFAB2-C79C-4C52-8626-9CFAAD64E922}" dt="2023-01-08T22:28:48.896" v="145" actId="27636"/>
          <ac:spMkLst>
            <pc:docMk/>
            <pc:sldMk cId="3232376898" sldId="269"/>
            <ac:spMk id="11" creationId="{3A355978-0DBD-4357-943A-095E2ED82130}"/>
          </ac:spMkLst>
        </pc:spChg>
        <pc:spChg chg="add del">
          <ac:chgData name="Pauline Smyth" userId="de5ce227-53e3-42c9-b7e0-2fb7785ba6f5" providerId="ADAL" clId="{C74FFAB2-C79C-4C52-8626-9CFAAD64E922}" dt="2023-01-08T22:28:34.833" v="140" actId="26606"/>
          <ac:spMkLst>
            <pc:docMk/>
            <pc:sldMk cId="3232376898" sldId="269"/>
            <ac:spMk id="75" creationId="{C2E4E997-8672-4FFD-B8EC-9932A8E4714B}"/>
          </ac:spMkLst>
        </pc:spChg>
        <pc:spChg chg="add">
          <ac:chgData name="Pauline Smyth" userId="de5ce227-53e3-42c9-b7e0-2fb7785ba6f5" providerId="ADAL" clId="{C74FFAB2-C79C-4C52-8626-9CFAAD64E922}" dt="2023-01-08T22:28:34.833" v="140" actId="26606"/>
          <ac:spMkLst>
            <pc:docMk/>
            <pc:sldMk cId="3232376898" sldId="269"/>
            <ac:spMk id="156" creationId="{F2B1468C-8227-4785-8776-7BDBDDF08F85}"/>
          </ac:spMkLst>
        </pc:spChg>
        <pc:spChg chg="add">
          <ac:chgData name="Pauline Smyth" userId="de5ce227-53e3-42c9-b7e0-2fb7785ba6f5" providerId="ADAL" clId="{C74FFAB2-C79C-4C52-8626-9CFAAD64E922}" dt="2023-01-08T22:28:34.833" v="140" actId="26606"/>
          <ac:spMkLst>
            <pc:docMk/>
            <pc:sldMk cId="3232376898" sldId="269"/>
            <ac:spMk id="171" creationId="{046B922C-5BA7-4973-B12F-71A509E4BF13}"/>
          </ac:spMkLst>
        </pc:spChg>
        <pc:grpChg chg="add del">
          <ac:chgData name="Pauline Smyth" userId="de5ce227-53e3-42c9-b7e0-2fb7785ba6f5" providerId="ADAL" clId="{C74FFAB2-C79C-4C52-8626-9CFAAD64E922}" dt="2023-01-08T22:28:34.833" v="140" actId="26606"/>
          <ac:grpSpMkLst>
            <pc:docMk/>
            <pc:sldMk cId="3232376898" sldId="269"/>
            <ac:grpSpMk id="79" creationId="{453E4DEE-E996-40F8-8635-0FF43D7348F9}"/>
          </ac:grpSpMkLst>
        </pc:grpChg>
        <pc:grpChg chg="add del">
          <ac:chgData name="Pauline Smyth" userId="de5ce227-53e3-42c9-b7e0-2fb7785ba6f5" providerId="ADAL" clId="{C74FFAB2-C79C-4C52-8626-9CFAAD64E922}" dt="2023-01-08T22:28:34.786" v="139" actId="26606"/>
          <ac:grpSpMkLst>
            <pc:docMk/>
            <pc:sldMk cId="3232376898" sldId="269"/>
            <ac:grpSpMk id="111" creationId="{74872A0B-8668-4500-9509-EAA581B26C24}"/>
          </ac:grpSpMkLst>
        </pc:grpChg>
        <pc:grpChg chg="add">
          <ac:chgData name="Pauline Smyth" userId="de5ce227-53e3-42c9-b7e0-2fb7785ba6f5" providerId="ADAL" clId="{C74FFAB2-C79C-4C52-8626-9CFAAD64E922}" dt="2023-01-08T22:28:34.833" v="140" actId="26606"/>
          <ac:grpSpMkLst>
            <pc:docMk/>
            <pc:sldMk cId="3232376898" sldId="269"/>
            <ac:grpSpMk id="113" creationId="{96D34D8D-9EE9-4659-8C22-7551A95F96FA}"/>
          </ac:grpSpMkLst>
        </pc:grpChg>
        <pc:grpChg chg="add del">
          <ac:chgData name="Pauline Smyth" userId="de5ce227-53e3-42c9-b7e0-2fb7785ba6f5" providerId="ADAL" clId="{C74FFAB2-C79C-4C52-8626-9CFAAD64E922}" dt="2023-01-08T22:28:34.786" v="139" actId="26606"/>
          <ac:grpSpMkLst>
            <pc:docMk/>
            <pc:sldMk cId="3232376898" sldId="269"/>
            <ac:grpSpMk id="115" creationId="{240590EE-5428-41AA-95B2-96FCC1CE67A7}"/>
          </ac:grpSpMkLst>
        </pc:grpChg>
        <pc:picChg chg="mod">
          <ac:chgData name="Pauline Smyth" userId="de5ce227-53e3-42c9-b7e0-2fb7785ba6f5" providerId="ADAL" clId="{C74FFAB2-C79C-4C52-8626-9CFAAD64E922}" dt="2023-01-08T22:28:34.833" v="140" actId="26606"/>
          <ac:picMkLst>
            <pc:docMk/>
            <pc:sldMk cId="3232376898" sldId="269"/>
            <ac:picMk id="5" creationId="{11FBFB65-D586-4093-B7E6-1929603E0073}"/>
          </ac:picMkLst>
        </pc:picChg>
        <pc:picChg chg="add del">
          <ac:chgData name="Pauline Smyth" userId="de5ce227-53e3-42c9-b7e0-2fb7785ba6f5" providerId="ADAL" clId="{C74FFAB2-C79C-4C52-8626-9CFAAD64E922}" dt="2023-01-08T22:28:34.833" v="140" actId="26606"/>
          <ac:picMkLst>
            <pc:docMk/>
            <pc:sldMk cId="3232376898" sldId="269"/>
            <ac:picMk id="77" creationId="{FE6BA9E6-1D9E-4D30-B528-D49FA1342E4E}"/>
          </ac:picMkLst>
        </pc:picChg>
        <pc:picChg chg="add">
          <ac:chgData name="Pauline Smyth" userId="de5ce227-53e3-42c9-b7e0-2fb7785ba6f5" providerId="ADAL" clId="{C74FFAB2-C79C-4C52-8626-9CFAAD64E922}" dt="2023-01-08T22:28:34.833" v="140" actId="26606"/>
          <ac:picMkLst>
            <pc:docMk/>
            <pc:sldMk cId="3232376898" sldId="269"/>
            <ac:picMk id="154" creationId="{2FB01CCF-839B-4126-9BF9-132C64D8A1AA}"/>
          </ac:picMkLst>
        </pc:picChg>
      </pc:sldChg>
      <pc:sldChg chg="modSp mod">
        <pc:chgData name="Pauline Smyth" userId="de5ce227-53e3-42c9-b7e0-2fb7785ba6f5" providerId="ADAL" clId="{C74FFAB2-C79C-4C52-8626-9CFAAD64E922}" dt="2023-01-15T13:04:22.102" v="405" actId="20577"/>
        <pc:sldMkLst>
          <pc:docMk/>
          <pc:sldMk cId="1418408222" sldId="278"/>
        </pc:sldMkLst>
        <pc:spChg chg="mod">
          <ac:chgData name="Pauline Smyth" userId="de5ce227-53e3-42c9-b7e0-2fb7785ba6f5" providerId="ADAL" clId="{C74FFAB2-C79C-4C52-8626-9CFAAD64E922}" dt="2023-01-15T13:04:22.102" v="405" actId="20577"/>
          <ac:spMkLst>
            <pc:docMk/>
            <pc:sldMk cId="1418408222" sldId="278"/>
            <ac:spMk id="3" creationId="{09C4E21D-6169-4B7E-B3CE-F5610B6E1475}"/>
          </ac:spMkLst>
        </pc:spChg>
      </pc:sldChg>
      <pc:sldChg chg="modSp mod">
        <pc:chgData name="Pauline Smyth" userId="de5ce227-53e3-42c9-b7e0-2fb7785ba6f5" providerId="ADAL" clId="{C74FFAB2-C79C-4C52-8626-9CFAAD64E922}" dt="2023-01-15T13:40:12.651" v="754" actId="207"/>
        <pc:sldMkLst>
          <pc:docMk/>
          <pc:sldMk cId="383378973" sldId="279"/>
        </pc:sldMkLst>
        <pc:spChg chg="mod">
          <ac:chgData name="Pauline Smyth" userId="de5ce227-53e3-42c9-b7e0-2fb7785ba6f5" providerId="ADAL" clId="{C74FFAB2-C79C-4C52-8626-9CFAAD64E922}" dt="2023-01-15T13:40:12.651" v="754" actId="207"/>
          <ac:spMkLst>
            <pc:docMk/>
            <pc:sldMk cId="383378973" sldId="279"/>
            <ac:spMk id="3" creationId="{09C4E21D-6169-4B7E-B3CE-F5610B6E1475}"/>
          </ac:spMkLst>
        </pc:spChg>
      </pc:sldChg>
      <pc:sldChg chg="addSp modSp mod setBg">
        <pc:chgData name="Pauline Smyth" userId="de5ce227-53e3-42c9-b7e0-2fb7785ba6f5" providerId="ADAL" clId="{C74FFAB2-C79C-4C52-8626-9CFAAD64E922}" dt="2023-01-15T13:38:38.367" v="751" actId="1076"/>
        <pc:sldMkLst>
          <pc:docMk/>
          <pc:sldMk cId="1360410786" sldId="282"/>
        </pc:sldMkLst>
        <pc:spChg chg="mod">
          <ac:chgData name="Pauline Smyth" userId="de5ce227-53e3-42c9-b7e0-2fb7785ba6f5" providerId="ADAL" clId="{C74FFAB2-C79C-4C52-8626-9CFAAD64E922}" dt="2023-01-09T09:36:27.809" v="301" actId="20577"/>
          <ac:spMkLst>
            <pc:docMk/>
            <pc:sldMk cId="1360410786" sldId="282"/>
            <ac:spMk id="2" creationId="{E5BFCB2C-0F0E-4169-BA43-DB98346AFDDA}"/>
          </ac:spMkLst>
        </pc:spChg>
        <pc:spChg chg="mod">
          <ac:chgData name="Pauline Smyth" userId="de5ce227-53e3-42c9-b7e0-2fb7785ba6f5" providerId="ADAL" clId="{C74FFAB2-C79C-4C52-8626-9CFAAD64E922}" dt="2023-01-15T13:38:38.367" v="751" actId="1076"/>
          <ac:spMkLst>
            <pc:docMk/>
            <pc:sldMk cId="1360410786" sldId="282"/>
            <ac:spMk id="3" creationId="{09C4E21D-6169-4B7E-B3CE-F5610B6E1475}"/>
          </ac:spMkLst>
        </pc:spChg>
        <pc:picChg chg="add mod">
          <ac:chgData name="Pauline Smyth" userId="de5ce227-53e3-42c9-b7e0-2fb7785ba6f5" providerId="ADAL" clId="{C74FFAB2-C79C-4C52-8626-9CFAAD64E922}" dt="2023-01-15T13:38:23.869" v="748" actId="1076"/>
          <ac:picMkLst>
            <pc:docMk/>
            <pc:sldMk cId="1360410786" sldId="282"/>
            <ac:picMk id="1026" creationId="{9D1B65C7-8F4F-C822-8D36-9C3C2C79244A}"/>
          </ac:picMkLst>
        </pc:picChg>
      </pc:sldChg>
      <pc:sldChg chg="addSp delSp modSp mod setBg setClrOvrMap">
        <pc:chgData name="Pauline Smyth" userId="de5ce227-53e3-42c9-b7e0-2fb7785ba6f5" providerId="ADAL" clId="{C74FFAB2-C79C-4C52-8626-9CFAAD64E922}" dt="2023-01-09T09:42:50.560" v="348" actId="27636"/>
        <pc:sldMkLst>
          <pc:docMk/>
          <pc:sldMk cId="650777584" sldId="283"/>
        </pc:sldMkLst>
        <pc:spChg chg="mod">
          <ac:chgData name="Pauline Smyth" userId="de5ce227-53e3-42c9-b7e0-2fb7785ba6f5" providerId="ADAL" clId="{C74FFAB2-C79C-4C52-8626-9CFAAD64E922}" dt="2023-01-09T09:42:36.483" v="344" actId="26606"/>
          <ac:spMkLst>
            <pc:docMk/>
            <pc:sldMk cId="650777584" sldId="283"/>
            <ac:spMk id="2" creationId="{E5BFCB2C-0F0E-4169-BA43-DB98346AFDDA}"/>
          </ac:spMkLst>
        </pc:spChg>
        <pc:spChg chg="mod ord">
          <ac:chgData name="Pauline Smyth" userId="de5ce227-53e3-42c9-b7e0-2fb7785ba6f5" providerId="ADAL" clId="{C74FFAB2-C79C-4C52-8626-9CFAAD64E922}" dt="2023-01-09T09:42:50.560" v="348" actId="27636"/>
          <ac:spMkLst>
            <pc:docMk/>
            <pc:sldMk cId="650777584" sldId="283"/>
            <ac:spMk id="3" creationId="{09C4E21D-6169-4B7E-B3CE-F5610B6E1475}"/>
          </ac:spMkLst>
        </pc:spChg>
        <pc:spChg chg="add del">
          <ac:chgData name="Pauline Smyth" userId="de5ce227-53e3-42c9-b7e0-2fb7785ba6f5" providerId="ADAL" clId="{C74FFAB2-C79C-4C52-8626-9CFAAD64E922}" dt="2023-01-09T09:42:36.357" v="343" actId="26606"/>
          <ac:spMkLst>
            <pc:docMk/>
            <pc:sldMk cId="650777584" sldId="283"/>
            <ac:spMk id="2055" creationId="{046B922C-5BA7-4973-B12F-71A509E4BF13}"/>
          </ac:spMkLst>
        </pc:spChg>
        <pc:spChg chg="add del">
          <ac:chgData name="Pauline Smyth" userId="de5ce227-53e3-42c9-b7e0-2fb7785ba6f5" providerId="ADAL" clId="{C74FFAB2-C79C-4C52-8626-9CFAAD64E922}" dt="2023-01-09T09:42:36.357" v="343" actId="26606"/>
          <ac:spMkLst>
            <pc:docMk/>
            <pc:sldMk cId="650777584" sldId="283"/>
            <ac:spMk id="2100" creationId="{F2B1468C-8227-4785-8776-7BDBDDF08F85}"/>
          </ac:spMkLst>
        </pc:spChg>
        <pc:spChg chg="add">
          <ac:chgData name="Pauline Smyth" userId="de5ce227-53e3-42c9-b7e0-2fb7785ba6f5" providerId="ADAL" clId="{C74FFAB2-C79C-4C52-8626-9CFAAD64E922}" dt="2023-01-09T09:42:36.483" v="344" actId="26606"/>
          <ac:spMkLst>
            <pc:docMk/>
            <pc:sldMk cId="650777584" sldId="283"/>
            <ac:spMk id="2102" creationId="{C2E4E997-8672-4FFD-B8EC-9932A8E4714B}"/>
          </ac:spMkLst>
        </pc:spChg>
        <pc:grpChg chg="add del">
          <ac:chgData name="Pauline Smyth" userId="de5ce227-53e3-42c9-b7e0-2fb7785ba6f5" providerId="ADAL" clId="{C74FFAB2-C79C-4C52-8626-9CFAAD64E922}" dt="2023-01-09T09:42:36.357" v="343" actId="26606"/>
          <ac:grpSpMkLst>
            <pc:docMk/>
            <pc:sldMk cId="650777584" sldId="283"/>
            <ac:grpSpMk id="2057" creationId="{96D34D8D-9EE9-4659-8C22-7551A95F96FA}"/>
          </ac:grpSpMkLst>
        </pc:grpChg>
        <pc:grpChg chg="add">
          <ac:chgData name="Pauline Smyth" userId="de5ce227-53e3-42c9-b7e0-2fb7785ba6f5" providerId="ADAL" clId="{C74FFAB2-C79C-4C52-8626-9CFAAD64E922}" dt="2023-01-09T09:42:36.483" v="344" actId="26606"/>
          <ac:grpSpMkLst>
            <pc:docMk/>
            <pc:sldMk cId="650777584" sldId="283"/>
            <ac:grpSpMk id="2059" creationId="{453E4DEE-E996-40F8-8635-0FF43D7348F9}"/>
          </ac:grpSpMkLst>
        </pc:grpChg>
        <pc:picChg chg="add mod">
          <ac:chgData name="Pauline Smyth" userId="de5ce227-53e3-42c9-b7e0-2fb7785ba6f5" providerId="ADAL" clId="{C74FFAB2-C79C-4C52-8626-9CFAAD64E922}" dt="2023-01-09T09:42:36.483" v="344" actId="26606"/>
          <ac:picMkLst>
            <pc:docMk/>
            <pc:sldMk cId="650777584" sldId="283"/>
            <ac:picMk id="2050" creationId="{4B536F4F-FEE8-78F7-D47C-E48A27DF953E}"/>
          </ac:picMkLst>
        </pc:picChg>
        <pc:picChg chg="add del">
          <ac:chgData name="Pauline Smyth" userId="de5ce227-53e3-42c9-b7e0-2fb7785ba6f5" providerId="ADAL" clId="{C74FFAB2-C79C-4C52-8626-9CFAAD64E922}" dt="2023-01-09T09:42:36.357" v="343" actId="26606"/>
          <ac:picMkLst>
            <pc:docMk/>
            <pc:sldMk cId="650777584" sldId="283"/>
            <ac:picMk id="2098" creationId="{2FB01CCF-839B-4126-9BF9-132C64D8A1AA}"/>
          </ac:picMkLst>
        </pc:picChg>
        <pc:picChg chg="add">
          <ac:chgData name="Pauline Smyth" userId="de5ce227-53e3-42c9-b7e0-2fb7785ba6f5" providerId="ADAL" clId="{C74FFAB2-C79C-4C52-8626-9CFAAD64E922}" dt="2023-01-09T09:42:36.483" v="344" actId="26606"/>
          <ac:picMkLst>
            <pc:docMk/>
            <pc:sldMk cId="650777584" sldId="283"/>
            <ac:picMk id="2103" creationId="{FE6BA9E6-1D9E-4D30-B528-D49FA1342E4E}"/>
          </ac:picMkLst>
        </pc:picChg>
      </pc:sldChg>
      <pc:sldChg chg="addSp delSp modSp mod">
        <pc:chgData name="Pauline Smyth" userId="de5ce227-53e3-42c9-b7e0-2fb7785ba6f5" providerId="ADAL" clId="{C74FFAB2-C79C-4C52-8626-9CFAAD64E922}" dt="2023-01-09T09:50:04.418" v="392" actId="1076"/>
        <pc:sldMkLst>
          <pc:docMk/>
          <pc:sldMk cId="4198862520" sldId="284"/>
        </pc:sldMkLst>
        <pc:spChg chg="mod">
          <ac:chgData name="Pauline Smyth" userId="de5ce227-53e3-42c9-b7e0-2fb7785ba6f5" providerId="ADAL" clId="{C74FFAB2-C79C-4C52-8626-9CFAAD64E922}" dt="2023-01-09T09:43:55.805" v="382" actId="20577"/>
          <ac:spMkLst>
            <pc:docMk/>
            <pc:sldMk cId="4198862520" sldId="284"/>
            <ac:spMk id="2" creationId="{E5BFCB2C-0F0E-4169-BA43-DB98346AFDDA}"/>
          </ac:spMkLst>
        </pc:spChg>
        <pc:spChg chg="mod">
          <ac:chgData name="Pauline Smyth" userId="de5ce227-53e3-42c9-b7e0-2fb7785ba6f5" providerId="ADAL" clId="{C74FFAB2-C79C-4C52-8626-9CFAAD64E922}" dt="2023-01-09T09:21:03.019" v="205" actId="207"/>
          <ac:spMkLst>
            <pc:docMk/>
            <pc:sldMk cId="4198862520" sldId="284"/>
            <ac:spMk id="3" creationId="{09C4E21D-6169-4B7E-B3CE-F5610B6E1475}"/>
          </ac:spMkLst>
        </pc:spChg>
        <pc:picChg chg="del">
          <ac:chgData name="Pauline Smyth" userId="de5ce227-53e3-42c9-b7e0-2fb7785ba6f5" providerId="ADAL" clId="{C74FFAB2-C79C-4C52-8626-9CFAAD64E922}" dt="2023-01-09T09:46:06.681" v="383" actId="478"/>
          <ac:picMkLst>
            <pc:docMk/>
            <pc:sldMk cId="4198862520" sldId="284"/>
            <ac:picMk id="5" creationId="{476EE0BB-8D9A-46D5-B191-E5861C3BFBDD}"/>
          </ac:picMkLst>
        </pc:picChg>
        <pc:picChg chg="add mod">
          <ac:chgData name="Pauline Smyth" userId="de5ce227-53e3-42c9-b7e0-2fb7785ba6f5" providerId="ADAL" clId="{C74FFAB2-C79C-4C52-8626-9CFAAD64E922}" dt="2023-01-09T09:49:45.622" v="389" actId="1076"/>
          <ac:picMkLst>
            <pc:docMk/>
            <pc:sldMk cId="4198862520" sldId="284"/>
            <ac:picMk id="3074" creationId="{0D0E5261-B5DE-4652-C0C0-836C64486E54}"/>
          </ac:picMkLst>
        </pc:picChg>
        <pc:picChg chg="add mod">
          <ac:chgData name="Pauline Smyth" userId="de5ce227-53e3-42c9-b7e0-2fb7785ba6f5" providerId="ADAL" clId="{C74FFAB2-C79C-4C52-8626-9CFAAD64E922}" dt="2023-01-09T09:50:04.418" v="392" actId="1076"/>
          <ac:picMkLst>
            <pc:docMk/>
            <pc:sldMk cId="4198862520" sldId="284"/>
            <ac:picMk id="3076" creationId="{390C252E-2F96-48ED-1954-E8AD7D194172}"/>
          </ac:picMkLst>
        </pc:picChg>
      </pc:sldChg>
      <pc:sldChg chg="modSp mod">
        <pc:chgData name="Pauline Smyth" userId="de5ce227-53e3-42c9-b7e0-2fb7785ba6f5" providerId="ADAL" clId="{C74FFAB2-C79C-4C52-8626-9CFAAD64E922}" dt="2023-01-15T13:27:11.310" v="539" actId="1076"/>
        <pc:sldMkLst>
          <pc:docMk/>
          <pc:sldMk cId="2215066733" sldId="290"/>
        </pc:sldMkLst>
        <pc:spChg chg="mod">
          <ac:chgData name="Pauline Smyth" userId="de5ce227-53e3-42c9-b7e0-2fb7785ba6f5" providerId="ADAL" clId="{C74FFAB2-C79C-4C52-8626-9CFAAD64E922}" dt="2023-01-15T13:27:11.310" v="539" actId="1076"/>
          <ac:spMkLst>
            <pc:docMk/>
            <pc:sldMk cId="2215066733" sldId="290"/>
            <ac:spMk id="3" creationId="{09C4E21D-6169-4B7E-B3CE-F5610B6E1475}"/>
          </ac:spMkLst>
        </pc:spChg>
      </pc:sldChg>
      <pc:sldChg chg="modSp mod">
        <pc:chgData name="Pauline Smyth" userId="de5ce227-53e3-42c9-b7e0-2fb7785ba6f5" providerId="ADAL" clId="{C74FFAB2-C79C-4C52-8626-9CFAAD64E922}" dt="2023-01-15T14:25:24.010" v="774" actId="207"/>
        <pc:sldMkLst>
          <pc:docMk/>
          <pc:sldMk cId="3962495852" sldId="291"/>
        </pc:sldMkLst>
        <pc:spChg chg="mod">
          <ac:chgData name="Pauline Smyth" userId="de5ce227-53e3-42c9-b7e0-2fb7785ba6f5" providerId="ADAL" clId="{C74FFAB2-C79C-4C52-8626-9CFAAD64E922}" dt="2023-01-15T14:25:24.010" v="774" actId="207"/>
          <ac:spMkLst>
            <pc:docMk/>
            <pc:sldMk cId="3962495852" sldId="291"/>
            <ac:spMk id="3" creationId="{09C4E21D-6169-4B7E-B3CE-F5610B6E1475}"/>
          </ac:spMkLst>
        </pc:spChg>
      </pc:sldChg>
      <pc:sldChg chg="modSp new mod">
        <pc:chgData name="Pauline Smyth" userId="de5ce227-53e3-42c9-b7e0-2fb7785ba6f5" providerId="ADAL" clId="{C74FFAB2-C79C-4C52-8626-9CFAAD64E922}" dt="2023-01-08T22:17:36.272" v="55" actId="20577"/>
        <pc:sldMkLst>
          <pc:docMk/>
          <pc:sldMk cId="2906174061" sldId="303"/>
        </pc:sldMkLst>
        <pc:spChg chg="mod">
          <ac:chgData name="Pauline Smyth" userId="de5ce227-53e3-42c9-b7e0-2fb7785ba6f5" providerId="ADAL" clId="{C74FFAB2-C79C-4C52-8626-9CFAAD64E922}" dt="2023-01-08T22:17:32.560" v="53" actId="20577"/>
          <ac:spMkLst>
            <pc:docMk/>
            <pc:sldMk cId="2906174061" sldId="303"/>
            <ac:spMk id="2" creationId="{40CDBA15-572A-ECEB-13B8-7F9633AD98FB}"/>
          </ac:spMkLst>
        </pc:spChg>
        <pc:spChg chg="mod">
          <ac:chgData name="Pauline Smyth" userId="de5ce227-53e3-42c9-b7e0-2fb7785ba6f5" providerId="ADAL" clId="{C74FFAB2-C79C-4C52-8626-9CFAAD64E922}" dt="2023-01-08T22:17:36.272" v="55" actId="20577"/>
          <ac:spMkLst>
            <pc:docMk/>
            <pc:sldMk cId="2906174061" sldId="303"/>
            <ac:spMk id="3" creationId="{5B33113F-20F4-6075-C3DE-9D17A697790F}"/>
          </ac:spMkLst>
        </pc:spChg>
      </pc:sldChg>
      <pc:sldChg chg="modSp add mod ord setBg">
        <pc:chgData name="Pauline Smyth" userId="de5ce227-53e3-42c9-b7e0-2fb7785ba6f5" providerId="ADAL" clId="{C74FFAB2-C79C-4C52-8626-9CFAAD64E922}" dt="2023-01-15T14:28:01.385" v="784"/>
        <pc:sldMkLst>
          <pc:docMk/>
          <pc:sldMk cId="723344306" sldId="304"/>
        </pc:sldMkLst>
        <pc:spChg chg="mod">
          <ac:chgData name="Pauline Smyth" userId="de5ce227-53e3-42c9-b7e0-2fb7785ba6f5" providerId="ADAL" clId="{C74FFAB2-C79C-4C52-8626-9CFAAD64E922}" dt="2023-01-09T09:23:32.817" v="215" actId="207"/>
          <ac:spMkLst>
            <pc:docMk/>
            <pc:sldMk cId="723344306" sldId="304"/>
            <ac:spMk id="11" creationId="{3A355978-0DBD-4357-943A-095E2ED82130}"/>
          </ac:spMkLst>
        </pc:spChg>
      </pc:sldChg>
      <pc:sldChg chg="addSp delSp modSp add del mod">
        <pc:chgData name="Pauline Smyth" userId="de5ce227-53e3-42c9-b7e0-2fb7785ba6f5" providerId="ADAL" clId="{C74FFAB2-C79C-4C52-8626-9CFAAD64E922}" dt="2023-01-09T09:18:42.688" v="203" actId="2696"/>
        <pc:sldMkLst>
          <pc:docMk/>
          <pc:sldMk cId="3554229100" sldId="304"/>
        </pc:sldMkLst>
        <pc:spChg chg="mod">
          <ac:chgData name="Pauline Smyth" userId="de5ce227-53e3-42c9-b7e0-2fb7785ba6f5" providerId="ADAL" clId="{C74FFAB2-C79C-4C52-8626-9CFAAD64E922}" dt="2023-01-08T22:34:24.358" v="172" actId="1076"/>
          <ac:spMkLst>
            <pc:docMk/>
            <pc:sldMk cId="3554229100" sldId="304"/>
            <ac:spMk id="2" creationId="{E5BFCB2C-0F0E-4169-BA43-DB98346AFDDA}"/>
          </ac:spMkLst>
        </pc:spChg>
        <pc:spChg chg="mod">
          <ac:chgData name="Pauline Smyth" userId="de5ce227-53e3-42c9-b7e0-2fb7785ba6f5" providerId="ADAL" clId="{C74FFAB2-C79C-4C52-8626-9CFAAD64E922}" dt="2023-01-08T22:34:59.259" v="176" actId="27636"/>
          <ac:spMkLst>
            <pc:docMk/>
            <pc:sldMk cId="3554229100" sldId="304"/>
            <ac:spMk id="11" creationId="{3A355978-0DBD-4357-943A-095E2ED82130}"/>
          </ac:spMkLst>
        </pc:spChg>
        <pc:spChg chg="add del">
          <ac:chgData name="Pauline Smyth" userId="de5ce227-53e3-42c9-b7e0-2fb7785ba6f5" providerId="ADAL" clId="{C74FFAB2-C79C-4C52-8626-9CFAAD64E922}" dt="2023-01-08T22:34:07.410" v="168" actId="26606"/>
          <ac:spMkLst>
            <pc:docMk/>
            <pc:sldMk cId="3554229100" sldId="304"/>
            <ac:spMk id="75" creationId="{C2E4E997-8672-4FFD-B8EC-9932A8E4714B}"/>
          </ac:spMkLst>
        </pc:spChg>
        <pc:grpChg chg="add del">
          <ac:chgData name="Pauline Smyth" userId="de5ce227-53e3-42c9-b7e0-2fb7785ba6f5" providerId="ADAL" clId="{C74FFAB2-C79C-4C52-8626-9CFAAD64E922}" dt="2023-01-08T22:34:07.410" v="168" actId="26606"/>
          <ac:grpSpMkLst>
            <pc:docMk/>
            <pc:sldMk cId="3554229100" sldId="304"/>
            <ac:grpSpMk id="79" creationId="{453E4DEE-E996-40F8-8635-0FF43D7348F9}"/>
          </ac:grpSpMkLst>
        </pc:grpChg>
        <pc:picChg chg="add del mod">
          <ac:chgData name="Pauline Smyth" userId="de5ce227-53e3-42c9-b7e0-2fb7785ba6f5" providerId="ADAL" clId="{C74FFAB2-C79C-4C52-8626-9CFAAD64E922}" dt="2023-01-08T22:33:12.526" v="163" actId="478"/>
          <ac:picMkLst>
            <pc:docMk/>
            <pc:sldMk cId="3554229100" sldId="304"/>
            <ac:picMk id="4" creationId="{B275D5C3-E51B-F938-0167-EDABDCEE21FD}"/>
          </ac:picMkLst>
        </pc:picChg>
        <pc:picChg chg="del">
          <ac:chgData name="Pauline Smyth" userId="de5ce227-53e3-42c9-b7e0-2fb7785ba6f5" providerId="ADAL" clId="{C74FFAB2-C79C-4C52-8626-9CFAAD64E922}" dt="2023-01-08T22:19:40.032" v="60" actId="478"/>
          <ac:picMkLst>
            <pc:docMk/>
            <pc:sldMk cId="3554229100" sldId="304"/>
            <ac:picMk id="5" creationId="{11FBFB65-D586-4093-B7E6-1929603E0073}"/>
          </ac:picMkLst>
        </pc:picChg>
        <pc:picChg chg="add mod">
          <ac:chgData name="Pauline Smyth" userId="de5ce227-53e3-42c9-b7e0-2fb7785ba6f5" providerId="ADAL" clId="{C74FFAB2-C79C-4C52-8626-9CFAAD64E922}" dt="2023-01-08T22:34:07.410" v="168" actId="26606"/>
          <ac:picMkLst>
            <pc:docMk/>
            <pc:sldMk cId="3554229100" sldId="304"/>
            <ac:picMk id="7" creationId="{B443B2DF-3526-6740-6799-B7402F851ADE}"/>
          </ac:picMkLst>
        </pc:picChg>
        <pc:picChg chg="add del">
          <ac:chgData name="Pauline Smyth" userId="de5ce227-53e3-42c9-b7e0-2fb7785ba6f5" providerId="ADAL" clId="{C74FFAB2-C79C-4C52-8626-9CFAAD64E922}" dt="2023-01-08T22:34:07.410" v="168" actId="26606"/>
          <ac:picMkLst>
            <pc:docMk/>
            <pc:sldMk cId="3554229100" sldId="304"/>
            <ac:picMk id="77" creationId="{FE6BA9E6-1D9E-4D30-B528-D49FA1342E4E}"/>
          </ac:picMkLst>
        </pc:picChg>
      </pc:sldChg>
      <pc:sldChg chg="modSp add del mod ord">
        <pc:chgData name="Pauline Smyth" userId="de5ce227-53e3-42c9-b7e0-2fb7785ba6f5" providerId="ADAL" clId="{C74FFAB2-C79C-4C52-8626-9CFAAD64E922}" dt="2023-01-09T09:18:42.688" v="203" actId="2696"/>
        <pc:sldMkLst>
          <pc:docMk/>
          <pc:sldMk cId="2185304551" sldId="305"/>
        </pc:sldMkLst>
        <pc:spChg chg="mod">
          <ac:chgData name="Pauline Smyth" userId="de5ce227-53e3-42c9-b7e0-2fb7785ba6f5" providerId="ADAL" clId="{C74FFAB2-C79C-4C52-8626-9CFAAD64E922}" dt="2023-01-08T22:31:47.546" v="155" actId="27636"/>
          <ac:spMkLst>
            <pc:docMk/>
            <pc:sldMk cId="2185304551" sldId="305"/>
            <ac:spMk id="2" creationId="{E5BFCB2C-0F0E-4169-BA43-DB98346AFDDA}"/>
          </ac:spMkLst>
        </pc:spChg>
        <pc:spChg chg="mod">
          <ac:chgData name="Pauline Smyth" userId="de5ce227-53e3-42c9-b7e0-2fb7785ba6f5" providerId="ADAL" clId="{C74FFAB2-C79C-4C52-8626-9CFAAD64E922}" dt="2023-01-08T22:34:50.747" v="174" actId="113"/>
          <ac:spMkLst>
            <pc:docMk/>
            <pc:sldMk cId="2185304551" sldId="305"/>
            <ac:spMk id="11" creationId="{3A355978-0DBD-4357-943A-095E2ED82130}"/>
          </ac:spMkLst>
        </pc:spChg>
      </pc:sldChg>
      <pc:sldChg chg="delSp modSp add mod setBg delDesignElem">
        <pc:chgData name="Pauline Smyth" userId="de5ce227-53e3-42c9-b7e0-2fb7785ba6f5" providerId="ADAL" clId="{C74FFAB2-C79C-4C52-8626-9CFAAD64E922}" dt="2023-01-09T09:22:59.079" v="211" actId="13926"/>
        <pc:sldMkLst>
          <pc:docMk/>
          <pc:sldMk cId="3125510906" sldId="305"/>
        </pc:sldMkLst>
        <pc:spChg chg="mod">
          <ac:chgData name="Pauline Smyth" userId="de5ce227-53e3-42c9-b7e0-2fb7785ba6f5" providerId="ADAL" clId="{C74FFAB2-C79C-4C52-8626-9CFAAD64E922}" dt="2023-01-09T09:22:59.079" v="211" actId="13926"/>
          <ac:spMkLst>
            <pc:docMk/>
            <pc:sldMk cId="3125510906" sldId="305"/>
            <ac:spMk id="11" creationId="{3A355978-0DBD-4357-943A-095E2ED82130}"/>
          </ac:spMkLst>
        </pc:spChg>
        <pc:spChg chg="del">
          <ac:chgData name="Pauline Smyth" userId="de5ce227-53e3-42c9-b7e0-2fb7785ba6f5" providerId="ADAL" clId="{C74FFAB2-C79C-4C52-8626-9CFAAD64E922}" dt="2023-01-09T09:22:26.808" v="207"/>
          <ac:spMkLst>
            <pc:docMk/>
            <pc:sldMk cId="3125510906" sldId="305"/>
            <ac:spMk id="75" creationId="{C2E4E997-8672-4FFD-B8EC-9932A8E4714B}"/>
          </ac:spMkLst>
        </pc:spChg>
        <pc:grpChg chg="del">
          <ac:chgData name="Pauline Smyth" userId="de5ce227-53e3-42c9-b7e0-2fb7785ba6f5" providerId="ADAL" clId="{C74FFAB2-C79C-4C52-8626-9CFAAD64E922}" dt="2023-01-09T09:22:26.808" v="207"/>
          <ac:grpSpMkLst>
            <pc:docMk/>
            <pc:sldMk cId="3125510906" sldId="305"/>
            <ac:grpSpMk id="79" creationId="{453E4DEE-E996-40F8-8635-0FF43D7348F9}"/>
          </ac:grpSpMkLst>
        </pc:grpChg>
        <pc:picChg chg="del">
          <ac:chgData name="Pauline Smyth" userId="de5ce227-53e3-42c9-b7e0-2fb7785ba6f5" providerId="ADAL" clId="{C74FFAB2-C79C-4C52-8626-9CFAAD64E922}" dt="2023-01-09T09:22:26.808" v="207"/>
          <ac:picMkLst>
            <pc:docMk/>
            <pc:sldMk cId="3125510906" sldId="305"/>
            <ac:picMk id="77" creationId="{FE6BA9E6-1D9E-4D30-B528-D49FA1342E4E}"/>
          </ac:picMkLst>
        </pc:picChg>
      </pc:sldChg>
      <pc:sldChg chg="addSp modSp new del mod ord setBg">
        <pc:chgData name="Pauline Smyth" userId="de5ce227-53e3-42c9-b7e0-2fb7785ba6f5" providerId="ADAL" clId="{C74FFAB2-C79C-4C52-8626-9CFAAD64E922}" dt="2023-01-09T09:18:42.688" v="203" actId="2696"/>
        <pc:sldMkLst>
          <pc:docMk/>
          <pc:sldMk cId="758046338" sldId="306"/>
        </pc:sldMkLst>
        <pc:spChg chg="mod">
          <ac:chgData name="Pauline Smyth" userId="de5ce227-53e3-42c9-b7e0-2fb7785ba6f5" providerId="ADAL" clId="{C74FFAB2-C79C-4C52-8626-9CFAAD64E922}" dt="2023-01-08T22:37:27.727" v="190" actId="26606"/>
          <ac:spMkLst>
            <pc:docMk/>
            <pc:sldMk cId="758046338" sldId="306"/>
            <ac:spMk id="2" creationId="{E7786A76-10D5-701A-C090-2865CB8183C2}"/>
          </ac:spMkLst>
        </pc:spChg>
        <pc:spChg chg="mod">
          <ac:chgData name="Pauline Smyth" userId="de5ce227-53e3-42c9-b7e0-2fb7785ba6f5" providerId="ADAL" clId="{C74FFAB2-C79C-4C52-8626-9CFAAD64E922}" dt="2023-01-08T22:37:52.035" v="196" actId="27636"/>
          <ac:spMkLst>
            <pc:docMk/>
            <pc:sldMk cId="758046338" sldId="306"/>
            <ac:spMk id="3" creationId="{6A6D24AA-46D0-20DD-DA10-E9442716C532}"/>
          </ac:spMkLst>
        </pc:spChg>
        <pc:picChg chg="add mod">
          <ac:chgData name="Pauline Smyth" userId="de5ce227-53e3-42c9-b7e0-2fb7785ba6f5" providerId="ADAL" clId="{C74FFAB2-C79C-4C52-8626-9CFAAD64E922}" dt="2023-01-08T22:37:38.436" v="194" actId="14100"/>
          <ac:picMkLst>
            <pc:docMk/>
            <pc:sldMk cId="758046338" sldId="306"/>
            <ac:picMk id="5" creationId="{F0EDAEEE-E7CC-981A-C2CE-3020A39FD485}"/>
          </ac:picMkLst>
        </pc:picChg>
      </pc:sldChg>
      <pc:sldChg chg="modSp add mod">
        <pc:chgData name="Pauline Smyth" userId="de5ce227-53e3-42c9-b7e0-2fb7785ba6f5" providerId="ADAL" clId="{C74FFAB2-C79C-4C52-8626-9CFAAD64E922}" dt="2023-01-15T14:31:30.232" v="989" actId="6549"/>
        <pc:sldMkLst>
          <pc:docMk/>
          <pc:sldMk cId="1241580959" sldId="306"/>
        </pc:sldMkLst>
        <pc:spChg chg="mod">
          <ac:chgData name="Pauline Smyth" userId="de5ce227-53e3-42c9-b7e0-2fb7785ba6f5" providerId="ADAL" clId="{C74FFAB2-C79C-4C52-8626-9CFAAD64E922}" dt="2023-01-15T14:31:30.232" v="989" actId="6549"/>
          <ac:spMkLst>
            <pc:docMk/>
            <pc:sldMk cId="1241580959" sldId="306"/>
            <ac:spMk id="3" creationId="{6A6D24AA-46D0-20DD-DA10-E9442716C532}"/>
          </ac:spMkLst>
        </pc:spChg>
      </pc:sldChg>
      <pc:sldChg chg="add">
        <pc:chgData name="Pauline Smyth" userId="de5ce227-53e3-42c9-b7e0-2fb7785ba6f5" providerId="ADAL" clId="{C74FFAB2-C79C-4C52-8626-9CFAAD64E922}" dt="2023-01-09T09:32:05.077" v="223" actId="2890"/>
        <pc:sldMkLst>
          <pc:docMk/>
          <pc:sldMk cId="2073609736" sldId="307"/>
        </pc:sldMkLst>
      </pc:sldChg>
      <pc:sldChg chg="new del ord">
        <pc:chgData name="Pauline Smyth" userId="de5ce227-53e3-42c9-b7e0-2fb7785ba6f5" providerId="ADAL" clId="{C74FFAB2-C79C-4C52-8626-9CFAAD64E922}" dt="2023-01-09T09:31:57.890" v="222" actId="680"/>
        <pc:sldMkLst>
          <pc:docMk/>
          <pc:sldMk cId="3690278708" sldId="307"/>
        </pc:sldMkLst>
      </pc:sldChg>
      <pc:sldChg chg="delSp modSp add mod">
        <pc:chgData name="Pauline Smyth" userId="de5ce227-53e3-42c9-b7e0-2fb7785ba6f5" providerId="ADAL" clId="{C74FFAB2-C79C-4C52-8626-9CFAAD64E922}" dt="2023-01-15T14:34:47.174" v="1029" actId="14100"/>
        <pc:sldMkLst>
          <pc:docMk/>
          <pc:sldMk cId="1658365979" sldId="308"/>
        </pc:sldMkLst>
        <pc:spChg chg="mod">
          <ac:chgData name="Pauline Smyth" userId="de5ce227-53e3-42c9-b7e0-2fb7785ba6f5" providerId="ADAL" clId="{C74FFAB2-C79C-4C52-8626-9CFAAD64E922}" dt="2023-01-15T14:34:47.174" v="1029" actId="14100"/>
          <ac:spMkLst>
            <pc:docMk/>
            <pc:sldMk cId="1658365979" sldId="308"/>
            <ac:spMk id="2" creationId="{E5BFCB2C-0F0E-4169-BA43-DB98346AFDDA}"/>
          </ac:spMkLst>
        </pc:spChg>
        <pc:spChg chg="mod">
          <ac:chgData name="Pauline Smyth" userId="de5ce227-53e3-42c9-b7e0-2fb7785ba6f5" providerId="ADAL" clId="{C74FFAB2-C79C-4C52-8626-9CFAAD64E922}" dt="2023-01-15T14:34:08.221" v="992" actId="20577"/>
          <ac:spMkLst>
            <pc:docMk/>
            <pc:sldMk cId="1658365979" sldId="308"/>
            <ac:spMk id="11" creationId="{3A355978-0DBD-4357-943A-095E2ED82130}"/>
          </ac:spMkLst>
        </pc:spChg>
        <pc:picChg chg="del">
          <ac:chgData name="Pauline Smyth" userId="de5ce227-53e3-42c9-b7e0-2fb7785ba6f5" providerId="ADAL" clId="{C74FFAB2-C79C-4C52-8626-9CFAAD64E922}" dt="2023-01-15T14:34:10.850" v="993" actId="478"/>
          <ac:picMkLst>
            <pc:docMk/>
            <pc:sldMk cId="1658365979" sldId="308"/>
            <ac:picMk id="7" creationId="{B443B2DF-3526-6740-6799-B7402F851ADE}"/>
          </ac:picMkLst>
        </pc:picChg>
      </pc:sldChg>
    </pc:docChg>
  </pc:docChgLst>
  <pc:docChgLst>
    <pc:chgData name="Pauline Smyth" userId="de5ce227-53e3-42c9-b7e0-2fb7785ba6f5" providerId="ADAL" clId="{A1C74391-6C66-496C-BE69-49E98BA6C187}"/>
    <pc:docChg chg="undo custSel addSld delSld modSld">
      <pc:chgData name="Pauline Smyth" userId="de5ce227-53e3-42c9-b7e0-2fb7785ba6f5" providerId="ADAL" clId="{A1C74391-6C66-496C-BE69-49E98BA6C187}" dt="2024-09-06T09:36:20.527" v="142" actId="20577"/>
      <pc:docMkLst>
        <pc:docMk/>
      </pc:docMkLst>
      <pc:sldChg chg="modSp mod">
        <pc:chgData name="Pauline Smyth" userId="de5ce227-53e3-42c9-b7e0-2fb7785ba6f5" providerId="ADAL" clId="{A1C74391-6C66-496C-BE69-49E98BA6C187}" dt="2024-09-06T08:57:15.049" v="7" actId="6549"/>
        <pc:sldMkLst>
          <pc:docMk/>
          <pc:sldMk cId="1344736394" sldId="257"/>
        </pc:sldMkLst>
        <pc:spChg chg="mod">
          <ac:chgData name="Pauline Smyth" userId="de5ce227-53e3-42c9-b7e0-2fb7785ba6f5" providerId="ADAL" clId="{A1C74391-6C66-496C-BE69-49E98BA6C187}" dt="2024-09-06T08:41:33.970" v="2" actId="20577"/>
          <ac:spMkLst>
            <pc:docMk/>
            <pc:sldMk cId="1344736394" sldId="257"/>
            <ac:spMk id="2" creationId="{E5BFCB2C-0F0E-4169-BA43-DB98346AFDDA}"/>
          </ac:spMkLst>
        </pc:spChg>
        <pc:spChg chg="mod">
          <ac:chgData name="Pauline Smyth" userId="de5ce227-53e3-42c9-b7e0-2fb7785ba6f5" providerId="ADAL" clId="{A1C74391-6C66-496C-BE69-49E98BA6C187}" dt="2024-09-06T08:57:15.049" v="7" actId="6549"/>
          <ac:spMkLst>
            <pc:docMk/>
            <pc:sldMk cId="1344736394" sldId="257"/>
            <ac:spMk id="3" creationId="{09C4E21D-6169-4B7E-B3CE-F5610B6E1475}"/>
          </ac:spMkLst>
        </pc:spChg>
      </pc:sldChg>
      <pc:sldChg chg="modSp mod">
        <pc:chgData name="Pauline Smyth" userId="de5ce227-53e3-42c9-b7e0-2fb7785ba6f5" providerId="ADAL" clId="{A1C74391-6C66-496C-BE69-49E98BA6C187}" dt="2024-09-06T09:03:26.177" v="16" actId="6549"/>
        <pc:sldMkLst>
          <pc:docMk/>
          <pc:sldMk cId="3472791" sldId="262"/>
        </pc:sldMkLst>
        <pc:spChg chg="mod">
          <ac:chgData name="Pauline Smyth" userId="de5ce227-53e3-42c9-b7e0-2fb7785ba6f5" providerId="ADAL" clId="{A1C74391-6C66-496C-BE69-49E98BA6C187}" dt="2024-09-06T09:03:26.177" v="16" actId="6549"/>
          <ac:spMkLst>
            <pc:docMk/>
            <pc:sldMk cId="3472791" sldId="262"/>
            <ac:spMk id="7" creationId="{D469C9A3-7DC1-41FB-B9AE-47F7EF0B2A21}"/>
          </ac:spMkLst>
        </pc:spChg>
      </pc:sldChg>
      <pc:sldChg chg="modSp mod">
        <pc:chgData name="Pauline Smyth" userId="de5ce227-53e3-42c9-b7e0-2fb7785ba6f5" providerId="ADAL" clId="{A1C74391-6C66-496C-BE69-49E98BA6C187}" dt="2024-09-06T09:00:03.443" v="10" actId="207"/>
        <pc:sldMkLst>
          <pc:docMk/>
          <pc:sldMk cId="4233950210" sldId="268"/>
        </pc:sldMkLst>
        <pc:spChg chg="mod">
          <ac:chgData name="Pauline Smyth" userId="de5ce227-53e3-42c9-b7e0-2fb7785ba6f5" providerId="ADAL" clId="{A1C74391-6C66-496C-BE69-49E98BA6C187}" dt="2024-09-06T09:00:03.443" v="10" actId="207"/>
          <ac:spMkLst>
            <pc:docMk/>
            <pc:sldMk cId="4233950210" sldId="268"/>
            <ac:spMk id="4" creationId="{E8D31B32-C147-454B-A71F-F151872C8A9D}"/>
          </ac:spMkLst>
        </pc:spChg>
      </pc:sldChg>
      <pc:sldChg chg="modSp mod">
        <pc:chgData name="Pauline Smyth" userId="de5ce227-53e3-42c9-b7e0-2fb7785ba6f5" providerId="ADAL" clId="{A1C74391-6C66-496C-BE69-49E98BA6C187}" dt="2024-09-06T09:01:11.803" v="15" actId="27636"/>
        <pc:sldMkLst>
          <pc:docMk/>
          <pc:sldMk cId="3232376898" sldId="269"/>
        </pc:sldMkLst>
        <pc:spChg chg="mod">
          <ac:chgData name="Pauline Smyth" userId="de5ce227-53e3-42c9-b7e0-2fb7785ba6f5" providerId="ADAL" clId="{A1C74391-6C66-496C-BE69-49E98BA6C187}" dt="2024-09-06T09:01:11.803" v="15" actId="27636"/>
          <ac:spMkLst>
            <pc:docMk/>
            <pc:sldMk cId="3232376898" sldId="269"/>
            <ac:spMk id="11" creationId="{3A355978-0DBD-4357-943A-095E2ED82130}"/>
          </ac:spMkLst>
        </pc:spChg>
      </pc:sldChg>
      <pc:sldChg chg="del">
        <pc:chgData name="Pauline Smyth" userId="de5ce227-53e3-42c9-b7e0-2fb7785ba6f5" providerId="ADAL" clId="{A1C74391-6C66-496C-BE69-49E98BA6C187}" dt="2024-09-06T08:57:28.048" v="8" actId="47"/>
        <pc:sldMkLst>
          <pc:docMk/>
          <pc:sldMk cId="3367765804" sldId="271"/>
        </pc:sldMkLst>
      </pc:sldChg>
      <pc:sldChg chg="modSp mod">
        <pc:chgData name="Pauline Smyth" userId="de5ce227-53e3-42c9-b7e0-2fb7785ba6f5" providerId="ADAL" clId="{A1C74391-6C66-496C-BE69-49E98BA6C187}" dt="2024-09-06T09:07:34.845" v="20" actId="207"/>
        <pc:sldMkLst>
          <pc:docMk/>
          <pc:sldMk cId="3356115077" sldId="285"/>
        </pc:sldMkLst>
        <pc:spChg chg="mod">
          <ac:chgData name="Pauline Smyth" userId="de5ce227-53e3-42c9-b7e0-2fb7785ba6f5" providerId="ADAL" clId="{A1C74391-6C66-496C-BE69-49E98BA6C187}" dt="2024-09-06T09:07:34.845" v="20" actId="207"/>
          <ac:spMkLst>
            <pc:docMk/>
            <pc:sldMk cId="3356115077" sldId="285"/>
            <ac:spMk id="3" creationId="{09C4E21D-6169-4B7E-B3CE-F5610B6E1475}"/>
          </ac:spMkLst>
        </pc:spChg>
      </pc:sldChg>
      <pc:sldChg chg="del">
        <pc:chgData name="Pauline Smyth" userId="de5ce227-53e3-42c9-b7e0-2fb7785ba6f5" providerId="ADAL" clId="{A1C74391-6C66-496C-BE69-49E98BA6C187}" dt="2024-09-06T09:13:24.350" v="106" actId="47"/>
        <pc:sldMkLst>
          <pc:docMk/>
          <pc:sldMk cId="1359015083" sldId="288"/>
        </pc:sldMkLst>
      </pc:sldChg>
      <pc:sldChg chg="modSp mod">
        <pc:chgData name="Pauline Smyth" userId="de5ce227-53e3-42c9-b7e0-2fb7785ba6f5" providerId="ADAL" clId="{A1C74391-6C66-496C-BE69-49E98BA6C187}" dt="2024-09-06T09:12:26.310" v="102" actId="20577"/>
        <pc:sldMkLst>
          <pc:docMk/>
          <pc:sldMk cId="3199340912" sldId="300"/>
        </pc:sldMkLst>
        <pc:spChg chg="mod">
          <ac:chgData name="Pauline Smyth" userId="de5ce227-53e3-42c9-b7e0-2fb7785ba6f5" providerId="ADAL" clId="{A1C74391-6C66-496C-BE69-49E98BA6C187}" dt="2024-09-06T09:12:26.310" v="102" actId="20577"/>
          <ac:spMkLst>
            <pc:docMk/>
            <pc:sldMk cId="3199340912" sldId="300"/>
            <ac:spMk id="3" creationId="{09C4E21D-6169-4B7E-B3CE-F5610B6E1475}"/>
          </ac:spMkLst>
        </pc:spChg>
      </pc:sldChg>
      <pc:sldChg chg="modSp mod">
        <pc:chgData name="Pauline Smyth" userId="de5ce227-53e3-42c9-b7e0-2fb7785ba6f5" providerId="ADAL" clId="{A1C74391-6C66-496C-BE69-49E98BA6C187}" dt="2024-09-06T09:13:01.163" v="104" actId="27636"/>
        <pc:sldMkLst>
          <pc:docMk/>
          <pc:sldMk cId="748603827" sldId="301"/>
        </pc:sldMkLst>
        <pc:spChg chg="mod">
          <ac:chgData name="Pauline Smyth" userId="de5ce227-53e3-42c9-b7e0-2fb7785ba6f5" providerId="ADAL" clId="{A1C74391-6C66-496C-BE69-49E98BA6C187}" dt="2024-09-06T09:13:01.163" v="104" actId="27636"/>
          <ac:spMkLst>
            <pc:docMk/>
            <pc:sldMk cId="748603827" sldId="301"/>
            <ac:spMk id="3" creationId="{09C4E21D-6169-4B7E-B3CE-F5610B6E1475}"/>
          </ac:spMkLst>
        </pc:spChg>
      </pc:sldChg>
      <pc:sldChg chg="del">
        <pc:chgData name="Pauline Smyth" userId="de5ce227-53e3-42c9-b7e0-2fb7785ba6f5" providerId="ADAL" clId="{A1C74391-6C66-496C-BE69-49E98BA6C187}" dt="2024-09-06T09:13:16.234" v="105" actId="47"/>
        <pc:sldMkLst>
          <pc:docMk/>
          <pc:sldMk cId="1081878833" sldId="302"/>
        </pc:sldMkLst>
      </pc:sldChg>
      <pc:sldChg chg="modSp mod">
        <pc:chgData name="Pauline Smyth" userId="de5ce227-53e3-42c9-b7e0-2fb7785ba6f5" providerId="ADAL" clId="{A1C74391-6C66-496C-BE69-49E98BA6C187}" dt="2024-09-06T09:33:58.981" v="107"/>
        <pc:sldMkLst>
          <pc:docMk/>
          <pc:sldMk cId="1241580959" sldId="306"/>
        </pc:sldMkLst>
        <pc:spChg chg="mod">
          <ac:chgData name="Pauline Smyth" userId="de5ce227-53e3-42c9-b7e0-2fb7785ba6f5" providerId="ADAL" clId="{A1C74391-6C66-496C-BE69-49E98BA6C187}" dt="2024-09-06T09:33:58.981" v="107"/>
          <ac:spMkLst>
            <pc:docMk/>
            <pc:sldMk cId="1241580959" sldId="306"/>
            <ac:spMk id="3" creationId="{6A6D24AA-46D0-20DD-DA10-E9442716C532}"/>
          </ac:spMkLst>
        </pc:spChg>
      </pc:sldChg>
      <pc:sldChg chg="modSp add mod">
        <pc:chgData name="Pauline Smyth" userId="de5ce227-53e3-42c9-b7e0-2fb7785ba6f5" providerId="ADAL" clId="{A1C74391-6C66-496C-BE69-49E98BA6C187}" dt="2024-09-06T09:36:20.527" v="142" actId="20577"/>
        <pc:sldMkLst>
          <pc:docMk/>
          <pc:sldMk cId="1838038836" sldId="313"/>
        </pc:sldMkLst>
        <pc:spChg chg="mod">
          <ac:chgData name="Pauline Smyth" userId="de5ce227-53e3-42c9-b7e0-2fb7785ba6f5" providerId="ADAL" clId="{A1C74391-6C66-496C-BE69-49E98BA6C187}" dt="2024-09-06T09:36:14.815" v="140" actId="20577"/>
          <ac:spMkLst>
            <pc:docMk/>
            <pc:sldMk cId="1838038836" sldId="313"/>
            <ac:spMk id="2" creationId="{E5BFCB2C-0F0E-4169-BA43-DB98346AFDDA}"/>
          </ac:spMkLst>
        </pc:spChg>
        <pc:spChg chg="mod">
          <ac:chgData name="Pauline Smyth" userId="de5ce227-53e3-42c9-b7e0-2fb7785ba6f5" providerId="ADAL" clId="{A1C74391-6C66-496C-BE69-49E98BA6C187}" dt="2024-09-06T09:36:20.527" v="142" actId="20577"/>
          <ac:spMkLst>
            <pc:docMk/>
            <pc:sldMk cId="1838038836" sldId="313"/>
            <ac:spMk id="3" creationId="{09C4E21D-6169-4B7E-B3CE-F5610B6E1475}"/>
          </ac:spMkLst>
        </pc:spChg>
      </pc:sldChg>
    </pc:docChg>
  </pc:docChgLst>
  <pc:docChgLst>
    <pc:chgData name="Pauline Smyth" userId="de5ce227-53e3-42c9-b7e0-2fb7785ba6f5" providerId="ADAL" clId="{34437D28-B46A-4067-A20D-CFC8CEDB46C5}"/>
    <pc:docChg chg="undo redo custSel addSld delSld modSld">
      <pc:chgData name="Pauline Smyth" userId="de5ce227-53e3-42c9-b7e0-2fb7785ba6f5" providerId="ADAL" clId="{34437D28-B46A-4067-A20D-CFC8CEDB46C5}" dt="2021-11-11T06:47:57.097" v="11869" actId="20577"/>
      <pc:docMkLst>
        <pc:docMk/>
      </pc:docMkLst>
      <pc:sldChg chg="modSp mod">
        <pc:chgData name="Pauline Smyth" userId="de5ce227-53e3-42c9-b7e0-2fb7785ba6f5" providerId="ADAL" clId="{34437D28-B46A-4067-A20D-CFC8CEDB46C5}" dt="2021-11-01T11:10:33.445" v="467" actId="20577"/>
        <pc:sldMkLst>
          <pc:docMk/>
          <pc:sldMk cId="944219556" sldId="259"/>
        </pc:sldMkLst>
        <pc:spChg chg="mod">
          <ac:chgData name="Pauline Smyth" userId="de5ce227-53e3-42c9-b7e0-2fb7785ba6f5" providerId="ADAL" clId="{34437D28-B46A-4067-A20D-CFC8CEDB46C5}" dt="2021-11-01T11:10:33.445" v="467" actId="20577"/>
          <ac:spMkLst>
            <pc:docMk/>
            <pc:sldMk cId="944219556" sldId="259"/>
            <ac:spMk id="3" creationId="{09C4E21D-6169-4B7E-B3CE-F5610B6E1475}"/>
          </ac:spMkLst>
        </pc:spChg>
      </pc:sldChg>
      <pc:sldChg chg="modSp mod">
        <pc:chgData name="Pauline Smyth" userId="de5ce227-53e3-42c9-b7e0-2fb7785ba6f5" providerId="ADAL" clId="{34437D28-B46A-4067-A20D-CFC8CEDB46C5}" dt="2021-11-02T09:55:58.033" v="2010" actId="2710"/>
        <pc:sldMkLst>
          <pc:docMk/>
          <pc:sldMk cId="788612998" sldId="266"/>
        </pc:sldMkLst>
        <pc:spChg chg="mod">
          <ac:chgData name="Pauline Smyth" userId="de5ce227-53e3-42c9-b7e0-2fb7785ba6f5" providerId="ADAL" clId="{34437D28-B46A-4067-A20D-CFC8CEDB46C5}" dt="2021-11-02T09:51:20.127" v="1794" actId="20577"/>
          <ac:spMkLst>
            <pc:docMk/>
            <pc:sldMk cId="788612998" sldId="266"/>
            <ac:spMk id="2" creationId="{E5BFCB2C-0F0E-4169-BA43-DB98346AFDDA}"/>
          </ac:spMkLst>
        </pc:spChg>
        <pc:spChg chg="mod">
          <ac:chgData name="Pauline Smyth" userId="de5ce227-53e3-42c9-b7e0-2fb7785ba6f5" providerId="ADAL" clId="{34437D28-B46A-4067-A20D-CFC8CEDB46C5}" dt="2021-11-02T09:55:58.033" v="2010" actId="2710"/>
          <ac:spMkLst>
            <pc:docMk/>
            <pc:sldMk cId="788612998" sldId="266"/>
            <ac:spMk id="3" creationId="{09C4E21D-6169-4B7E-B3CE-F5610B6E1475}"/>
          </ac:spMkLst>
        </pc:spChg>
      </pc:sldChg>
      <pc:sldChg chg="modSp">
        <pc:chgData name="Pauline Smyth" userId="de5ce227-53e3-42c9-b7e0-2fb7785ba6f5" providerId="ADAL" clId="{34437D28-B46A-4067-A20D-CFC8CEDB46C5}" dt="2021-11-04T10:45:00.415" v="8246" actId="20577"/>
        <pc:sldMkLst>
          <pc:docMk/>
          <pc:sldMk cId="1783488795" sldId="267"/>
        </pc:sldMkLst>
        <pc:spChg chg="mod">
          <ac:chgData name="Pauline Smyth" userId="de5ce227-53e3-42c9-b7e0-2fb7785ba6f5" providerId="ADAL" clId="{34437D28-B46A-4067-A20D-CFC8CEDB46C5}" dt="2021-11-04T10:45:00.415" v="8246" actId="20577"/>
          <ac:spMkLst>
            <pc:docMk/>
            <pc:sldMk cId="1783488795" sldId="267"/>
            <ac:spMk id="4" creationId="{E8D31B32-C147-454B-A71F-F151872C8A9D}"/>
          </ac:spMkLst>
        </pc:spChg>
      </pc:sldChg>
      <pc:sldChg chg="addSp modSp add mod">
        <pc:chgData name="Pauline Smyth" userId="de5ce227-53e3-42c9-b7e0-2fb7785ba6f5" providerId="ADAL" clId="{34437D28-B46A-4067-A20D-CFC8CEDB46C5}" dt="2021-11-01T10:40:05.991" v="2" actId="14100"/>
        <pc:sldMkLst>
          <pc:docMk/>
          <pc:sldMk cId="1650179436" sldId="270"/>
        </pc:sldMkLst>
        <pc:picChg chg="add mod">
          <ac:chgData name="Pauline Smyth" userId="de5ce227-53e3-42c9-b7e0-2fb7785ba6f5" providerId="ADAL" clId="{34437D28-B46A-4067-A20D-CFC8CEDB46C5}" dt="2021-11-01T10:40:05.991" v="2" actId="14100"/>
          <ac:picMkLst>
            <pc:docMk/>
            <pc:sldMk cId="1650179436" sldId="270"/>
            <ac:picMk id="5" creationId="{FED460AD-DF25-4C8A-BFAC-C15E520BDD45}"/>
          </ac:picMkLst>
        </pc:picChg>
      </pc:sldChg>
      <pc:sldChg chg="modSp add mod">
        <pc:chgData name="Pauline Smyth" userId="de5ce227-53e3-42c9-b7e0-2fb7785ba6f5" providerId="ADAL" clId="{34437D28-B46A-4067-A20D-CFC8CEDB46C5}" dt="2021-11-01T11:30:34.086" v="724" actId="20577"/>
        <pc:sldMkLst>
          <pc:docMk/>
          <pc:sldMk cId="3367765804" sldId="271"/>
        </pc:sldMkLst>
        <pc:spChg chg="mod">
          <ac:chgData name="Pauline Smyth" userId="de5ce227-53e3-42c9-b7e0-2fb7785ba6f5" providerId="ADAL" clId="{34437D28-B46A-4067-A20D-CFC8CEDB46C5}" dt="2021-11-01T11:27:59.031" v="491" actId="20577"/>
          <ac:spMkLst>
            <pc:docMk/>
            <pc:sldMk cId="3367765804" sldId="271"/>
            <ac:spMk id="2" creationId="{E5BFCB2C-0F0E-4169-BA43-DB98346AFDDA}"/>
          </ac:spMkLst>
        </pc:spChg>
        <pc:spChg chg="mod">
          <ac:chgData name="Pauline Smyth" userId="de5ce227-53e3-42c9-b7e0-2fb7785ba6f5" providerId="ADAL" clId="{34437D28-B46A-4067-A20D-CFC8CEDB46C5}" dt="2021-11-01T11:30:34.086" v="724" actId="20577"/>
          <ac:spMkLst>
            <pc:docMk/>
            <pc:sldMk cId="3367765804" sldId="271"/>
            <ac:spMk id="3" creationId="{09C4E21D-6169-4B7E-B3CE-F5610B6E1475}"/>
          </ac:spMkLst>
        </pc:spChg>
      </pc:sldChg>
      <pc:sldChg chg="modSp add mod">
        <pc:chgData name="Pauline Smyth" userId="de5ce227-53e3-42c9-b7e0-2fb7785ba6f5" providerId="ADAL" clId="{34437D28-B46A-4067-A20D-CFC8CEDB46C5}" dt="2021-11-01T11:34:33.930" v="1019" actId="20577"/>
        <pc:sldMkLst>
          <pc:docMk/>
          <pc:sldMk cId="4080994651" sldId="272"/>
        </pc:sldMkLst>
        <pc:spChg chg="mod">
          <ac:chgData name="Pauline Smyth" userId="de5ce227-53e3-42c9-b7e0-2fb7785ba6f5" providerId="ADAL" clId="{34437D28-B46A-4067-A20D-CFC8CEDB46C5}" dt="2021-11-01T11:30:59.130" v="748" actId="20577"/>
          <ac:spMkLst>
            <pc:docMk/>
            <pc:sldMk cId="4080994651" sldId="272"/>
            <ac:spMk id="2" creationId="{E5BFCB2C-0F0E-4169-BA43-DB98346AFDDA}"/>
          </ac:spMkLst>
        </pc:spChg>
        <pc:spChg chg="mod">
          <ac:chgData name="Pauline Smyth" userId="de5ce227-53e3-42c9-b7e0-2fb7785ba6f5" providerId="ADAL" clId="{34437D28-B46A-4067-A20D-CFC8CEDB46C5}" dt="2021-11-01T11:34:33.930" v="1019" actId="20577"/>
          <ac:spMkLst>
            <pc:docMk/>
            <pc:sldMk cId="4080994651" sldId="272"/>
            <ac:spMk id="3" creationId="{09C4E21D-6169-4B7E-B3CE-F5610B6E1475}"/>
          </ac:spMkLst>
        </pc:spChg>
      </pc:sldChg>
      <pc:sldChg chg="addSp modSp add mod">
        <pc:chgData name="Pauline Smyth" userId="de5ce227-53e3-42c9-b7e0-2fb7785ba6f5" providerId="ADAL" clId="{34437D28-B46A-4067-A20D-CFC8CEDB46C5}" dt="2021-11-01T11:39:39.389" v="1206" actId="6549"/>
        <pc:sldMkLst>
          <pc:docMk/>
          <pc:sldMk cId="1319962816" sldId="273"/>
        </pc:sldMkLst>
        <pc:spChg chg="mod">
          <ac:chgData name="Pauline Smyth" userId="de5ce227-53e3-42c9-b7e0-2fb7785ba6f5" providerId="ADAL" clId="{34437D28-B46A-4067-A20D-CFC8CEDB46C5}" dt="2021-11-01T11:35:51.923" v="1037" actId="20577"/>
          <ac:spMkLst>
            <pc:docMk/>
            <pc:sldMk cId="1319962816" sldId="273"/>
            <ac:spMk id="2" creationId="{E5BFCB2C-0F0E-4169-BA43-DB98346AFDDA}"/>
          </ac:spMkLst>
        </pc:spChg>
        <pc:spChg chg="mod">
          <ac:chgData name="Pauline Smyth" userId="de5ce227-53e3-42c9-b7e0-2fb7785ba6f5" providerId="ADAL" clId="{34437D28-B46A-4067-A20D-CFC8CEDB46C5}" dt="2021-11-01T11:39:39.389" v="1206" actId="6549"/>
          <ac:spMkLst>
            <pc:docMk/>
            <pc:sldMk cId="1319962816" sldId="273"/>
            <ac:spMk id="3" creationId="{09C4E21D-6169-4B7E-B3CE-F5610B6E1475}"/>
          </ac:spMkLst>
        </pc:spChg>
        <pc:picChg chg="add mod">
          <ac:chgData name="Pauline Smyth" userId="de5ce227-53e3-42c9-b7e0-2fb7785ba6f5" providerId="ADAL" clId="{34437D28-B46A-4067-A20D-CFC8CEDB46C5}" dt="2021-11-01T11:39:29.048" v="1197" actId="1076"/>
          <ac:picMkLst>
            <pc:docMk/>
            <pc:sldMk cId="1319962816" sldId="273"/>
            <ac:picMk id="5" creationId="{5BD956D6-493C-4BB4-864D-F990D44DE271}"/>
          </ac:picMkLst>
        </pc:picChg>
        <pc:picChg chg="add mod">
          <ac:chgData name="Pauline Smyth" userId="de5ce227-53e3-42c9-b7e0-2fb7785ba6f5" providerId="ADAL" clId="{34437D28-B46A-4067-A20D-CFC8CEDB46C5}" dt="2021-11-01T11:38:12.153" v="1139" actId="1076"/>
          <ac:picMkLst>
            <pc:docMk/>
            <pc:sldMk cId="1319962816" sldId="273"/>
            <ac:picMk id="7" creationId="{40AC1D72-6979-4919-B3A9-16E2FB17F985}"/>
          </ac:picMkLst>
        </pc:picChg>
        <pc:picChg chg="add mod">
          <ac:chgData name="Pauline Smyth" userId="de5ce227-53e3-42c9-b7e0-2fb7785ba6f5" providerId="ADAL" clId="{34437D28-B46A-4067-A20D-CFC8CEDB46C5}" dt="2021-11-01T11:39:31.718" v="1198" actId="1076"/>
          <ac:picMkLst>
            <pc:docMk/>
            <pc:sldMk cId="1319962816" sldId="273"/>
            <ac:picMk id="9" creationId="{C88DB7E0-9034-4FED-97F5-7D7C88551E56}"/>
          </ac:picMkLst>
        </pc:picChg>
      </pc:sldChg>
      <pc:sldChg chg="addSp delSp modSp add mod">
        <pc:chgData name="Pauline Smyth" userId="de5ce227-53e3-42c9-b7e0-2fb7785ba6f5" providerId="ADAL" clId="{34437D28-B46A-4067-A20D-CFC8CEDB46C5}" dt="2021-11-01T11:44:06.445" v="1529" actId="1076"/>
        <pc:sldMkLst>
          <pc:docMk/>
          <pc:sldMk cId="3609291655" sldId="274"/>
        </pc:sldMkLst>
        <pc:spChg chg="mod">
          <ac:chgData name="Pauline Smyth" userId="de5ce227-53e3-42c9-b7e0-2fb7785ba6f5" providerId="ADAL" clId="{34437D28-B46A-4067-A20D-CFC8CEDB46C5}" dt="2021-11-01T11:39:58.852" v="1223" actId="20577"/>
          <ac:spMkLst>
            <pc:docMk/>
            <pc:sldMk cId="3609291655" sldId="274"/>
            <ac:spMk id="2" creationId="{E5BFCB2C-0F0E-4169-BA43-DB98346AFDDA}"/>
          </ac:spMkLst>
        </pc:spChg>
        <pc:spChg chg="mod">
          <ac:chgData name="Pauline Smyth" userId="de5ce227-53e3-42c9-b7e0-2fb7785ba6f5" providerId="ADAL" clId="{34437D28-B46A-4067-A20D-CFC8CEDB46C5}" dt="2021-11-01T11:44:02.441" v="1528" actId="20577"/>
          <ac:spMkLst>
            <pc:docMk/>
            <pc:sldMk cId="3609291655" sldId="274"/>
            <ac:spMk id="3" creationId="{09C4E21D-6169-4B7E-B3CE-F5610B6E1475}"/>
          </ac:spMkLst>
        </pc:spChg>
        <pc:picChg chg="del">
          <ac:chgData name="Pauline Smyth" userId="de5ce227-53e3-42c9-b7e0-2fb7785ba6f5" providerId="ADAL" clId="{34437D28-B46A-4067-A20D-CFC8CEDB46C5}" dt="2021-11-01T11:40:01.553" v="1224" actId="478"/>
          <ac:picMkLst>
            <pc:docMk/>
            <pc:sldMk cId="3609291655" sldId="274"/>
            <ac:picMk id="5" creationId="{5BD956D6-493C-4BB4-864D-F990D44DE271}"/>
          </ac:picMkLst>
        </pc:picChg>
        <pc:picChg chg="add mod">
          <ac:chgData name="Pauline Smyth" userId="de5ce227-53e3-42c9-b7e0-2fb7785ba6f5" providerId="ADAL" clId="{34437D28-B46A-4067-A20D-CFC8CEDB46C5}" dt="2021-11-01T11:44:06.445" v="1529" actId="1076"/>
          <ac:picMkLst>
            <pc:docMk/>
            <pc:sldMk cId="3609291655" sldId="274"/>
            <ac:picMk id="6" creationId="{5F81900B-3C96-4737-89EE-1E04C218D2C4}"/>
          </ac:picMkLst>
        </pc:picChg>
        <pc:picChg chg="del">
          <ac:chgData name="Pauline Smyth" userId="de5ce227-53e3-42c9-b7e0-2fb7785ba6f5" providerId="ADAL" clId="{34437D28-B46A-4067-A20D-CFC8CEDB46C5}" dt="2021-11-01T11:40:03.130" v="1225" actId="478"/>
          <ac:picMkLst>
            <pc:docMk/>
            <pc:sldMk cId="3609291655" sldId="274"/>
            <ac:picMk id="7" creationId="{40AC1D72-6979-4919-B3A9-16E2FB17F985}"/>
          </ac:picMkLst>
        </pc:picChg>
        <pc:picChg chg="del">
          <ac:chgData name="Pauline Smyth" userId="de5ce227-53e3-42c9-b7e0-2fb7785ba6f5" providerId="ADAL" clId="{34437D28-B46A-4067-A20D-CFC8CEDB46C5}" dt="2021-11-01T11:40:04.824" v="1226" actId="478"/>
          <ac:picMkLst>
            <pc:docMk/>
            <pc:sldMk cId="3609291655" sldId="274"/>
            <ac:picMk id="9" creationId="{C88DB7E0-9034-4FED-97F5-7D7C88551E56}"/>
          </ac:picMkLst>
        </pc:picChg>
      </pc:sldChg>
      <pc:sldChg chg="addSp delSp modSp add mod">
        <pc:chgData name="Pauline Smyth" userId="de5ce227-53e3-42c9-b7e0-2fb7785ba6f5" providerId="ADAL" clId="{34437D28-B46A-4067-A20D-CFC8CEDB46C5}" dt="2021-11-01T11:48:14.085" v="1754" actId="1076"/>
        <pc:sldMkLst>
          <pc:docMk/>
          <pc:sldMk cId="1636804029" sldId="275"/>
        </pc:sldMkLst>
        <pc:spChg chg="mod">
          <ac:chgData name="Pauline Smyth" userId="de5ce227-53e3-42c9-b7e0-2fb7785ba6f5" providerId="ADAL" clId="{34437D28-B46A-4067-A20D-CFC8CEDB46C5}" dt="2021-11-01T11:48:02.435" v="1750" actId="20577"/>
          <ac:spMkLst>
            <pc:docMk/>
            <pc:sldMk cId="1636804029" sldId="275"/>
            <ac:spMk id="3" creationId="{09C4E21D-6169-4B7E-B3CE-F5610B6E1475}"/>
          </ac:spMkLst>
        </pc:spChg>
        <pc:picChg chg="add mod">
          <ac:chgData name="Pauline Smyth" userId="de5ce227-53e3-42c9-b7e0-2fb7785ba6f5" providerId="ADAL" clId="{34437D28-B46A-4067-A20D-CFC8CEDB46C5}" dt="2021-11-01T11:48:14.085" v="1754" actId="1076"/>
          <ac:picMkLst>
            <pc:docMk/>
            <pc:sldMk cId="1636804029" sldId="275"/>
            <ac:picMk id="5" creationId="{B5A1D42E-B388-468C-BDAE-31755126C80D}"/>
          </ac:picMkLst>
        </pc:picChg>
        <pc:picChg chg="del">
          <ac:chgData name="Pauline Smyth" userId="de5ce227-53e3-42c9-b7e0-2fb7785ba6f5" providerId="ADAL" clId="{34437D28-B46A-4067-A20D-CFC8CEDB46C5}" dt="2021-11-01T11:44:16.390" v="1531" actId="478"/>
          <ac:picMkLst>
            <pc:docMk/>
            <pc:sldMk cId="1636804029" sldId="275"/>
            <ac:picMk id="6" creationId="{5F81900B-3C96-4737-89EE-1E04C218D2C4}"/>
          </ac:picMkLst>
        </pc:picChg>
      </pc:sldChg>
      <pc:sldChg chg="modSp add mod">
        <pc:chgData name="Pauline Smyth" userId="de5ce227-53e3-42c9-b7e0-2fb7785ba6f5" providerId="ADAL" clId="{34437D28-B46A-4067-A20D-CFC8CEDB46C5}" dt="2021-11-02T10:00:12.772" v="2207" actId="403"/>
        <pc:sldMkLst>
          <pc:docMk/>
          <pc:sldMk cId="2006120008" sldId="276"/>
        </pc:sldMkLst>
        <pc:spChg chg="mod">
          <ac:chgData name="Pauline Smyth" userId="de5ce227-53e3-42c9-b7e0-2fb7785ba6f5" providerId="ADAL" clId="{34437D28-B46A-4067-A20D-CFC8CEDB46C5}" dt="2021-11-02T10:00:12.772" v="2207" actId="403"/>
          <ac:spMkLst>
            <pc:docMk/>
            <pc:sldMk cId="2006120008" sldId="276"/>
            <ac:spMk id="3" creationId="{09C4E21D-6169-4B7E-B3CE-F5610B6E1475}"/>
          </ac:spMkLst>
        </pc:spChg>
      </pc:sldChg>
      <pc:sldChg chg="modSp add mod">
        <pc:chgData name="Pauline Smyth" userId="de5ce227-53e3-42c9-b7e0-2fb7785ba6f5" providerId="ADAL" clId="{34437D28-B46A-4067-A20D-CFC8CEDB46C5}" dt="2021-11-02T10:05:24.475" v="2701" actId="20577"/>
        <pc:sldMkLst>
          <pc:docMk/>
          <pc:sldMk cId="439110548" sldId="277"/>
        </pc:sldMkLst>
        <pc:spChg chg="mod">
          <ac:chgData name="Pauline Smyth" userId="de5ce227-53e3-42c9-b7e0-2fb7785ba6f5" providerId="ADAL" clId="{34437D28-B46A-4067-A20D-CFC8CEDB46C5}" dt="2021-11-02T10:02:57.389" v="2472" actId="20577"/>
          <ac:spMkLst>
            <pc:docMk/>
            <pc:sldMk cId="439110548" sldId="277"/>
            <ac:spMk id="2" creationId="{E5BFCB2C-0F0E-4169-BA43-DB98346AFDDA}"/>
          </ac:spMkLst>
        </pc:spChg>
        <pc:spChg chg="mod">
          <ac:chgData name="Pauline Smyth" userId="de5ce227-53e3-42c9-b7e0-2fb7785ba6f5" providerId="ADAL" clId="{34437D28-B46A-4067-A20D-CFC8CEDB46C5}" dt="2021-11-02T10:05:24.475" v="2701" actId="20577"/>
          <ac:spMkLst>
            <pc:docMk/>
            <pc:sldMk cId="439110548" sldId="277"/>
            <ac:spMk id="3" creationId="{09C4E21D-6169-4B7E-B3CE-F5610B6E1475}"/>
          </ac:spMkLst>
        </pc:spChg>
      </pc:sldChg>
      <pc:sldChg chg="modSp add mod">
        <pc:chgData name="Pauline Smyth" userId="de5ce227-53e3-42c9-b7e0-2fb7785ba6f5" providerId="ADAL" clId="{34437D28-B46A-4067-A20D-CFC8CEDB46C5}" dt="2021-11-02T12:55:17.493" v="3071" actId="27636"/>
        <pc:sldMkLst>
          <pc:docMk/>
          <pc:sldMk cId="1418408222" sldId="278"/>
        </pc:sldMkLst>
        <pc:spChg chg="mod">
          <ac:chgData name="Pauline Smyth" userId="de5ce227-53e3-42c9-b7e0-2fb7785ba6f5" providerId="ADAL" clId="{34437D28-B46A-4067-A20D-CFC8CEDB46C5}" dt="2021-11-02T10:06:55.454" v="2846" actId="20577"/>
          <ac:spMkLst>
            <pc:docMk/>
            <pc:sldMk cId="1418408222" sldId="278"/>
            <ac:spMk id="2" creationId="{E5BFCB2C-0F0E-4169-BA43-DB98346AFDDA}"/>
          </ac:spMkLst>
        </pc:spChg>
        <pc:spChg chg="mod">
          <ac:chgData name="Pauline Smyth" userId="de5ce227-53e3-42c9-b7e0-2fb7785ba6f5" providerId="ADAL" clId="{34437D28-B46A-4067-A20D-CFC8CEDB46C5}" dt="2021-11-02T12:55:17.493" v="3071" actId="27636"/>
          <ac:spMkLst>
            <pc:docMk/>
            <pc:sldMk cId="1418408222" sldId="278"/>
            <ac:spMk id="3" creationId="{09C4E21D-6169-4B7E-B3CE-F5610B6E1475}"/>
          </ac:spMkLst>
        </pc:spChg>
      </pc:sldChg>
      <pc:sldChg chg="modSp add mod">
        <pc:chgData name="Pauline Smyth" userId="de5ce227-53e3-42c9-b7e0-2fb7785ba6f5" providerId="ADAL" clId="{34437D28-B46A-4067-A20D-CFC8CEDB46C5}" dt="2021-11-02T13:04:12.785" v="3676" actId="6549"/>
        <pc:sldMkLst>
          <pc:docMk/>
          <pc:sldMk cId="383378973" sldId="279"/>
        </pc:sldMkLst>
        <pc:spChg chg="mod">
          <ac:chgData name="Pauline Smyth" userId="de5ce227-53e3-42c9-b7e0-2fb7785ba6f5" providerId="ADAL" clId="{34437D28-B46A-4067-A20D-CFC8CEDB46C5}" dt="2021-11-02T12:56:32.165" v="3100" actId="20577"/>
          <ac:spMkLst>
            <pc:docMk/>
            <pc:sldMk cId="383378973" sldId="279"/>
            <ac:spMk id="2" creationId="{E5BFCB2C-0F0E-4169-BA43-DB98346AFDDA}"/>
          </ac:spMkLst>
        </pc:spChg>
        <pc:spChg chg="mod">
          <ac:chgData name="Pauline Smyth" userId="de5ce227-53e3-42c9-b7e0-2fb7785ba6f5" providerId="ADAL" clId="{34437D28-B46A-4067-A20D-CFC8CEDB46C5}" dt="2021-11-02T13:04:12.785" v="3676" actId="6549"/>
          <ac:spMkLst>
            <pc:docMk/>
            <pc:sldMk cId="383378973" sldId="279"/>
            <ac:spMk id="3" creationId="{09C4E21D-6169-4B7E-B3CE-F5610B6E1475}"/>
          </ac:spMkLst>
        </pc:spChg>
      </pc:sldChg>
      <pc:sldChg chg="new del">
        <pc:chgData name="Pauline Smyth" userId="de5ce227-53e3-42c9-b7e0-2fb7785ba6f5" providerId="ADAL" clId="{34437D28-B46A-4067-A20D-CFC8CEDB46C5}" dt="2021-11-03T11:41:32.276" v="8239" actId="47"/>
        <pc:sldMkLst>
          <pc:docMk/>
          <pc:sldMk cId="3686235041" sldId="280"/>
        </pc:sldMkLst>
      </pc:sldChg>
      <pc:sldChg chg="modSp add mod">
        <pc:chgData name="Pauline Smyth" userId="de5ce227-53e3-42c9-b7e0-2fb7785ba6f5" providerId="ADAL" clId="{34437D28-B46A-4067-A20D-CFC8CEDB46C5}" dt="2021-11-02T22:52:00.191" v="4218" actId="20577"/>
        <pc:sldMkLst>
          <pc:docMk/>
          <pc:sldMk cId="1724392504" sldId="281"/>
        </pc:sldMkLst>
        <pc:spChg chg="mod">
          <ac:chgData name="Pauline Smyth" userId="de5ce227-53e3-42c9-b7e0-2fb7785ba6f5" providerId="ADAL" clId="{34437D28-B46A-4067-A20D-CFC8CEDB46C5}" dt="2021-11-02T13:04:55.620" v="3710" actId="20577"/>
          <ac:spMkLst>
            <pc:docMk/>
            <pc:sldMk cId="1724392504" sldId="281"/>
            <ac:spMk id="2" creationId="{E5BFCB2C-0F0E-4169-BA43-DB98346AFDDA}"/>
          </ac:spMkLst>
        </pc:spChg>
        <pc:spChg chg="mod">
          <ac:chgData name="Pauline Smyth" userId="de5ce227-53e3-42c9-b7e0-2fb7785ba6f5" providerId="ADAL" clId="{34437D28-B46A-4067-A20D-CFC8CEDB46C5}" dt="2021-11-02T22:52:00.191" v="4218" actId="20577"/>
          <ac:spMkLst>
            <pc:docMk/>
            <pc:sldMk cId="1724392504" sldId="281"/>
            <ac:spMk id="3" creationId="{09C4E21D-6169-4B7E-B3CE-F5610B6E1475}"/>
          </ac:spMkLst>
        </pc:spChg>
      </pc:sldChg>
      <pc:sldChg chg="modSp add mod">
        <pc:chgData name="Pauline Smyth" userId="de5ce227-53e3-42c9-b7e0-2fb7785ba6f5" providerId="ADAL" clId="{34437D28-B46A-4067-A20D-CFC8CEDB46C5}" dt="2021-11-03T10:05:06.094" v="6122" actId="14100"/>
        <pc:sldMkLst>
          <pc:docMk/>
          <pc:sldMk cId="1360410786" sldId="282"/>
        </pc:sldMkLst>
        <pc:spChg chg="mod">
          <ac:chgData name="Pauline Smyth" userId="de5ce227-53e3-42c9-b7e0-2fb7785ba6f5" providerId="ADAL" clId="{34437D28-B46A-4067-A20D-CFC8CEDB46C5}" dt="2021-11-02T13:05:45.096" v="3750" actId="20577"/>
          <ac:spMkLst>
            <pc:docMk/>
            <pc:sldMk cId="1360410786" sldId="282"/>
            <ac:spMk id="2" creationId="{E5BFCB2C-0F0E-4169-BA43-DB98346AFDDA}"/>
          </ac:spMkLst>
        </pc:spChg>
        <pc:spChg chg="mod">
          <ac:chgData name="Pauline Smyth" userId="de5ce227-53e3-42c9-b7e0-2fb7785ba6f5" providerId="ADAL" clId="{34437D28-B46A-4067-A20D-CFC8CEDB46C5}" dt="2021-11-03T10:05:06.094" v="6122" actId="14100"/>
          <ac:spMkLst>
            <pc:docMk/>
            <pc:sldMk cId="1360410786" sldId="282"/>
            <ac:spMk id="3" creationId="{09C4E21D-6169-4B7E-B3CE-F5610B6E1475}"/>
          </ac:spMkLst>
        </pc:spChg>
      </pc:sldChg>
      <pc:sldChg chg="modSp add mod">
        <pc:chgData name="Pauline Smyth" userId="de5ce227-53e3-42c9-b7e0-2fb7785ba6f5" providerId="ADAL" clId="{34437D28-B46A-4067-A20D-CFC8CEDB46C5}" dt="2021-11-03T09:51:17.557" v="6121" actId="313"/>
        <pc:sldMkLst>
          <pc:docMk/>
          <pc:sldMk cId="650777584" sldId="283"/>
        </pc:sldMkLst>
        <pc:spChg chg="mod">
          <ac:chgData name="Pauline Smyth" userId="de5ce227-53e3-42c9-b7e0-2fb7785ba6f5" providerId="ADAL" clId="{34437D28-B46A-4067-A20D-CFC8CEDB46C5}" dt="2021-11-02T13:06:09.952" v="3762" actId="20577"/>
          <ac:spMkLst>
            <pc:docMk/>
            <pc:sldMk cId="650777584" sldId="283"/>
            <ac:spMk id="2" creationId="{E5BFCB2C-0F0E-4169-BA43-DB98346AFDDA}"/>
          </ac:spMkLst>
        </pc:spChg>
        <pc:spChg chg="mod">
          <ac:chgData name="Pauline Smyth" userId="de5ce227-53e3-42c9-b7e0-2fb7785ba6f5" providerId="ADAL" clId="{34437D28-B46A-4067-A20D-CFC8CEDB46C5}" dt="2021-11-03T09:51:17.557" v="6121" actId="313"/>
          <ac:spMkLst>
            <pc:docMk/>
            <pc:sldMk cId="650777584" sldId="283"/>
            <ac:spMk id="3" creationId="{09C4E21D-6169-4B7E-B3CE-F5610B6E1475}"/>
          </ac:spMkLst>
        </pc:spChg>
      </pc:sldChg>
      <pc:sldChg chg="addSp delSp modSp add mod setBg">
        <pc:chgData name="Pauline Smyth" userId="de5ce227-53e3-42c9-b7e0-2fb7785ba6f5" providerId="ADAL" clId="{34437D28-B46A-4067-A20D-CFC8CEDB46C5}" dt="2021-11-03T10:54:31.386" v="7269" actId="14100"/>
        <pc:sldMkLst>
          <pc:docMk/>
          <pc:sldMk cId="4198862520" sldId="284"/>
        </pc:sldMkLst>
        <pc:spChg chg="mod">
          <ac:chgData name="Pauline Smyth" userId="de5ce227-53e3-42c9-b7e0-2fb7785ba6f5" providerId="ADAL" clId="{34437D28-B46A-4067-A20D-CFC8CEDB46C5}" dt="2021-11-03T10:54:14.079" v="7262" actId="1076"/>
          <ac:spMkLst>
            <pc:docMk/>
            <pc:sldMk cId="4198862520" sldId="284"/>
            <ac:spMk id="2" creationId="{E5BFCB2C-0F0E-4169-BA43-DB98346AFDDA}"/>
          </ac:spMkLst>
        </pc:spChg>
        <pc:spChg chg="mod ord">
          <ac:chgData name="Pauline Smyth" userId="de5ce227-53e3-42c9-b7e0-2fb7785ba6f5" providerId="ADAL" clId="{34437D28-B46A-4067-A20D-CFC8CEDB46C5}" dt="2021-11-03T10:54:31.386" v="7269" actId="14100"/>
          <ac:spMkLst>
            <pc:docMk/>
            <pc:sldMk cId="4198862520" sldId="284"/>
            <ac:spMk id="3" creationId="{09C4E21D-6169-4B7E-B3CE-F5610B6E1475}"/>
          </ac:spMkLst>
        </pc:spChg>
        <pc:spChg chg="add del">
          <ac:chgData name="Pauline Smyth" userId="de5ce227-53e3-42c9-b7e0-2fb7785ba6f5" providerId="ADAL" clId="{34437D28-B46A-4067-A20D-CFC8CEDB46C5}" dt="2021-11-03T10:53:06.681" v="7246" actId="26606"/>
          <ac:spMkLst>
            <pc:docMk/>
            <pc:sldMk cId="4198862520" sldId="284"/>
            <ac:spMk id="10" creationId="{C2E4E997-8672-4FFD-B8EC-9932A8E4714B}"/>
          </ac:spMkLst>
        </pc:spChg>
        <pc:spChg chg="add">
          <ac:chgData name="Pauline Smyth" userId="de5ce227-53e3-42c9-b7e0-2fb7785ba6f5" providerId="ADAL" clId="{34437D28-B46A-4067-A20D-CFC8CEDB46C5}" dt="2021-11-03T10:53:54.783" v="7257" actId="26606"/>
          <ac:spMkLst>
            <pc:docMk/>
            <pc:sldMk cId="4198862520" sldId="284"/>
            <ac:spMk id="172" creationId="{C2E4E997-8672-4FFD-B8EC-9932A8E4714B}"/>
          </ac:spMkLst>
        </pc:spChg>
        <pc:grpChg chg="add del">
          <ac:chgData name="Pauline Smyth" userId="de5ce227-53e3-42c9-b7e0-2fb7785ba6f5" providerId="ADAL" clId="{34437D28-B46A-4067-A20D-CFC8CEDB46C5}" dt="2021-11-03T10:53:06.681" v="7246" actId="26606"/>
          <ac:grpSpMkLst>
            <pc:docMk/>
            <pc:sldMk cId="4198862520" sldId="284"/>
            <ac:grpSpMk id="14" creationId="{453E4DEE-E996-40F8-8635-0FF43D7348F9}"/>
          </ac:grpSpMkLst>
        </pc:grpChg>
        <pc:grpChg chg="add del">
          <ac:chgData name="Pauline Smyth" userId="de5ce227-53e3-42c9-b7e0-2fb7785ba6f5" providerId="ADAL" clId="{34437D28-B46A-4067-A20D-CFC8CEDB46C5}" dt="2021-11-03T10:53:34.670" v="7252" actId="26606"/>
          <ac:grpSpMkLst>
            <pc:docMk/>
            <pc:sldMk cId="4198862520" sldId="284"/>
            <ac:grpSpMk id="46" creationId="{9AE4726C-1831-4FE3-9A11-227F0DC2F0BC}"/>
          </ac:grpSpMkLst>
        </pc:grpChg>
        <pc:grpChg chg="add del">
          <ac:chgData name="Pauline Smyth" userId="de5ce227-53e3-42c9-b7e0-2fb7785ba6f5" providerId="ADAL" clId="{34437D28-B46A-4067-A20D-CFC8CEDB46C5}" dt="2021-11-03T10:53:34.670" v="7252" actId="26606"/>
          <ac:grpSpMkLst>
            <pc:docMk/>
            <pc:sldMk cId="4198862520" sldId="284"/>
            <ac:grpSpMk id="50" creationId="{E916825F-759B-4F1A-BA80-AF7137691EC5}"/>
          </ac:grpSpMkLst>
        </pc:grpChg>
        <pc:grpChg chg="add del">
          <ac:chgData name="Pauline Smyth" userId="de5ce227-53e3-42c9-b7e0-2fb7785ba6f5" providerId="ADAL" clId="{34437D28-B46A-4067-A20D-CFC8CEDB46C5}" dt="2021-11-03T10:53:54.783" v="7257" actId="26606"/>
          <ac:grpSpMkLst>
            <pc:docMk/>
            <pc:sldMk cId="4198862520" sldId="284"/>
            <ac:grpSpMk id="109" creationId="{8E1DDAD8-1D10-4640-A034-BE90015E37B6}"/>
          </ac:grpSpMkLst>
        </pc:grpChg>
        <pc:grpChg chg="add del">
          <ac:chgData name="Pauline Smyth" userId="de5ce227-53e3-42c9-b7e0-2fb7785ba6f5" providerId="ADAL" clId="{34437D28-B46A-4067-A20D-CFC8CEDB46C5}" dt="2021-11-03T10:53:54.783" v="7257" actId="26606"/>
          <ac:grpSpMkLst>
            <pc:docMk/>
            <pc:sldMk cId="4198862520" sldId="284"/>
            <ac:grpSpMk id="113" creationId="{FD642FB6-2808-4BC5-AE0B-7302C24B78A5}"/>
          </ac:grpSpMkLst>
        </pc:grpChg>
        <pc:grpChg chg="add">
          <ac:chgData name="Pauline Smyth" userId="de5ce227-53e3-42c9-b7e0-2fb7785ba6f5" providerId="ADAL" clId="{34437D28-B46A-4067-A20D-CFC8CEDB46C5}" dt="2021-11-03T10:53:54.783" v="7257" actId="26606"/>
          <ac:grpSpMkLst>
            <pc:docMk/>
            <pc:sldMk cId="4198862520" sldId="284"/>
            <ac:grpSpMk id="176" creationId="{453E4DEE-E996-40F8-8635-0FF43D7348F9}"/>
          </ac:grpSpMkLst>
        </pc:grpChg>
        <pc:picChg chg="add mod ord">
          <ac:chgData name="Pauline Smyth" userId="de5ce227-53e3-42c9-b7e0-2fb7785ba6f5" providerId="ADAL" clId="{34437D28-B46A-4067-A20D-CFC8CEDB46C5}" dt="2021-11-03T10:54:02.609" v="7259" actId="1076"/>
          <ac:picMkLst>
            <pc:docMk/>
            <pc:sldMk cId="4198862520" sldId="284"/>
            <ac:picMk id="5" creationId="{476EE0BB-8D9A-46D5-B191-E5861C3BFBDD}"/>
          </ac:picMkLst>
        </pc:picChg>
        <pc:picChg chg="add del">
          <ac:chgData name="Pauline Smyth" userId="de5ce227-53e3-42c9-b7e0-2fb7785ba6f5" providerId="ADAL" clId="{34437D28-B46A-4067-A20D-CFC8CEDB46C5}" dt="2021-11-03T10:53:06.681" v="7246" actId="26606"/>
          <ac:picMkLst>
            <pc:docMk/>
            <pc:sldMk cId="4198862520" sldId="284"/>
            <ac:picMk id="12" creationId="{FE6BA9E6-1D9E-4D30-B528-D49FA1342E4E}"/>
          </ac:picMkLst>
        </pc:picChg>
        <pc:picChg chg="add">
          <ac:chgData name="Pauline Smyth" userId="de5ce227-53e3-42c9-b7e0-2fb7785ba6f5" providerId="ADAL" clId="{34437D28-B46A-4067-A20D-CFC8CEDB46C5}" dt="2021-11-03T10:53:54.783" v="7257" actId="26606"/>
          <ac:picMkLst>
            <pc:docMk/>
            <pc:sldMk cId="4198862520" sldId="284"/>
            <ac:picMk id="174" creationId="{FE6BA9E6-1D9E-4D30-B528-D49FA1342E4E}"/>
          </ac:picMkLst>
        </pc:picChg>
      </pc:sldChg>
      <pc:sldChg chg="modSp add mod">
        <pc:chgData name="Pauline Smyth" userId="de5ce227-53e3-42c9-b7e0-2fb7785ba6f5" providerId="ADAL" clId="{34437D28-B46A-4067-A20D-CFC8CEDB46C5}" dt="2021-11-07T22:49:43.505" v="8646" actId="20577"/>
        <pc:sldMkLst>
          <pc:docMk/>
          <pc:sldMk cId="3356115077" sldId="285"/>
        </pc:sldMkLst>
        <pc:spChg chg="mod">
          <ac:chgData name="Pauline Smyth" userId="de5ce227-53e3-42c9-b7e0-2fb7785ba6f5" providerId="ADAL" clId="{34437D28-B46A-4067-A20D-CFC8CEDB46C5}" dt="2021-11-02T13:07:10.765" v="3798" actId="20577"/>
          <ac:spMkLst>
            <pc:docMk/>
            <pc:sldMk cId="3356115077" sldId="285"/>
            <ac:spMk id="2" creationId="{E5BFCB2C-0F0E-4169-BA43-DB98346AFDDA}"/>
          </ac:spMkLst>
        </pc:spChg>
        <pc:spChg chg="mod">
          <ac:chgData name="Pauline Smyth" userId="de5ce227-53e3-42c9-b7e0-2fb7785ba6f5" providerId="ADAL" clId="{34437D28-B46A-4067-A20D-CFC8CEDB46C5}" dt="2021-11-07T22:49:43.505" v="8646" actId="20577"/>
          <ac:spMkLst>
            <pc:docMk/>
            <pc:sldMk cId="3356115077" sldId="285"/>
            <ac:spMk id="3" creationId="{09C4E21D-6169-4B7E-B3CE-F5610B6E1475}"/>
          </ac:spMkLst>
        </pc:spChg>
      </pc:sldChg>
      <pc:sldChg chg="addSp delSp modSp add mod setBg">
        <pc:chgData name="Pauline Smyth" userId="de5ce227-53e3-42c9-b7e0-2fb7785ba6f5" providerId="ADAL" clId="{34437D28-B46A-4067-A20D-CFC8CEDB46C5}" dt="2021-11-11T06:47:57.097" v="11869" actId="20577"/>
        <pc:sldMkLst>
          <pc:docMk/>
          <pc:sldMk cId="3181431867" sldId="286"/>
        </pc:sldMkLst>
        <pc:spChg chg="mod">
          <ac:chgData name="Pauline Smyth" userId="de5ce227-53e3-42c9-b7e0-2fb7785ba6f5" providerId="ADAL" clId="{34437D28-B46A-4067-A20D-CFC8CEDB46C5}" dt="2021-11-07T23:05:42.599" v="9423" actId="26606"/>
          <ac:spMkLst>
            <pc:docMk/>
            <pc:sldMk cId="3181431867" sldId="286"/>
            <ac:spMk id="2" creationId="{E5BFCB2C-0F0E-4169-BA43-DB98346AFDDA}"/>
          </ac:spMkLst>
        </pc:spChg>
        <pc:spChg chg="add del mod ord">
          <ac:chgData name="Pauline Smyth" userId="de5ce227-53e3-42c9-b7e0-2fb7785ba6f5" providerId="ADAL" clId="{34437D28-B46A-4067-A20D-CFC8CEDB46C5}" dt="2021-11-11T06:47:57.097" v="11869" actId="20577"/>
          <ac:spMkLst>
            <pc:docMk/>
            <pc:sldMk cId="3181431867" sldId="286"/>
            <ac:spMk id="3" creationId="{09C4E21D-6169-4B7E-B3CE-F5610B6E1475}"/>
          </ac:spMkLst>
        </pc:spChg>
        <pc:picChg chg="add del mod ord">
          <ac:chgData name="Pauline Smyth" userId="de5ce227-53e3-42c9-b7e0-2fb7785ba6f5" providerId="ADAL" clId="{34437D28-B46A-4067-A20D-CFC8CEDB46C5}" dt="2021-11-07T22:59:04.433" v="9015" actId="22"/>
          <ac:picMkLst>
            <pc:docMk/>
            <pc:sldMk cId="3181431867" sldId="286"/>
            <ac:picMk id="5" creationId="{46E441D0-F11D-4532-AD3E-BBB38D32C2C6}"/>
          </ac:picMkLst>
        </pc:picChg>
        <pc:picChg chg="add mod">
          <ac:chgData name="Pauline Smyth" userId="de5ce227-53e3-42c9-b7e0-2fb7785ba6f5" providerId="ADAL" clId="{34437D28-B46A-4067-A20D-CFC8CEDB46C5}" dt="2021-11-07T23:05:42.599" v="9423" actId="26606"/>
          <ac:picMkLst>
            <pc:docMk/>
            <pc:sldMk cId="3181431867" sldId="286"/>
            <ac:picMk id="7" creationId="{A2A7F1D2-2E93-4932-B3B9-73073F1B786B}"/>
          </ac:picMkLst>
        </pc:picChg>
      </pc:sldChg>
      <pc:sldChg chg="modSp add mod">
        <pc:chgData name="Pauline Smyth" userId="de5ce227-53e3-42c9-b7e0-2fb7785ba6f5" providerId="ADAL" clId="{34437D28-B46A-4067-A20D-CFC8CEDB46C5}" dt="2021-11-09T21:27:09.345" v="9732" actId="20577"/>
        <pc:sldMkLst>
          <pc:docMk/>
          <pc:sldMk cId="323687007" sldId="287"/>
        </pc:sldMkLst>
        <pc:spChg chg="mod">
          <ac:chgData name="Pauline Smyth" userId="de5ce227-53e3-42c9-b7e0-2fb7785ba6f5" providerId="ADAL" clId="{34437D28-B46A-4067-A20D-CFC8CEDB46C5}" dt="2021-11-02T13:07:51.201" v="3838" actId="20577"/>
          <ac:spMkLst>
            <pc:docMk/>
            <pc:sldMk cId="323687007" sldId="287"/>
            <ac:spMk id="2" creationId="{E5BFCB2C-0F0E-4169-BA43-DB98346AFDDA}"/>
          </ac:spMkLst>
        </pc:spChg>
        <pc:spChg chg="mod">
          <ac:chgData name="Pauline Smyth" userId="de5ce227-53e3-42c9-b7e0-2fb7785ba6f5" providerId="ADAL" clId="{34437D28-B46A-4067-A20D-CFC8CEDB46C5}" dt="2021-11-09T21:27:09.345" v="9732" actId="20577"/>
          <ac:spMkLst>
            <pc:docMk/>
            <pc:sldMk cId="323687007" sldId="287"/>
            <ac:spMk id="3" creationId="{09C4E21D-6169-4B7E-B3CE-F5610B6E1475}"/>
          </ac:spMkLst>
        </pc:spChg>
      </pc:sldChg>
      <pc:sldChg chg="modSp add mod">
        <pc:chgData name="Pauline Smyth" userId="de5ce227-53e3-42c9-b7e0-2fb7785ba6f5" providerId="ADAL" clId="{34437D28-B46A-4067-A20D-CFC8CEDB46C5}" dt="2021-11-11T06:43:57.251" v="11847" actId="20577"/>
        <pc:sldMkLst>
          <pc:docMk/>
          <pc:sldMk cId="1359015083" sldId="288"/>
        </pc:sldMkLst>
        <pc:spChg chg="mod">
          <ac:chgData name="Pauline Smyth" userId="de5ce227-53e3-42c9-b7e0-2fb7785ba6f5" providerId="ADAL" clId="{34437D28-B46A-4067-A20D-CFC8CEDB46C5}" dt="2021-11-02T13:08:19.360" v="3866" actId="20577"/>
          <ac:spMkLst>
            <pc:docMk/>
            <pc:sldMk cId="1359015083" sldId="288"/>
            <ac:spMk id="2" creationId="{E5BFCB2C-0F0E-4169-BA43-DB98346AFDDA}"/>
          </ac:spMkLst>
        </pc:spChg>
        <pc:spChg chg="mod">
          <ac:chgData name="Pauline Smyth" userId="de5ce227-53e3-42c9-b7e0-2fb7785ba6f5" providerId="ADAL" clId="{34437D28-B46A-4067-A20D-CFC8CEDB46C5}" dt="2021-11-11T06:43:57.251" v="11847" actId="20577"/>
          <ac:spMkLst>
            <pc:docMk/>
            <pc:sldMk cId="1359015083" sldId="288"/>
            <ac:spMk id="3" creationId="{09C4E21D-6169-4B7E-B3CE-F5610B6E1475}"/>
          </ac:spMkLst>
        </pc:spChg>
      </pc:sldChg>
      <pc:sldChg chg="modSp add mod">
        <pc:chgData name="Pauline Smyth" userId="de5ce227-53e3-42c9-b7e0-2fb7785ba6f5" providerId="ADAL" clId="{34437D28-B46A-4067-A20D-CFC8CEDB46C5}" dt="2021-11-09T23:42:30.846" v="11842" actId="20577"/>
        <pc:sldMkLst>
          <pc:docMk/>
          <pc:sldMk cId="420772094" sldId="289"/>
        </pc:sldMkLst>
        <pc:spChg chg="mod">
          <ac:chgData name="Pauline Smyth" userId="de5ce227-53e3-42c9-b7e0-2fb7785ba6f5" providerId="ADAL" clId="{34437D28-B46A-4067-A20D-CFC8CEDB46C5}" dt="2021-11-02T13:09:17.961" v="3905" actId="20577"/>
          <ac:spMkLst>
            <pc:docMk/>
            <pc:sldMk cId="420772094" sldId="289"/>
            <ac:spMk id="2" creationId="{E5BFCB2C-0F0E-4169-BA43-DB98346AFDDA}"/>
          </ac:spMkLst>
        </pc:spChg>
        <pc:spChg chg="mod">
          <ac:chgData name="Pauline Smyth" userId="de5ce227-53e3-42c9-b7e0-2fb7785ba6f5" providerId="ADAL" clId="{34437D28-B46A-4067-A20D-CFC8CEDB46C5}" dt="2021-11-09T23:42:30.846" v="11842" actId="20577"/>
          <ac:spMkLst>
            <pc:docMk/>
            <pc:sldMk cId="420772094" sldId="289"/>
            <ac:spMk id="3" creationId="{09C4E21D-6169-4B7E-B3CE-F5610B6E1475}"/>
          </ac:spMkLst>
        </pc:spChg>
      </pc:sldChg>
      <pc:sldChg chg="modSp add mod">
        <pc:chgData name="Pauline Smyth" userId="de5ce227-53e3-42c9-b7e0-2fb7785ba6f5" providerId="ADAL" clId="{34437D28-B46A-4067-A20D-CFC8CEDB46C5}" dt="2021-11-02T23:46:41.732" v="4745" actId="20577"/>
        <pc:sldMkLst>
          <pc:docMk/>
          <pc:sldMk cId="2215066733" sldId="290"/>
        </pc:sldMkLst>
        <pc:spChg chg="mod">
          <ac:chgData name="Pauline Smyth" userId="de5ce227-53e3-42c9-b7e0-2fb7785ba6f5" providerId="ADAL" clId="{34437D28-B46A-4067-A20D-CFC8CEDB46C5}" dt="2021-11-02T23:46:41.732" v="4745" actId="20577"/>
          <ac:spMkLst>
            <pc:docMk/>
            <pc:sldMk cId="2215066733" sldId="290"/>
            <ac:spMk id="3" creationId="{09C4E21D-6169-4B7E-B3CE-F5610B6E1475}"/>
          </ac:spMkLst>
        </pc:spChg>
      </pc:sldChg>
      <pc:sldChg chg="modSp add mod">
        <pc:chgData name="Pauline Smyth" userId="de5ce227-53e3-42c9-b7e0-2fb7785ba6f5" providerId="ADAL" clId="{34437D28-B46A-4067-A20D-CFC8CEDB46C5}" dt="2021-11-03T00:05:57.879" v="5454" actId="115"/>
        <pc:sldMkLst>
          <pc:docMk/>
          <pc:sldMk cId="3962495852" sldId="291"/>
        </pc:sldMkLst>
        <pc:spChg chg="mod">
          <ac:chgData name="Pauline Smyth" userId="de5ce227-53e3-42c9-b7e0-2fb7785ba6f5" providerId="ADAL" clId="{34437D28-B46A-4067-A20D-CFC8CEDB46C5}" dt="2021-11-03T00:05:57.879" v="5454" actId="115"/>
          <ac:spMkLst>
            <pc:docMk/>
            <pc:sldMk cId="3962495852" sldId="291"/>
            <ac:spMk id="3" creationId="{09C4E21D-6169-4B7E-B3CE-F5610B6E1475}"/>
          </ac:spMkLst>
        </pc:spChg>
      </pc:sldChg>
      <pc:sldChg chg="modSp add mod">
        <pc:chgData name="Pauline Smyth" userId="de5ce227-53e3-42c9-b7e0-2fb7785ba6f5" providerId="ADAL" clId="{34437D28-B46A-4067-A20D-CFC8CEDB46C5}" dt="2021-11-03T10:07:03.560" v="6128" actId="27636"/>
        <pc:sldMkLst>
          <pc:docMk/>
          <pc:sldMk cId="3186659540" sldId="292"/>
        </pc:sldMkLst>
        <pc:spChg chg="mod">
          <ac:chgData name="Pauline Smyth" userId="de5ce227-53e3-42c9-b7e0-2fb7785ba6f5" providerId="ADAL" clId="{34437D28-B46A-4067-A20D-CFC8CEDB46C5}" dt="2021-11-03T10:07:03.560" v="6128" actId="27636"/>
          <ac:spMkLst>
            <pc:docMk/>
            <pc:sldMk cId="3186659540" sldId="292"/>
            <ac:spMk id="3" creationId="{09C4E21D-6169-4B7E-B3CE-F5610B6E1475}"/>
          </ac:spMkLst>
        </pc:spChg>
      </pc:sldChg>
      <pc:sldChg chg="modSp add mod">
        <pc:chgData name="Pauline Smyth" userId="de5ce227-53e3-42c9-b7e0-2fb7785ba6f5" providerId="ADAL" clId="{34437D28-B46A-4067-A20D-CFC8CEDB46C5}" dt="2021-11-03T10:09:11.072" v="6130" actId="6549"/>
        <pc:sldMkLst>
          <pc:docMk/>
          <pc:sldMk cId="3153942015" sldId="293"/>
        </pc:sldMkLst>
        <pc:spChg chg="mod">
          <ac:chgData name="Pauline Smyth" userId="de5ce227-53e3-42c9-b7e0-2fb7785ba6f5" providerId="ADAL" clId="{34437D28-B46A-4067-A20D-CFC8CEDB46C5}" dt="2021-11-03T10:09:11.072" v="6130" actId="6549"/>
          <ac:spMkLst>
            <pc:docMk/>
            <pc:sldMk cId="3153942015" sldId="293"/>
            <ac:spMk id="3" creationId="{09C4E21D-6169-4B7E-B3CE-F5610B6E1475}"/>
          </ac:spMkLst>
        </pc:spChg>
      </pc:sldChg>
      <pc:sldChg chg="modSp add mod">
        <pc:chgData name="Pauline Smyth" userId="de5ce227-53e3-42c9-b7e0-2fb7785ba6f5" providerId="ADAL" clId="{34437D28-B46A-4067-A20D-CFC8CEDB46C5}" dt="2021-11-03T10:17:49.529" v="6436" actId="207"/>
        <pc:sldMkLst>
          <pc:docMk/>
          <pc:sldMk cId="3889683204" sldId="294"/>
        </pc:sldMkLst>
        <pc:spChg chg="mod">
          <ac:chgData name="Pauline Smyth" userId="de5ce227-53e3-42c9-b7e0-2fb7785ba6f5" providerId="ADAL" clId="{34437D28-B46A-4067-A20D-CFC8CEDB46C5}" dt="2021-11-03T10:17:49.529" v="6436" actId="207"/>
          <ac:spMkLst>
            <pc:docMk/>
            <pc:sldMk cId="3889683204" sldId="294"/>
            <ac:spMk id="3" creationId="{09C4E21D-6169-4B7E-B3CE-F5610B6E1475}"/>
          </ac:spMkLst>
        </pc:spChg>
      </pc:sldChg>
      <pc:sldChg chg="modSp add mod">
        <pc:chgData name="Pauline Smyth" userId="de5ce227-53e3-42c9-b7e0-2fb7785ba6f5" providerId="ADAL" clId="{34437D28-B46A-4067-A20D-CFC8CEDB46C5}" dt="2021-11-03T10:23:45.164" v="6805" actId="20577"/>
        <pc:sldMkLst>
          <pc:docMk/>
          <pc:sldMk cId="1453305324" sldId="295"/>
        </pc:sldMkLst>
        <pc:spChg chg="mod">
          <ac:chgData name="Pauline Smyth" userId="de5ce227-53e3-42c9-b7e0-2fb7785ba6f5" providerId="ADAL" clId="{34437D28-B46A-4067-A20D-CFC8CEDB46C5}" dt="2021-11-03T10:23:45.164" v="6805" actId="20577"/>
          <ac:spMkLst>
            <pc:docMk/>
            <pc:sldMk cId="1453305324" sldId="295"/>
            <ac:spMk id="3" creationId="{09C4E21D-6169-4B7E-B3CE-F5610B6E1475}"/>
          </ac:spMkLst>
        </pc:spChg>
      </pc:sldChg>
      <pc:sldChg chg="modSp add mod">
        <pc:chgData name="Pauline Smyth" userId="de5ce227-53e3-42c9-b7e0-2fb7785ba6f5" providerId="ADAL" clId="{34437D28-B46A-4067-A20D-CFC8CEDB46C5}" dt="2021-11-07T22:41:13.456" v="8253" actId="20577"/>
        <pc:sldMkLst>
          <pc:docMk/>
          <pc:sldMk cId="3542500399" sldId="296"/>
        </pc:sldMkLst>
        <pc:spChg chg="mod">
          <ac:chgData name="Pauline Smyth" userId="de5ce227-53e3-42c9-b7e0-2fb7785ba6f5" providerId="ADAL" clId="{34437D28-B46A-4067-A20D-CFC8CEDB46C5}" dt="2021-11-07T22:41:13.456" v="8253" actId="20577"/>
          <ac:spMkLst>
            <pc:docMk/>
            <pc:sldMk cId="3542500399" sldId="296"/>
            <ac:spMk id="3" creationId="{09C4E21D-6169-4B7E-B3CE-F5610B6E1475}"/>
          </ac:spMkLst>
        </pc:spChg>
      </pc:sldChg>
      <pc:sldChg chg="delSp modSp add mod">
        <pc:chgData name="Pauline Smyth" userId="de5ce227-53e3-42c9-b7e0-2fb7785ba6f5" providerId="ADAL" clId="{34437D28-B46A-4067-A20D-CFC8CEDB46C5}" dt="2021-11-07T22:43:40.357" v="8260" actId="20577"/>
        <pc:sldMkLst>
          <pc:docMk/>
          <pc:sldMk cId="3492830497" sldId="297"/>
        </pc:sldMkLst>
        <pc:spChg chg="mod">
          <ac:chgData name="Pauline Smyth" userId="de5ce227-53e3-42c9-b7e0-2fb7785ba6f5" providerId="ADAL" clId="{34437D28-B46A-4067-A20D-CFC8CEDB46C5}" dt="2021-11-07T22:43:40.357" v="8260" actId="20577"/>
          <ac:spMkLst>
            <pc:docMk/>
            <pc:sldMk cId="3492830497" sldId="297"/>
            <ac:spMk id="3" creationId="{09C4E21D-6169-4B7E-B3CE-F5610B6E1475}"/>
          </ac:spMkLst>
        </pc:spChg>
        <pc:picChg chg="del">
          <ac:chgData name="Pauline Smyth" userId="de5ce227-53e3-42c9-b7e0-2fb7785ba6f5" providerId="ADAL" clId="{34437D28-B46A-4067-A20D-CFC8CEDB46C5}" dt="2021-11-03T11:19:20.666" v="7271" actId="478"/>
          <ac:picMkLst>
            <pc:docMk/>
            <pc:sldMk cId="3492830497" sldId="297"/>
            <ac:picMk id="5" creationId="{476EE0BB-8D9A-46D5-B191-E5861C3BFBDD}"/>
          </ac:picMkLst>
        </pc:picChg>
      </pc:sldChg>
      <pc:sldChg chg="modSp add mod">
        <pc:chgData name="Pauline Smyth" userId="de5ce227-53e3-42c9-b7e0-2fb7785ba6f5" providerId="ADAL" clId="{34437D28-B46A-4067-A20D-CFC8CEDB46C5}" dt="2021-11-03T11:38:47.740" v="8238" actId="20577"/>
        <pc:sldMkLst>
          <pc:docMk/>
          <pc:sldMk cId="2868944540" sldId="298"/>
        </pc:sldMkLst>
        <pc:spChg chg="mod">
          <ac:chgData name="Pauline Smyth" userId="de5ce227-53e3-42c9-b7e0-2fb7785ba6f5" providerId="ADAL" clId="{34437D28-B46A-4067-A20D-CFC8CEDB46C5}" dt="2021-11-03T11:38:47.740" v="8238" actId="20577"/>
          <ac:spMkLst>
            <pc:docMk/>
            <pc:sldMk cId="2868944540" sldId="298"/>
            <ac:spMk id="3" creationId="{09C4E21D-6169-4B7E-B3CE-F5610B6E1475}"/>
          </ac:spMkLst>
        </pc:spChg>
      </pc:sldChg>
      <pc:sldChg chg="modSp add mod">
        <pc:chgData name="Pauline Smyth" userId="de5ce227-53e3-42c9-b7e0-2fb7785ba6f5" providerId="ADAL" clId="{34437D28-B46A-4067-A20D-CFC8CEDB46C5}" dt="2021-11-07T22:56:29.187" v="9011" actId="20577"/>
        <pc:sldMkLst>
          <pc:docMk/>
          <pc:sldMk cId="4179681626" sldId="299"/>
        </pc:sldMkLst>
        <pc:spChg chg="mod">
          <ac:chgData name="Pauline Smyth" userId="de5ce227-53e3-42c9-b7e0-2fb7785ba6f5" providerId="ADAL" clId="{34437D28-B46A-4067-A20D-CFC8CEDB46C5}" dt="2021-11-07T22:56:29.187" v="9011" actId="20577"/>
          <ac:spMkLst>
            <pc:docMk/>
            <pc:sldMk cId="4179681626" sldId="299"/>
            <ac:spMk id="3" creationId="{09C4E21D-6169-4B7E-B3CE-F5610B6E1475}"/>
          </ac:spMkLst>
        </pc:spChg>
      </pc:sldChg>
      <pc:sldChg chg="modSp add mod">
        <pc:chgData name="Pauline Smyth" userId="de5ce227-53e3-42c9-b7e0-2fb7785ba6f5" providerId="ADAL" clId="{34437D28-B46A-4067-A20D-CFC8CEDB46C5}" dt="2021-11-09T21:40:32.246" v="10142" actId="20577"/>
        <pc:sldMkLst>
          <pc:docMk/>
          <pc:sldMk cId="3199340912" sldId="300"/>
        </pc:sldMkLst>
        <pc:spChg chg="mod">
          <ac:chgData name="Pauline Smyth" userId="de5ce227-53e3-42c9-b7e0-2fb7785ba6f5" providerId="ADAL" clId="{34437D28-B46A-4067-A20D-CFC8CEDB46C5}" dt="2021-11-09T21:40:32.246" v="10142" actId="20577"/>
          <ac:spMkLst>
            <pc:docMk/>
            <pc:sldMk cId="3199340912" sldId="300"/>
            <ac:spMk id="3" creationId="{09C4E21D-6169-4B7E-B3CE-F5610B6E1475}"/>
          </ac:spMkLst>
        </pc:spChg>
      </pc:sldChg>
      <pc:sldChg chg="modSp add mod">
        <pc:chgData name="Pauline Smyth" userId="de5ce227-53e3-42c9-b7e0-2fb7785ba6f5" providerId="ADAL" clId="{34437D28-B46A-4067-A20D-CFC8CEDB46C5}" dt="2021-11-09T22:46:45.658" v="10868" actId="6549"/>
        <pc:sldMkLst>
          <pc:docMk/>
          <pc:sldMk cId="748603827" sldId="301"/>
        </pc:sldMkLst>
        <pc:spChg chg="mod">
          <ac:chgData name="Pauline Smyth" userId="de5ce227-53e3-42c9-b7e0-2fb7785ba6f5" providerId="ADAL" clId="{34437D28-B46A-4067-A20D-CFC8CEDB46C5}" dt="2021-11-09T21:47:51.454" v="10382" actId="20577"/>
          <ac:spMkLst>
            <pc:docMk/>
            <pc:sldMk cId="748603827" sldId="301"/>
            <ac:spMk id="2" creationId="{E5BFCB2C-0F0E-4169-BA43-DB98346AFDDA}"/>
          </ac:spMkLst>
        </pc:spChg>
        <pc:spChg chg="mod">
          <ac:chgData name="Pauline Smyth" userId="de5ce227-53e3-42c9-b7e0-2fb7785ba6f5" providerId="ADAL" clId="{34437D28-B46A-4067-A20D-CFC8CEDB46C5}" dt="2021-11-09T22:46:45.658" v="10868" actId="6549"/>
          <ac:spMkLst>
            <pc:docMk/>
            <pc:sldMk cId="748603827" sldId="301"/>
            <ac:spMk id="3" creationId="{09C4E21D-6169-4B7E-B3CE-F5610B6E1475}"/>
          </ac:spMkLst>
        </pc:spChg>
      </pc:sldChg>
      <pc:sldChg chg="modSp add mod">
        <pc:chgData name="Pauline Smyth" userId="de5ce227-53e3-42c9-b7e0-2fb7785ba6f5" providerId="ADAL" clId="{34437D28-B46A-4067-A20D-CFC8CEDB46C5}" dt="2021-11-09T22:29:56.421" v="10830" actId="20577"/>
        <pc:sldMkLst>
          <pc:docMk/>
          <pc:sldMk cId="1081878833" sldId="302"/>
        </pc:sldMkLst>
        <pc:spChg chg="mod">
          <ac:chgData name="Pauline Smyth" userId="de5ce227-53e3-42c9-b7e0-2fb7785ba6f5" providerId="ADAL" clId="{34437D28-B46A-4067-A20D-CFC8CEDB46C5}" dt="2021-11-09T22:29:56.421" v="10830" actId="20577"/>
          <ac:spMkLst>
            <pc:docMk/>
            <pc:sldMk cId="1081878833" sldId="302"/>
            <ac:spMk id="3" creationId="{09C4E21D-6169-4B7E-B3CE-F5610B6E1475}"/>
          </ac:spMkLst>
        </pc:spChg>
      </pc:sldChg>
    </pc:docChg>
  </pc:docChgLst>
  <pc:docChgLst>
    <pc:chgData name="Pauline Smyth" userId="de5ce227-53e3-42c9-b7e0-2fb7785ba6f5" providerId="ADAL" clId="{52BA7804-C263-4A3E-9B74-229E9DB88BA6}"/>
    <pc:docChg chg="undo custSel addSld delSld modSld sldOrd">
      <pc:chgData name="Pauline Smyth" userId="de5ce227-53e3-42c9-b7e0-2fb7785ba6f5" providerId="ADAL" clId="{52BA7804-C263-4A3E-9B74-229E9DB88BA6}" dt="2023-01-23T15:00:33.202" v="710" actId="20577"/>
      <pc:docMkLst>
        <pc:docMk/>
      </pc:docMkLst>
      <pc:sldChg chg="modSp mod">
        <pc:chgData name="Pauline Smyth" userId="de5ce227-53e3-42c9-b7e0-2fb7785ba6f5" providerId="ADAL" clId="{52BA7804-C263-4A3E-9B74-229E9DB88BA6}" dt="2023-01-13T09:16:14.381" v="50" actId="27636"/>
        <pc:sldMkLst>
          <pc:docMk/>
          <pc:sldMk cId="788612998" sldId="266"/>
        </pc:sldMkLst>
        <pc:spChg chg="mod">
          <ac:chgData name="Pauline Smyth" userId="de5ce227-53e3-42c9-b7e0-2fb7785ba6f5" providerId="ADAL" clId="{52BA7804-C263-4A3E-9B74-229E9DB88BA6}" dt="2023-01-13T09:16:14.381" v="50" actId="27636"/>
          <ac:spMkLst>
            <pc:docMk/>
            <pc:sldMk cId="788612998" sldId="266"/>
            <ac:spMk id="3" creationId="{09C4E21D-6169-4B7E-B3CE-F5610B6E1475}"/>
          </ac:spMkLst>
        </pc:spChg>
      </pc:sldChg>
      <pc:sldChg chg="modSp mod">
        <pc:chgData name="Pauline Smyth" userId="de5ce227-53e3-42c9-b7e0-2fb7785ba6f5" providerId="ADAL" clId="{52BA7804-C263-4A3E-9B74-229E9DB88BA6}" dt="2023-01-12T09:27:27.616" v="4" actId="20577"/>
        <pc:sldMkLst>
          <pc:docMk/>
          <pc:sldMk cId="4233950210" sldId="268"/>
        </pc:sldMkLst>
        <pc:spChg chg="mod">
          <ac:chgData name="Pauline Smyth" userId="de5ce227-53e3-42c9-b7e0-2fb7785ba6f5" providerId="ADAL" clId="{52BA7804-C263-4A3E-9B74-229E9DB88BA6}" dt="2023-01-12T09:27:27.616" v="4" actId="20577"/>
          <ac:spMkLst>
            <pc:docMk/>
            <pc:sldMk cId="4233950210" sldId="268"/>
            <ac:spMk id="4" creationId="{E8D31B32-C147-454B-A71F-F151872C8A9D}"/>
          </ac:spMkLst>
        </pc:spChg>
      </pc:sldChg>
      <pc:sldChg chg="modSp mod">
        <pc:chgData name="Pauline Smyth" userId="de5ce227-53e3-42c9-b7e0-2fb7785ba6f5" providerId="ADAL" clId="{52BA7804-C263-4A3E-9B74-229E9DB88BA6}" dt="2023-01-17T10:16:32.983" v="79" actId="20577"/>
        <pc:sldMkLst>
          <pc:docMk/>
          <pc:sldMk cId="1418408222" sldId="278"/>
        </pc:sldMkLst>
        <pc:spChg chg="mod">
          <ac:chgData name="Pauline Smyth" userId="de5ce227-53e3-42c9-b7e0-2fb7785ba6f5" providerId="ADAL" clId="{52BA7804-C263-4A3E-9B74-229E9DB88BA6}" dt="2023-01-17T10:16:32.983" v="79" actId="20577"/>
          <ac:spMkLst>
            <pc:docMk/>
            <pc:sldMk cId="1418408222" sldId="278"/>
            <ac:spMk id="3" creationId="{09C4E21D-6169-4B7E-B3CE-F5610B6E1475}"/>
          </ac:spMkLst>
        </pc:spChg>
      </pc:sldChg>
      <pc:sldChg chg="modSp mod">
        <pc:chgData name="Pauline Smyth" userId="de5ce227-53e3-42c9-b7e0-2fb7785ba6f5" providerId="ADAL" clId="{52BA7804-C263-4A3E-9B74-229E9DB88BA6}" dt="2023-01-17T15:54:06.983" v="306" actId="6549"/>
        <pc:sldMkLst>
          <pc:docMk/>
          <pc:sldMk cId="4198862520" sldId="284"/>
        </pc:sldMkLst>
        <pc:spChg chg="mod">
          <ac:chgData name="Pauline Smyth" userId="de5ce227-53e3-42c9-b7e0-2fb7785ba6f5" providerId="ADAL" clId="{52BA7804-C263-4A3E-9B74-229E9DB88BA6}" dt="2023-01-17T15:54:06.983" v="306" actId="6549"/>
          <ac:spMkLst>
            <pc:docMk/>
            <pc:sldMk cId="4198862520" sldId="284"/>
            <ac:spMk id="3" creationId="{09C4E21D-6169-4B7E-B3CE-F5610B6E1475}"/>
          </ac:spMkLst>
        </pc:spChg>
      </pc:sldChg>
      <pc:sldChg chg="modSp mod">
        <pc:chgData name="Pauline Smyth" userId="de5ce227-53e3-42c9-b7e0-2fb7785ba6f5" providerId="ADAL" clId="{52BA7804-C263-4A3E-9B74-229E9DB88BA6}" dt="2023-01-17T15:48:59.986" v="269" actId="20577"/>
        <pc:sldMkLst>
          <pc:docMk/>
          <pc:sldMk cId="3356115077" sldId="285"/>
        </pc:sldMkLst>
        <pc:spChg chg="mod">
          <ac:chgData name="Pauline Smyth" userId="de5ce227-53e3-42c9-b7e0-2fb7785ba6f5" providerId="ADAL" clId="{52BA7804-C263-4A3E-9B74-229E9DB88BA6}" dt="2023-01-17T15:48:59.986" v="269" actId="20577"/>
          <ac:spMkLst>
            <pc:docMk/>
            <pc:sldMk cId="3356115077" sldId="285"/>
            <ac:spMk id="3" creationId="{09C4E21D-6169-4B7E-B3CE-F5610B6E1475}"/>
          </ac:spMkLst>
        </pc:spChg>
      </pc:sldChg>
      <pc:sldChg chg="ord">
        <pc:chgData name="Pauline Smyth" userId="de5ce227-53e3-42c9-b7e0-2fb7785ba6f5" providerId="ADAL" clId="{52BA7804-C263-4A3E-9B74-229E9DB88BA6}" dt="2023-01-20T11:30:45.050" v="694"/>
        <pc:sldMkLst>
          <pc:docMk/>
          <pc:sldMk cId="1359015083" sldId="288"/>
        </pc:sldMkLst>
      </pc:sldChg>
      <pc:sldChg chg="modSp mod">
        <pc:chgData name="Pauline Smyth" userId="de5ce227-53e3-42c9-b7e0-2fb7785ba6f5" providerId="ADAL" clId="{52BA7804-C263-4A3E-9B74-229E9DB88BA6}" dt="2023-01-17T14:04:23.205" v="88" actId="20577"/>
        <pc:sldMkLst>
          <pc:docMk/>
          <pc:sldMk cId="3186659540" sldId="292"/>
        </pc:sldMkLst>
        <pc:spChg chg="mod">
          <ac:chgData name="Pauline Smyth" userId="de5ce227-53e3-42c9-b7e0-2fb7785ba6f5" providerId="ADAL" clId="{52BA7804-C263-4A3E-9B74-229E9DB88BA6}" dt="2023-01-17T14:04:23.205" v="88" actId="20577"/>
          <ac:spMkLst>
            <pc:docMk/>
            <pc:sldMk cId="3186659540" sldId="292"/>
            <ac:spMk id="3" creationId="{09C4E21D-6169-4B7E-B3CE-F5610B6E1475}"/>
          </ac:spMkLst>
        </pc:spChg>
      </pc:sldChg>
      <pc:sldChg chg="modSp mod">
        <pc:chgData name="Pauline Smyth" userId="de5ce227-53e3-42c9-b7e0-2fb7785ba6f5" providerId="ADAL" clId="{52BA7804-C263-4A3E-9B74-229E9DB88BA6}" dt="2023-01-20T11:02:42.033" v="635" actId="20577"/>
        <pc:sldMkLst>
          <pc:docMk/>
          <pc:sldMk cId="748603827" sldId="301"/>
        </pc:sldMkLst>
        <pc:spChg chg="mod">
          <ac:chgData name="Pauline Smyth" userId="de5ce227-53e3-42c9-b7e0-2fb7785ba6f5" providerId="ADAL" clId="{52BA7804-C263-4A3E-9B74-229E9DB88BA6}" dt="2023-01-20T11:02:42.033" v="635" actId="20577"/>
          <ac:spMkLst>
            <pc:docMk/>
            <pc:sldMk cId="748603827" sldId="301"/>
            <ac:spMk id="2" creationId="{E5BFCB2C-0F0E-4169-BA43-DB98346AFDDA}"/>
          </ac:spMkLst>
        </pc:spChg>
        <pc:spChg chg="mod">
          <ac:chgData name="Pauline Smyth" userId="de5ce227-53e3-42c9-b7e0-2fb7785ba6f5" providerId="ADAL" clId="{52BA7804-C263-4A3E-9B74-229E9DB88BA6}" dt="2023-01-20T11:02:20.444" v="628" actId="27636"/>
          <ac:spMkLst>
            <pc:docMk/>
            <pc:sldMk cId="748603827" sldId="301"/>
            <ac:spMk id="3" creationId="{09C4E21D-6169-4B7E-B3CE-F5610B6E1475}"/>
          </ac:spMkLst>
        </pc:spChg>
      </pc:sldChg>
      <pc:sldChg chg="modSp mod">
        <pc:chgData name="Pauline Smyth" userId="de5ce227-53e3-42c9-b7e0-2fb7785ba6f5" providerId="ADAL" clId="{52BA7804-C263-4A3E-9B74-229E9DB88BA6}" dt="2023-01-23T14:51:47.607" v="703" actId="20577"/>
        <pc:sldMkLst>
          <pc:docMk/>
          <pc:sldMk cId="1081878833" sldId="302"/>
        </pc:sldMkLst>
        <pc:spChg chg="mod">
          <ac:chgData name="Pauline Smyth" userId="de5ce227-53e3-42c9-b7e0-2fb7785ba6f5" providerId="ADAL" clId="{52BA7804-C263-4A3E-9B74-229E9DB88BA6}" dt="2023-01-20T11:02:51.260" v="643" actId="20577"/>
          <ac:spMkLst>
            <pc:docMk/>
            <pc:sldMk cId="1081878833" sldId="302"/>
            <ac:spMk id="2" creationId="{E5BFCB2C-0F0E-4169-BA43-DB98346AFDDA}"/>
          </ac:spMkLst>
        </pc:spChg>
        <pc:spChg chg="mod">
          <ac:chgData name="Pauline Smyth" userId="de5ce227-53e3-42c9-b7e0-2fb7785ba6f5" providerId="ADAL" clId="{52BA7804-C263-4A3E-9B74-229E9DB88BA6}" dt="2023-01-23T14:51:47.607" v="703" actId="20577"/>
          <ac:spMkLst>
            <pc:docMk/>
            <pc:sldMk cId="1081878833" sldId="302"/>
            <ac:spMk id="3" creationId="{09C4E21D-6169-4B7E-B3CE-F5610B6E1475}"/>
          </ac:spMkLst>
        </pc:spChg>
      </pc:sldChg>
      <pc:sldChg chg="modSp mod">
        <pc:chgData name="Pauline Smyth" userId="de5ce227-53e3-42c9-b7e0-2fb7785ba6f5" providerId="ADAL" clId="{52BA7804-C263-4A3E-9B74-229E9DB88BA6}" dt="2023-01-10T14:24:47.539" v="0" actId="368"/>
        <pc:sldMkLst>
          <pc:docMk/>
          <pc:sldMk cId="2906174061" sldId="303"/>
        </pc:sldMkLst>
        <pc:spChg chg="mod">
          <ac:chgData name="Pauline Smyth" userId="de5ce227-53e3-42c9-b7e0-2fb7785ba6f5" providerId="ADAL" clId="{52BA7804-C263-4A3E-9B74-229E9DB88BA6}" dt="2023-01-10T14:24:47.539" v="0" actId="368"/>
          <ac:spMkLst>
            <pc:docMk/>
            <pc:sldMk cId="2906174061" sldId="303"/>
            <ac:spMk id="3" creationId="{5B33113F-20F4-6075-C3DE-9D17A697790F}"/>
          </ac:spMkLst>
        </pc:spChg>
      </pc:sldChg>
      <pc:sldChg chg="ord">
        <pc:chgData name="Pauline Smyth" userId="de5ce227-53e3-42c9-b7e0-2fb7785ba6f5" providerId="ADAL" clId="{52BA7804-C263-4A3E-9B74-229E9DB88BA6}" dt="2023-01-17T15:50:42.953" v="275"/>
        <pc:sldMkLst>
          <pc:docMk/>
          <pc:sldMk cId="723344306" sldId="304"/>
        </pc:sldMkLst>
      </pc:sldChg>
      <pc:sldChg chg="addSp delSp modSp new mod ord setBg">
        <pc:chgData name="Pauline Smyth" userId="de5ce227-53e3-42c9-b7e0-2fb7785ba6f5" providerId="ADAL" clId="{52BA7804-C263-4A3E-9B74-229E9DB88BA6}" dt="2023-01-20T11:31:49.129" v="695" actId="403"/>
        <pc:sldMkLst>
          <pc:docMk/>
          <pc:sldMk cId="4215159043" sldId="309"/>
        </pc:sldMkLst>
        <pc:spChg chg="mod">
          <ac:chgData name="Pauline Smyth" userId="de5ce227-53e3-42c9-b7e0-2fb7785ba6f5" providerId="ADAL" clId="{52BA7804-C263-4A3E-9B74-229E9DB88BA6}" dt="2023-01-20T10:51:20.917" v="579" actId="26606"/>
          <ac:spMkLst>
            <pc:docMk/>
            <pc:sldMk cId="4215159043" sldId="309"/>
            <ac:spMk id="2" creationId="{2ED8BE21-69B7-4BE1-8057-5B55A4729BE2}"/>
          </ac:spMkLst>
        </pc:spChg>
        <pc:spChg chg="mod">
          <ac:chgData name="Pauline Smyth" userId="de5ce227-53e3-42c9-b7e0-2fb7785ba6f5" providerId="ADAL" clId="{52BA7804-C263-4A3E-9B74-229E9DB88BA6}" dt="2023-01-20T11:31:49.129" v="695" actId="403"/>
          <ac:spMkLst>
            <pc:docMk/>
            <pc:sldMk cId="4215159043" sldId="309"/>
            <ac:spMk id="3" creationId="{47CB2C94-0D5C-4D5F-A4D8-992CE4EBF420}"/>
          </ac:spMkLst>
        </pc:spChg>
        <pc:spChg chg="add del">
          <ac:chgData name="Pauline Smyth" userId="de5ce227-53e3-42c9-b7e0-2fb7785ba6f5" providerId="ADAL" clId="{52BA7804-C263-4A3E-9B74-229E9DB88BA6}" dt="2023-01-20T10:51:20.917" v="579" actId="26606"/>
          <ac:spMkLst>
            <pc:docMk/>
            <pc:sldMk cId="4215159043" sldId="309"/>
            <ac:spMk id="10" creationId="{C2E4E997-8672-4FFD-B8EC-9932A8E4714B}"/>
          </ac:spMkLst>
        </pc:spChg>
        <pc:grpChg chg="add del">
          <ac:chgData name="Pauline Smyth" userId="de5ce227-53e3-42c9-b7e0-2fb7785ba6f5" providerId="ADAL" clId="{52BA7804-C263-4A3E-9B74-229E9DB88BA6}" dt="2023-01-20T10:51:20.917" v="579" actId="26606"/>
          <ac:grpSpMkLst>
            <pc:docMk/>
            <pc:sldMk cId="4215159043" sldId="309"/>
            <ac:grpSpMk id="14" creationId="{453E4DEE-E996-40F8-8635-0FF43D7348F9}"/>
          </ac:grpSpMkLst>
        </pc:grpChg>
        <pc:picChg chg="add del mod">
          <ac:chgData name="Pauline Smyth" userId="de5ce227-53e3-42c9-b7e0-2fb7785ba6f5" providerId="ADAL" clId="{52BA7804-C263-4A3E-9B74-229E9DB88BA6}" dt="2023-01-20T10:51:22.125" v="580" actId="22"/>
          <ac:picMkLst>
            <pc:docMk/>
            <pc:sldMk cId="4215159043" sldId="309"/>
            <ac:picMk id="5" creationId="{4C3E35B0-19F6-4C1F-9CB4-AF76F59565DE}"/>
          </ac:picMkLst>
        </pc:picChg>
        <pc:picChg chg="add del">
          <ac:chgData name="Pauline Smyth" userId="de5ce227-53e3-42c9-b7e0-2fb7785ba6f5" providerId="ADAL" clId="{52BA7804-C263-4A3E-9B74-229E9DB88BA6}" dt="2023-01-20T10:51:20.917" v="579" actId="26606"/>
          <ac:picMkLst>
            <pc:docMk/>
            <pc:sldMk cId="4215159043" sldId="309"/>
            <ac:picMk id="12" creationId="{FE6BA9E6-1D9E-4D30-B528-D49FA1342E4E}"/>
          </ac:picMkLst>
        </pc:picChg>
      </pc:sldChg>
      <pc:sldChg chg="modSp add mod">
        <pc:chgData name="Pauline Smyth" userId="de5ce227-53e3-42c9-b7e0-2fb7785ba6f5" providerId="ADAL" clId="{52BA7804-C263-4A3E-9B74-229E9DB88BA6}" dt="2023-01-23T15:00:33.202" v="710" actId="20577"/>
        <pc:sldMkLst>
          <pc:docMk/>
          <pc:sldMk cId="3052814208" sldId="310"/>
        </pc:sldMkLst>
        <pc:spChg chg="mod">
          <ac:chgData name="Pauline Smyth" userId="de5ce227-53e3-42c9-b7e0-2fb7785ba6f5" providerId="ADAL" clId="{52BA7804-C263-4A3E-9B74-229E9DB88BA6}" dt="2023-01-23T15:00:33.202" v="710" actId="20577"/>
          <ac:spMkLst>
            <pc:docMk/>
            <pc:sldMk cId="3052814208" sldId="310"/>
            <ac:spMk id="3" creationId="{47CB2C94-0D5C-4D5F-A4D8-992CE4EBF420}"/>
          </ac:spMkLst>
        </pc:spChg>
      </pc:sldChg>
      <pc:sldChg chg="add del">
        <pc:chgData name="Pauline Smyth" userId="de5ce227-53e3-42c9-b7e0-2fb7785ba6f5" providerId="ADAL" clId="{52BA7804-C263-4A3E-9B74-229E9DB88BA6}" dt="2023-01-20T10:53:25.583" v="594" actId="2696"/>
        <pc:sldMkLst>
          <pc:docMk/>
          <pc:sldMk cId="2144774111" sldId="311"/>
        </pc:sldMkLst>
      </pc:sldChg>
      <pc:sldChg chg="addSp delSp modSp new mod setBg">
        <pc:chgData name="Pauline Smyth" userId="de5ce227-53e3-42c9-b7e0-2fb7785ba6f5" providerId="ADAL" clId="{52BA7804-C263-4A3E-9B74-229E9DB88BA6}" dt="2023-01-20T10:52:38.329" v="592" actId="26606"/>
        <pc:sldMkLst>
          <pc:docMk/>
          <pc:sldMk cId="2694339051" sldId="312"/>
        </pc:sldMkLst>
        <pc:spChg chg="del">
          <ac:chgData name="Pauline Smyth" userId="de5ce227-53e3-42c9-b7e0-2fb7785ba6f5" providerId="ADAL" clId="{52BA7804-C263-4A3E-9B74-229E9DB88BA6}" dt="2023-01-20T10:52:35.974" v="591" actId="478"/>
          <ac:spMkLst>
            <pc:docMk/>
            <pc:sldMk cId="2694339051" sldId="312"/>
            <ac:spMk id="2" creationId="{44C5FFEA-D47D-499C-95D2-799686EFD7CA}"/>
          </ac:spMkLst>
        </pc:spChg>
        <pc:spChg chg="del">
          <ac:chgData name="Pauline Smyth" userId="de5ce227-53e3-42c9-b7e0-2fb7785ba6f5" providerId="ADAL" clId="{52BA7804-C263-4A3E-9B74-229E9DB88BA6}" dt="2023-01-20T10:52:29.985" v="590" actId="478"/>
          <ac:spMkLst>
            <pc:docMk/>
            <pc:sldMk cId="2694339051" sldId="312"/>
            <ac:spMk id="3" creationId="{A7314218-34BE-4B89-8D01-E9474A6B98CA}"/>
          </ac:spMkLst>
        </pc:spChg>
        <pc:grpChg chg="add">
          <ac:chgData name="Pauline Smyth" userId="de5ce227-53e3-42c9-b7e0-2fb7785ba6f5" providerId="ADAL" clId="{52BA7804-C263-4A3E-9B74-229E9DB88BA6}" dt="2023-01-20T10:52:38.329" v="592" actId="26606"/>
          <ac:grpSpMkLst>
            <pc:docMk/>
            <pc:sldMk cId="2694339051" sldId="312"/>
            <ac:grpSpMk id="12" creationId="{8EC1EDC6-1B42-4FCD-BC53-B1D05BFF2E3F}"/>
          </ac:grpSpMkLst>
        </pc:grpChg>
        <pc:picChg chg="add mod">
          <ac:chgData name="Pauline Smyth" userId="de5ce227-53e3-42c9-b7e0-2fb7785ba6f5" providerId="ADAL" clId="{52BA7804-C263-4A3E-9B74-229E9DB88BA6}" dt="2023-01-20T10:52:38.329" v="592" actId="26606"/>
          <ac:picMkLst>
            <pc:docMk/>
            <pc:sldMk cId="2694339051" sldId="312"/>
            <ac:picMk id="5" creationId="{BBB62985-3B96-4514-A156-CF4680881E5D}"/>
          </ac:picMkLst>
        </pc:picChg>
        <pc:picChg chg="add">
          <ac:chgData name="Pauline Smyth" userId="de5ce227-53e3-42c9-b7e0-2fb7785ba6f5" providerId="ADAL" clId="{52BA7804-C263-4A3E-9B74-229E9DB88BA6}" dt="2023-01-20T10:52:38.329" v="592" actId="26606"/>
          <ac:picMkLst>
            <pc:docMk/>
            <pc:sldMk cId="2694339051" sldId="312"/>
            <ac:picMk id="10" creationId="{6551C300-1D7A-46C3-9EF6-0EAC9B1E1F53}"/>
          </ac:picMkLst>
        </pc:picChg>
      </pc:sldChg>
      <pc:sldChg chg="add del">
        <pc:chgData name="Pauline Smyth" userId="de5ce227-53e3-42c9-b7e0-2fb7785ba6f5" providerId="ADAL" clId="{52BA7804-C263-4A3E-9B74-229E9DB88BA6}" dt="2023-01-20T10:53:33.005" v="595" actId="2696"/>
        <pc:sldMkLst>
          <pc:docMk/>
          <pc:sldMk cId="1338315519" sldId="31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9/6/2024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9/6/2024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livescience.com/20718-computer-history.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hyperlink" Target="https://www.khanacademy.org/science/ms-physics/x1baed5db7c1bb50b:waves/x1baed5db7c1bb50b:digital-signals/v/digital-and-analog-informatio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dWDQdwlK1G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4VROUIAF2Do"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examinations.ie/archive/exampapers/2020/LC219ALP038EV.pdf" TargetMode="External"/><Relationship Id="rId2" Type="http://schemas.openxmlformats.org/officeDocument/2006/relationships/hyperlink" Target="https://www.youtube.com/watch?v=dNRDvLACg5Q"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3WNFBjoJbBA"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zALecS762M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WnNm_uJYWhA" TargetMode="External"/><Relationship Id="rId2" Type="http://schemas.openxmlformats.org/officeDocument/2006/relationships/hyperlink" Target="https://www.youtube.com/watch?v=k4oGI_dNaPc"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youtube.com/watch?v=ALVlPveiE5o"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f3hyAUDAgo"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youtube.com/watch?v=etVzy1z_Pt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2" Type="http://schemas.openxmlformats.org/officeDocument/2006/relationships/hyperlink" Target="https://www.youtube.com/watch?v=1qQE5Xwe7f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youtube.com/watch?v=_ZjGOiJXVB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7611-3605-47BC-B91B-0DA5D049FA40}"/>
              </a:ext>
            </a:extLst>
          </p:cNvPr>
          <p:cNvSpPr>
            <a:spLocks noGrp="1"/>
          </p:cNvSpPr>
          <p:nvPr>
            <p:ph type="ctrTitle"/>
          </p:nvPr>
        </p:nvSpPr>
        <p:spPr/>
        <p:txBody>
          <a:bodyPr/>
          <a:lstStyle/>
          <a:p>
            <a:r>
              <a:rPr lang="en-IE" dirty="0"/>
              <a:t>Brief History of Computing</a:t>
            </a:r>
          </a:p>
        </p:txBody>
      </p:sp>
      <p:sp>
        <p:nvSpPr>
          <p:cNvPr id="3" name="Subtitle 2">
            <a:extLst>
              <a:ext uri="{FF2B5EF4-FFF2-40B4-BE49-F238E27FC236}">
                <a16:creationId xmlns:a16="http://schemas.microsoft.com/office/drawing/2014/main" id="{75BB8030-1F24-45A6-9B78-4F1EADED4F02}"/>
              </a:ext>
            </a:extLst>
          </p:cNvPr>
          <p:cNvSpPr>
            <a:spLocks noGrp="1"/>
          </p:cNvSpPr>
          <p:nvPr>
            <p:ph type="subTitle" idx="1"/>
          </p:nvPr>
        </p:nvSpPr>
        <p:spPr/>
        <p:txBody>
          <a:bodyPr/>
          <a:lstStyle/>
          <a:p>
            <a:r>
              <a:rPr lang="en-IE" dirty="0"/>
              <a:t>Leaving Cert Computer Science</a:t>
            </a:r>
          </a:p>
        </p:txBody>
      </p:sp>
    </p:spTree>
    <p:extLst>
      <p:ext uri="{BB962C8B-B14F-4D97-AF65-F5344CB8AC3E}">
        <p14:creationId xmlns:p14="http://schemas.microsoft.com/office/powerpoint/2010/main" val="1372550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p:txBody>
          <a:bodyPr/>
          <a:lstStyle/>
          <a:p>
            <a:r>
              <a:rPr lang="en-IE" dirty="0"/>
              <a:t>Learning Intentions </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p:txBody>
          <a:bodyPr>
            <a:normAutofit/>
          </a:bodyPr>
          <a:lstStyle/>
          <a:p>
            <a:r>
              <a:rPr lang="en-IE" sz="2800" dirty="0"/>
              <a:t>Identify important computer developments that have taken place in the last 100 years</a:t>
            </a:r>
          </a:p>
          <a:p>
            <a:r>
              <a:rPr lang="en-IE" sz="2800" dirty="0"/>
              <a:t>Consider emerging trends that could shape future computing technologies</a:t>
            </a:r>
          </a:p>
          <a:p>
            <a:endParaRPr lang="en-IE" sz="2800" dirty="0"/>
          </a:p>
        </p:txBody>
      </p:sp>
    </p:spTree>
    <p:extLst>
      <p:ext uri="{BB962C8B-B14F-4D97-AF65-F5344CB8AC3E}">
        <p14:creationId xmlns:p14="http://schemas.microsoft.com/office/powerpoint/2010/main" val="134473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p:txBody>
          <a:bodyPr/>
          <a:lstStyle/>
          <a:p>
            <a:r>
              <a:rPr lang="en-IE" dirty="0"/>
              <a:t>Excellent website for this topic</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p:txBody>
          <a:bodyPr>
            <a:normAutofit/>
          </a:bodyPr>
          <a:lstStyle/>
          <a:p>
            <a:r>
              <a:rPr lang="en-IE" sz="2800">
                <a:hlinkClick r:id="rId2"/>
              </a:rPr>
              <a:t>https://www.livescience.com/20718-computer-history.html</a:t>
            </a:r>
            <a:endParaRPr lang="en-IE" sz="2800"/>
          </a:p>
          <a:p>
            <a:endParaRPr lang="en-IE" sz="2800" dirty="0"/>
          </a:p>
        </p:txBody>
      </p:sp>
    </p:spTree>
    <p:extLst>
      <p:ext uri="{BB962C8B-B14F-4D97-AF65-F5344CB8AC3E}">
        <p14:creationId xmlns:p14="http://schemas.microsoft.com/office/powerpoint/2010/main" val="1838038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p:txBody>
          <a:bodyPr/>
          <a:lstStyle/>
          <a:p>
            <a:r>
              <a:rPr lang="en-IE" dirty="0"/>
              <a:t>Learning Intentions – 1</a:t>
            </a:r>
            <a:r>
              <a:rPr lang="en-IE" baseline="30000" dirty="0"/>
              <a:t>st</a:t>
            </a:r>
            <a:r>
              <a:rPr lang="en-IE" dirty="0"/>
              <a:t> November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p:txBody>
          <a:bodyPr>
            <a:normAutofit/>
          </a:bodyPr>
          <a:lstStyle/>
          <a:p>
            <a:r>
              <a:rPr lang="en-IE" sz="2800" dirty="0"/>
              <a:t>Identify important computer developments that have taken place in the last 100 years</a:t>
            </a:r>
          </a:p>
          <a:p>
            <a:r>
              <a:rPr lang="en-IE" sz="2800" dirty="0"/>
              <a:t>Consider emerging trends that could shape future computing technologies</a:t>
            </a:r>
          </a:p>
          <a:p>
            <a:endParaRPr lang="en-IE" sz="2800" dirty="0"/>
          </a:p>
        </p:txBody>
      </p:sp>
      <p:pic>
        <p:nvPicPr>
          <p:cNvPr id="5" name="Picture 4">
            <a:extLst>
              <a:ext uri="{FF2B5EF4-FFF2-40B4-BE49-F238E27FC236}">
                <a16:creationId xmlns:a16="http://schemas.microsoft.com/office/drawing/2014/main" id="{FED460AD-DF25-4C8A-BFAC-C15E520BDD45}"/>
              </a:ext>
            </a:extLst>
          </p:cNvPr>
          <p:cNvPicPr>
            <a:picLocks noChangeAspect="1"/>
          </p:cNvPicPr>
          <p:nvPr/>
        </p:nvPicPr>
        <p:blipFill>
          <a:blip r:embed="rId2"/>
          <a:stretch>
            <a:fillRect/>
          </a:stretch>
        </p:blipFill>
        <p:spPr>
          <a:xfrm>
            <a:off x="361950" y="200025"/>
            <a:ext cx="11468100" cy="6457950"/>
          </a:xfrm>
          <a:prstGeom prst="rect">
            <a:avLst/>
          </a:prstGeom>
        </p:spPr>
      </p:pic>
    </p:spTree>
    <p:extLst>
      <p:ext uri="{BB962C8B-B14F-4D97-AF65-F5344CB8AC3E}">
        <p14:creationId xmlns:p14="http://schemas.microsoft.com/office/powerpoint/2010/main" val="165017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What is a computer?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1141412" y="1028700"/>
            <a:ext cx="9905999" cy="4762501"/>
          </a:xfrm>
        </p:spPr>
        <p:txBody>
          <a:bodyPr>
            <a:normAutofit/>
          </a:bodyPr>
          <a:lstStyle/>
          <a:p>
            <a:r>
              <a:rPr lang="en-IE" sz="3200" dirty="0"/>
              <a:t>A computer is a general-purpose machine that can take in data(input), processes the data using a set of </a:t>
            </a:r>
            <a:r>
              <a:rPr lang="en-US" sz="3200" dirty="0"/>
              <a:t>arithmetic or logical operations (program) </a:t>
            </a:r>
            <a:r>
              <a:rPr lang="en-IE" sz="3200" dirty="0"/>
              <a:t>and produces a result (output).</a:t>
            </a:r>
          </a:p>
        </p:txBody>
      </p:sp>
    </p:spTree>
    <p:extLst>
      <p:ext uri="{BB962C8B-B14F-4D97-AF65-F5344CB8AC3E}">
        <p14:creationId xmlns:p14="http://schemas.microsoft.com/office/powerpoint/2010/main" val="944219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A General purpose machine</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1141412" y="1028700"/>
            <a:ext cx="9905999" cy="4762501"/>
          </a:xfrm>
        </p:spPr>
        <p:txBody>
          <a:bodyPr>
            <a:normAutofit/>
          </a:bodyPr>
          <a:lstStyle/>
          <a:p>
            <a:r>
              <a:rPr lang="en-IE" sz="3200" dirty="0"/>
              <a:t>This means the device can carry out wide range of tasks, not just follow a limited set of instructions to achieve a specific purpose </a:t>
            </a:r>
            <a:r>
              <a:rPr lang="en-IE" sz="3200" dirty="0" err="1"/>
              <a:t>e.g</a:t>
            </a:r>
            <a:r>
              <a:rPr lang="en-IE" sz="3200" dirty="0"/>
              <a:t> desk calculator</a:t>
            </a:r>
          </a:p>
          <a:p>
            <a:r>
              <a:rPr lang="en-IE" sz="3200" dirty="0"/>
              <a:t>A desk calculator not a computer as it can only carry out a small set of mathematical calculations.</a:t>
            </a:r>
          </a:p>
        </p:txBody>
      </p:sp>
    </p:spTree>
    <p:extLst>
      <p:ext uri="{BB962C8B-B14F-4D97-AF65-F5344CB8AC3E}">
        <p14:creationId xmlns:p14="http://schemas.microsoft.com/office/powerpoint/2010/main" val="408099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Todays Computers </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1141412" y="1028700"/>
            <a:ext cx="9905999" cy="5554980"/>
          </a:xfrm>
        </p:spPr>
        <p:txBody>
          <a:bodyPr>
            <a:normAutofit/>
          </a:bodyPr>
          <a:lstStyle/>
          <a:p>
            <a:r>
              <a:rPr lang="en-IE" sz="3200" dirty="0"/>
              <a:t>They are </a:t>
            </a:r>
            <a:r>
              <a:rPr lang="en-IE" sz="3200" b="1" dirty="0"/>
              <a:t>programmable</a:t>
            </a:r>
            <a:r>
              <a:rPr lang="en-IE" sz="3200" dirty="0"/>
              <a:t>, and </a:t>
            </a:r>
            <a:r>
              <a:rPr lang="en-IE" sz="3200" b="1" dirty="0"/>
              <a:t>general purpose </a:t>
            </a:r>
            <a:r>
              <a:rPr lang="en-IE" sz="3200" dirty="0"/>
              <a:t>but such machines are a very specific type of computer. They are also </a:t>
            </a:r>
            <a:r>
              <a:rPr lang="en-IE" sz="3200" b="1" dirty="0"/>
              <a:t>digital</a:t>
            </a:r>
            <a:r>
              <a:rPr lang="en-IE" sz="3200" dirty="0"/>
              <a:t>, </a:t>
            </a:r>
            <a:r>
              <a:rPr lang="en-IE" sz="3200" b="1" dirty="0"/>
              <a:t>electronic</a:t>
            </a:r>
            <a:r>
              <a:rPr lang="en-IE" sz="3200" dirty="0"/>
              <a:t> computers</a:t>
            </a:r>
          </a:p>
        </p:txBody>
      </p:sp>
      <p:pic>
        <p:nvPicPr>
          <p:cNvPr id="5" name="Picture 4">
            <a:extLst>
              <a:ext uri="{FF2B5EF4-FFF2-40B4-BE49-F238E27FC236}">
                <a16:creationId xmlns:a16="http://schemas.microsoft.com/office/drawing/2014/main" id="{5BD956D6-493C-4BB4-864D-F990D44DE271}"/>
              </a:ext>
            </a:extLst>
          </p:cNvPr>
          <p:cNvPicPr>
            <a:picLocks noChangeAspect="1"/>
          </p:cNvPicPr>
          <p:nvPr/>
        </p:nvPicPr>
        <p:blipFill>
          <a:blip r:embed="rId2"/>
          <a:stretch>
            <a:fillRect/>
          </a:stretch>
        </p:blipFill>
        <p:spPr>
          <a:xfrm>
            <a:off x="1356995" y="3257550"/>
            <a:ext cx="2286000" cy="1847850"/>
          </a:xfrm>
          <a:prstGeom prst="rect">
            <a:avLst/>
          </a:prstGeom>
        </p:spPr>
      </p:pic>
      <p:pic>
        <p:nvPicPr>
          <p:cNvPr id="7" name="Picture 6">
            <a:extLst>
              <a:ext uri="{FF2B5EF4-FFF2-40B4-BE49-F238E27FC236}">
                <a16:creationId xmlns:a16="http://schemas.microsoft.com/office/drawing/2014/main" id="{40AC1D72-6979-4919-B3A9-16E2FB17F985}"/>
              </a:ext>
            </a:extLst>
          </p:cNvPr>
          <p:cNvPicPr>
            <a:picLocks noChangeAspect="1"/>
          </p:cNvPicPr>
          <p:nvPr/>
        </p:nvPicPr>
        <p:blipFill>
          <a:blip r:embed="rId3"/>
          <a:stretch>
            <a:fillRect/>
          </a:stretch>
        </p:blipFill>
        <p:spPr>
          <a:xfrm>
            <a:off x="4147502" y="3009900"/>
            <a:ext cx="2352675" cy="2343150"/>
          </a:xfrm>
          <a:prstGeom prst="rect">
            <a:avLst/>
          </a:prstGeom>
        </p:spPr>
      </p:pic>
      <p:pic>
        <p:nvPicPr>
          <p:cNvPr id="9" name="Picture 8">
            <a:extLst>
              <a:ext uri="{FF2B5EF4-FFF2-40B4-BE49-F238E27FC236}">
                <a16:creationId xmlns:a16="http://schemas.microsoft.com/office/drawing/2014/main" id="{C88DB7E0-9034-4FED-97F5-7D7C88551E56}"/>
              </a:ext>
            </a:extLst>
          </p:cNvPr>
          <p:cNvPicPr>
            <a:picLocks noChangeAspect="1"/>
          </p:cNvPicPr>
          <p:nvPr/>
        </p:nvPicPr>
        <p:blipFill>
          <a:blip r:embed="rId4"/>
          <a:stretch>
            <a:fillRect/>
          </a:stretch>
        </p:blipFill>
        <p:spPr>
          <a:xfrm>
            <a:off x="7004684" y="3055937"/>
            <a:ext cx="2343150" cy="1914525"/>
          </a:xfrm>
          <a:prstGeom prst="rect">
            <a:avLst/>
          </a:prstGeom>
        </p:spPr>
      </p:pic>
    </p:spTree>
    <p:extLst>
      <p:ext uri="{BB962C8B-B14F-4D97-AF65-F5344CB8AC3E}">
        <p14:creationId xmlns:p14="http://schemas.microsoft.com/office/powerpoint/2010/main" val="1319962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BA15-572A-ECEB-13B8-7F9633AD98FB}"/>
              </a:ext>
            </a:extLst>
          </p:cNvPr>
          <p:cNvSpPr>
            <a:spLocks noGrp="1"/>
          </p:cNvSpPr>
          <p:nvPr>
            <p:ph type="title"/>
          </p:nvPr>
        </p:nvSpPr>
        <p:spPr/>
        <p:txBody>
          <a:bodyPr/>
          <a:lstStyle/>
          <a:p>
            <a:r>
              <a:rPr lang="en-IE" dirty="0"/>
              <a:t>Digital and Analogue signals (video)</a:t>
            </a:r>
          </a:p>
        </p:txBody>
      </p:sp>
      <p:sp>
        <p:nvSpPr>
          <p:cNvPr id="3" name="Content Placeholder 2">
            <a:extLst>
              <a:ext uri="{FF2B5EF4-FFF2-40B4-BE49-F238E27FC236}">
                <a16:creationId xmlns:a16="http://schemas.microsoft.com/office/drawing/2014/main" id="{5B33113F-20F4-6075-C3DE-9D17A697790F}"/>
              </a:ext>
            </a:extLst>
          </p:cNvPr>
          <p:cNvSpPr>
            <a:spLocks noGrp="1"/>
          </p:cNvSpPr>
          <p:nvPr>
            <p:ph idx="1"/>
          </p:nvPr>
        </p:nvSpPr>
        <p:spPr/>
        <p:txBody>
          <a:bodyPr/>
          <a:lstStyle/>
          <a:p>
            <a:r>
              <a:rPr lang="en-IE" dirty="0">
                <a:hlinkClick r:id="rId2"/>
              </a:rPr>
              <a:t>https://www.khanacademy.org/science/ms-physics/x1baed5db7c1bb50b:waves/x1baed5db7c1bb50b:digital-signals/v/digital-and-analog-information</a:t>
            </a:r>
            <a:endParaRPr lang="en-IE" dirty="0"/>
          </a:p>
          <a:p>
            <a:endParaRPr lang="en-IE" dirty="0"/>
          </a:p>
        </p:txBody>
      </p:sp>
    </p:spTree>
    <p:extLst>
      <p:ext uri="{BB962C8B-B14F-4D97-AF65-F5344CB8AC3E}">
        <p14:creationId xmlns:p14="http://schemas.microsoft.com/office/powerpoint/2010/main" val="2906174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Digital computer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944880" y="881380"/>
            <a:ext cx="10576560" cy="5554980"/>
          </a:xfrm>
        </p:spPr>
        <p:txBody>
          <a:bodyPr>
            <a:normAutofit/>
          </a:bodyPr>
          <a:lstStyle/>
          <a:p>
            <a:r>
              <a:rPr lang="en-IE" sz="3200" dirty="0"/>
              <a:t>A signal is a representation of changing information. They are used to transmit information from place to place.</a:t>
            </a:r>
          </a:p>
          <a:p>
            <a:r>
              <a:rPr lang="en-IE" sz="3200" dirty="0"/>
              <a:t>A digital computer operates using digital signals. These are discrete representations of information i.e. they can only have a limited number of values, in the below case 0 or 1</a:t>
            </a:r>
          </a:p>
        </p:txBody>
      </p:sp>
      <p:pic>
        <p:nvPicPr>
          <p:cNvPr id="6" name="Picture 5">
            <a:extLst>
              <a:ext uri="{FF2B5EF4-FFF2-40B4-BE49-F238E27FC236}">
                <a16:creationId xmlns:a16="http://schemas.microsoft.com/office/drawing/2014/main" id="{5F81900B-3C96-4737-89EE-1E04C218D2C4}"/>
              </a:ext>
            </a:extLst>
          </p:cNvPr>
          <p:cNvPicPr>
            <a:picLocks noChangeAspect="1"/>
          </p:cNvPicPr>
          <p:nvPr/>
        </p:nvPicPr>
        <p:blipFill>
          <a:blip r:embed="rId2"/>
          <a:stretch>
            <a:fillRect/>
          </a:stretch>
        </p:blipFill>
        <p:spPr>
          <a:xfrm>
            <a:off x="1141412" y="4197985"/>
            <a:ext cx="5876925" cy="2238375"/>
          </a:xfrm>
          <a:prstGeom prst="rect">
            <a:avLst/>
          </a:prstGeom>
        </p:spPr>
      </p:pic>
    </p:spTree>
    <p:extLst>
      <p:ext uri="{BB962C8B-B14F-4D97-AF65-F5344CB8AC3E}">
        <p14:creationId xmlns:p14="http://schemas.microsoft.com/office/powerpoint/2010/main" val="3609291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Digital computer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944880" y="881380"/>
            <a:ext cx="10576560" cy="5554980"/>
          </a:xfrm>
        </p:spPr>
        <p:txBody>
          <a:bodyPr>
            <a:normAutofit/>
          </a:bodyPr>
          <a:lstStyle/>
          <a:p>
            <a:r>
              <a:rPr lang="en-IE" sz="3200" dirty="0"/>
              <a:t>Information can also be transmitted using an analogue signal. In </a:t>
            </a:r>
            <a:r>
              <a:rPr lang="en-IE" sz="3200" dirty="0" err="1"/>
              <a:t>analog</a:t>
            </a:r>
            <a:r>
              <a:rPr lang="en-IE" sz="3200" dirty="0"/>
              <a:t> signals, the value changes continuously with time. The signal can have an infinite number of values</a:t>
            </a:r>
          </a:p>
          <a:p>
            <a:endParaRPr lang="en-IE" sz="3200" dirty="0"/>
          </a:p>
        </p:txBody>
      </p:sp>
      <p:pic>
        <p:nvPicPr>
          <p:cNvPr id="5" name="Picture 4">
            <a:extLst>
              <a:ext uri="{FF2B5EF4-FFF2-40B4-BE49-F238E27FC236}">
                <a16:creationId xmlns:a16="http://schemas.microsoft.com/office/drawing/2014/main" id="{B5A1D42E-B388-468C-BDAE-31755126C80D}"/>
              </a:ext>
            </a:extLst>
          </p:cNvPr>
          <p:cNvPicPr>
            <a:picLocks noChangeAspect="1"/>
          </p:cNvPicPr>
          <p:nvPr/>
        </p:nvPicPr>
        <p:blipFill>
          <a:blip r:embed="rId2"/>
          <a:stretch>
            <a:fillRect/>
          </a:stretch>
        </p:blipFill>
        <p:spPr>
          <a:xfrm>
            <a:off x="1141412" y="2712043"/>
            <a:ext cx="5409882" cy="3770037"/>
          </a:xfrm>
          <a:prstGeom prst="rect">
            <a:avLst/>
          </a:prstGeom>
        </p:spPr>
      </p:pic>
    </p:spTree>
    <p:extLst>
      <p:ext uri="{BB962C8B-B14F-4D97-AF65-F5344CB8AC3E}">
        <p14:creationId xmlns:p14="http://schemas.microsoft.com/office/powerpoint/2010/main" val="1636804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err="1"/>
              <a:t>THe</a:t>
            </a:r>
            <a:r>
              <a:rPr lang="en-IE" dirty="0"/>
              <a:t> first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323850" y="1028700"/>
            <a:ext cx="11620500" cy="5419725"/>
          </a:xfrm>
        </p:spPr>
        <p:txBody>
          <a:bodyPr>
            <a:normAutofit/>
          </a:bodyPr>
          <a:lstStyle/>
          <a:p>
            <a:r>
              <a:rPr lang="en-IE" sz="3200" dirty="0"/>
              <a:t>The first computers were people.</a:t>
            </a:r>
          </a:p>
          <a:p>
            <a:r>
              <a:rPr lang="en-IE" sz="3200" dirty="0"/>
              <a:t>As early as 17</a:t>
            </a:r>
            <a:r>
              <a:rPr lang="en-IE" sz="3200" baseline="30000" dirty="0"/>
              <a:t>th</a:t>
            </a:r>
            <a:r>
              <a:rPr lang="en-IE" sz="3200" dirty="0"/>
              <a:t> century, the term computer was used to describe a person who performed mathematical calculations for different reasons:</a:t>
            </a:r>
          </a:p>
          <a:p>
            <a:pPr lvl="1"/>
            <a:r>
              <a:rPr lang="en-IE" sz="2800" dirty="0"/>
              <a:t>Compiling maths tables such as logarithms or </a:t>
            </a:r>
            <a:r>
              <a:rPr lang="en-IE" sz="2800" dirty="0" err="1"/>
              <a:t>trigonmetric</a:t>
            </a:r>
            <a:r>
              <a:rPr lang="en-IE" sz="2800" dirty="0"/>
              <a:t> values</a:t>
            </a:r>
          </a:p>
          <a:p>
            <a:pPr lvl="1"/>
            <a:r>
              <a:rPr lang="en-IE" sz="2800" dirty="0"/>
              <a:t>Calculating movements of celestial bodies such as planets, stars, moons etc</a:t>
            </a:r>
          </a:p>
          <a:p>
            <a:pPr lvl="1"/>
            <a:r>
              <a:rPr lang="en-IE" sz="2800" dirty="0"/>
              <a:t>Working out the trajectories of missiles for armies</a:t>
            </a:r>
          </a:p>
        </p:txBody>
      </p:sp>
    </p:spTree>
    <p:extLst>
      <p:ext uri="{BB962C8B-B14F-4D97-AF65-F5344CB8AC3E}">
        <p14:creationId xmlns:p14="http://schemas.microsoft.com/office/powerpoint/2010/main" val="2315375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Early computing machines</a:t>
            </a:r>
          </a:p>
        </p:txBody>
      </p:sp>
      <p:sp>
        <p:nvSpPr>
          <p:cNvPr id="7" name="Content Placeholder 6">
            <a:extLst>
              <a:ext uri="{FF2B5EF4-FFF2-40B4-BE49-F238E27FC236}">
                <a16:creationId xmlns:a16="http://schemas.microsoft.com/office/drawing/2014/main" id="{3379D755-782B-449B-9AC7-D20024384294}"/>
              </a:ext>
            </a:extLst>
          </p:cNvPr>
          <p:cNvSpPr>
            <a:spLocks noGrp="1"/>
          </p:cNvSpPr>
          <p:nvPr>
            <p:ph idx="1"/>
          </p:nvPr>
        </p:nvSpPr>
        <p:spPr>
          <a:xfrm>
            <a:off x="733425" y="766762"/>
            <a:ext cx="10991850" cy="5324475"/>
          </a:xfrm>
        </p:spPr>
        <p:txBody>
          <a:bodyPr>
            <a:normAutofit fontScale="92500" lnSpcReduction="10000"/>
          </a:bodyPr>
          <a:lstStyle/>
          <a:p>
            <a:r>
              <a:rPr lang="en-IE" sz="3200" dirty="0"/>
              <a:t>THE SLIDE RULE</a:t>
            </a:r>
          </a:p>
          <a:p>
            <a:r>
              <a:rPr lang="en-IE" sz="3200" dirty="0"/>
              <a:t>Early 1600’s, a mechanical analog computing device called a slide rule was invented</a:t>
            </a:r>
          </a:p>
          <a:p>
            <a:r>
              <a:rPr lang="en-IE" sz="3200" dirty="0"/>
              <a:t>They were continually improved until they could calculate </a:t>
            </a:r>
          </a:p>
          <a:p>
            <a:pPr lvl="1"/>
            <a:r>
              <a:rPr lang="en-IE" sz="2800" dirty="0"/>
              <a:t>Logarithms</a:t>
            </a:r>
          </a:p>
          <a:p>
            <a:pPr lvl="1"/>
            <a:r>
              <a:rPr lang="en-IE" sz="2800" dirty="0"/>
              <a:t>Trigonometric functions</a:t>
            </a:r>
          </a:p>
          <a:p>
            <a:pPr lvl="1"/>
            <a:r>
              <a:rPr lang="en-IE" sz="2800" dirty="0"/>
              <a:t>Squares, cubes and their roots</a:t>
            </a:r>
          </a:p>
          <a:p>
            <a:r>
              <a:rPr lang="en-IE" sz="3200" dirty="0"/>
              <a:t>Widely used up to1970s when they                                           were replaced by the electronic calculator </a:t>
            </a:r>
          </a:p>
        </p:txBody>
      </p:sp>
      <p:pic>
        <p:nvPicPr>
          <p:cNvPr id="9" name="Picture 8">
            <a:extLst>
              <a:ext uri="{FF2B5EF4-FFF2-40B4-BE49-F238E27FC236}">
                <a16:creationId xmlns:a16="http://schemas.microsoft.com/office/drawing/2014/main" id="{59A8E425-A12E-4D86-B73F-EF1DE8698AE3}"/>
              </a:ext>
            </a:extLst>
          </p:cNvPr>
          <p:cNvPicPr>
            <a:picLocks noChangeAspect="1"/>
          </p:cNvPicPr>
          <p:nvPr/>
        </p:nvPicPr>
        <p:blipFill>
          <a:blip r:embed="rId2"/>
          <a:stretch>
            <a:fillRect/>
          </a:stretch>
        </p:blipFill>
        <p:spPr>
          <a:xfrm>
            <a:off x="7625786" y="3123853"/>
            <a:ext cx="4383334" cy="2589848"/>
          </a:xfrm>
          <a:prstGeom prst="rect">
            <a:avLst/>
          </a:prstGeom>
        </p:spPr>
      </p:pic>
    </p:spTree>
    <p:extLst>
      <p:ext uri="{BB962C8B-B14F-4D97-AF65-F5344CB8AC3E}">
        <p14:creationId xmlns:p14="http://schemas.microsoft.com/office/powerpoint/2010/main" val="2421185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normAutofit fontScale="90000"/>
          </a:bodyPr>
          <a:lstStyle/>
          <a:p>
            <a:r>
              <a:rPr lang="en-IE" dirty="0"/>
              <a:t>Charles Babbage – The Father of the computer</a:t>
            </a:r>
          </a:p>
        </p:txBody>
      </p:sp>
      <p:pic>
        <p:nvPicPr>
          <p:cNvPr id="5" name="Content Placeholder 4">
            <a:extLst>
              <a:ext uri="{FF2B5EF4-FFF2-40B4-BE49-F238E27FC236}">
                <a16:creationId xmlns:a16="http://schemas.microsoft.com/office/drawing/2014/main" id="{E27973A2-1C82-4571-9940-FD0BFE23F3C3}"/>
              </a:ext>
            </a:extLst>
          </p:cNvPr>
          <p:cNvPicPr>
            <a:picLocks noGrp="1" noChangeAspect="1"/>
          </p:cNvPicPr>
          <p:nvPr>
            <p:ph idx="1"/>
          </p:nvPr>
        </p:nvPicPr>
        <p:blipFill>
          <a:blip r:embed="rId2"/>
          <a:stretch>
            <a:fillRect/>
          </a:stretch>
        </p:blipFill>
        <p:spPr>
          <a:xfrm>
            <a:off x="369253" y="933450"/>
            <a:ext cx="11249996" cy="4116070"/>
          </a:xfrm>
        </p:spPr>
      </p:pic>
    </p:spTree>
    <p:extLst>
      <p:ext uri="{BB962C8B-B14F-4D97-AF65-F5344CB8AC3E}">
        <p14:creationId xmlns:p14="http://schemas.microsoft.com/office/powerpoint/2010/main" val="3621621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normAutofit fontScale="90000"/>
          </a:bodyPr>
          <a:lstStyle/>
          <a:p>
            <a:r>
              <a:rPr lang="en-IE" dirty="0"/>
              <a:t>Charles Babbage – The Father of the computer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8D31B32-C147-454B-A71F-F151872C8A9D}"/>
                  </a:ext>
                </a:extLst>
              </p:cNvPr>
              <p:cNvSpPr>
                <a:spLocks noGrp="1"/>
              </p:cNvSpPr>
              <p:nvPr>
                <p:ph idx="1"/>
              </p:nvPr>
            </p:nvSpPr>
            <p:spPr>
              <a:xfrm>
                <a:off x="619760" y="822960"/>
                <a:ext cx="11186160" cy="5720080"/>
              </a:xfrm>
            </p:spPr>
            <p:txBody>
              <a:bodyPr>
                <a:normAutofit/>
              </a:bodyPr>
              <a:lstStyle/>
              <a:p>
                <a:r>
                  <a:rPr lang="en-IE" sz="3200" b="1" u="sng" dirty="0">
                    <a:highlight>
                      <a:srgbClr val="0000FF"/>
                    </a:highlight>
                  </a:rPr>
                  <a:t>The Difference </a:t>
                </a:r>
                <a:r>
                  <a:rPr lang="en-IE" sz="3200" b="1" u="sng">
                    <a:highlight>
                      <a:srgbClr val="0000FF"/>
                    </a:highlight>
                  </a:rPr>
                  <a:t>Machine (1822) </a:t>
                </a:r>
                <a:r>
                  <a:rPr lang="en-IE" sz="3200"/>
                  <a:t>was </a:t>
                </a:r>
                <a:r>
                  <a:rPr lang="en-IE" sz="3200" dirty="0"/>
                  <a:t>a mechanical calculator that could solve polynomial functions such as </a:t>
                </a:r>
                <a14:m>
                  <m:oMath xmlns:m="http://schemas.openxmlformats.org/officeDocument/2006/math">
                    <m:sSup>
                      <m:sSupPr>
                        <m:ctrlPr>
                          <a:rPr lang="en-IE" sz="3200" i="1" smtClean="0">
                            <a:latin typeface="Cambria Math" panose="02040503050406030204" pitchFamily="18" charset="0"/>
                          </a:rPr>
                        </m:ctrlPr>
                      </m:sSupPr>
                      <m:e>
                        <m:r>
                          <a:rPr lang="en-IE" sz="3200" b="0" i="1" smtClean="0">
                            <a:latin typeface="Cambria Math" panose="02040503050406030204" pitchFamily="18" charset="0"/>
                          </a:rPr>
                          <m:t>𝑥</m:t>
                        </m:r>
                      </m:e>
                      <m:sup>
                        <m:r>
                          <a:rPr lang="en-IE" sz="3200" b="0" i="1" smtClean="0">
                            <a:latin typeface="Cambria Math" panose="02040503050406030204" pitchFamily="18" charset="0"/>
                          </a:rPr>
                          <m:t>3</m:t>
                        </m:r>
                      </m:sup>
                    </m:sSup>
                    <m:r>
                      <a:rPr lang="en-IE" sz="3200" b="0" i="1" smtClean="0">
                        <a:latin typeface="Cambria Math" panose="02040503050406030204" pitchFamily="18" charset="0"/>
                      </a:rPr>
                      <m:t>+7</m:t>
                    </m:r>
                    <m:sSup>
                      <m:sSupPr>
                        <m:ctrlPr>
                          <a:rPr lang="en-IE" sz="3200" i="1">
                            <a:latin typeface="Cambria Math" panose="02040503050406030204" pitchFamily="18" charset="0"/>
                          </a:rPr>
                        </m:ctrlPr>
                      </m:sSupPr>
                      <m:e>
                        <m:r>
                          <a:rPr lang="en-IE" sz="3200" i="1">
                            <a:latin typeface="Cambria Math" panose="02040503050406030204" pitchFamily="18" charset="0"/>
                          </a:rPr>
                          <m:t>𝑥</m:t>
                        </m:r>
                      </m:e>
                      <m:sup>
                        <m:r>
                          <a:rPr lang="en-IE" sz="3200" b="0" i="1" smtClean="0">
                            <a:latin typeface="Cambria Math" panose="02040503050406030204" pitchFamily="18" charset="0"/>
                          </a:rPr>
                          <m:t>2</m:t>
                        </m:r>
                      </m:sup>
                    </m:sSup>
                  </m:oMath>
                </a14:m>
                <a:r>
                  <a:rPr lang="en-IE" sz="3200" dirty="0"/>
                  <a:t> + 5</a:t>
                </a:r>
                <a14:m>
                  <m:oMath xmlns:m="http://schemas.openxmlformats.org/officeDocument/2006/math">
                    <m:sSup>
                      <m:sSupPr>
                        <m:ctrlPr>
                          <a:rPr lang="en-IE" sz="3200" i="1">
                            <a:latin typeface="Cambria Math" panose="02040503050406030204" pitchFamily="18" charset="0"/>
                          </a:rPr>
                        </m:ctrlPr>
                      </m:sSupPr>
                      <m:e>
                        <m:r>
                          <a:rPr lang="en-IE" sz="3200" i="1">
                            <a:latin typeface="Cambria Math" panose="02040503050406030204" pitchFamily="18" charset="0"/>
                          </a:rPr>
                          <m:t>𝑥</m:t>
                        </m:r>
                      </m:e>
                      <m:sup/>
                    </m:sSup>
                  </m:oMath>
                </a14:m>
                <a:r>
                  <a:rPr lang="en-IE" sz="3200" dirty="0"/>
                  <a:t>+ 3 = 0 It consisted of pulleys, gears, levers and many moving parts and was the size of a car</a:t>
                </a:r>
              </a:p>
              <a:p>
                <a:r>
                  <a:rPr lang="en-IE" sz="3200" dirty="0"/>
                  <a:t>Babbage wanted to solve the problem of human computers introducing errors into mathematical tables</a:t>
                </a:r>
              </a:p>
              <a:p>
                <a:r>
                  <a:rPr lang="en-IE" sz="3200" dirty="0"/>
                  <a:t>This was a mechanical marvel but still was a specific purpose machine and therefore falls short of our definition of  computer</a:t>
                </a:r>
              </a:p>
            </p:txBody>
          </p:sp>
        </mc:Choice>
        <mc:Fallback xmlns="">
          <p:sp>
            <p:nvSpPr>
              <p:cNvPr id="4" name="Content Placeholder 3">
                <a:extLst>
                  <a:ext uri="{FF2B5EF4-FFF2-40B4-BE49-F238E27FC236}">
                    <a16:creationId xmlns:a16="http://schemas.microsoft.com/office/drawing/2014/main" id="{E8D31B32-C147-454B-A71F-F151872C8A9D}"/>
                  </a:ext>
                </a:extLst>
              </p:cNvPr>
              <p:cNvSpPr>
                <a:spLocks noGrp="1" noRot="1" noChangeAspect="1" noMove="1" noResize="1" noEditPoints="1" noAdjustHandles="1" noChangeArrowheads="1" noChangeShapeType="1" noTextEdit="1"/>
              </p:cNvSpPr>
              <p:nvPr>
                <p:ph idx="1"/>
              </p:nvPr>
            </p:nvSpPr>
            <p:spPr>
              <a:xfrm>
                <a:off x="619760" y="822960"/>
                <a:ext cx="11186160" cy="5720080"/>
              </a:xfrm>
              <a:blipFill>
                <a:blip r:embed="rId2"/>
                <a:stretch>
                  <a:fillRect l="-1744" t="-2026" r="-1090"/>
                </a:stretch>
              </a:blipFill>
            </p:spPr>
            <p:txBody>
              <a:bodyPr/>
              <a:lstStyle/>
              <a:p>
                <a:r>
                  <a:rPr lang="en-IE">
                    <a:noFill/>
                  </a:rPr>
                  <a:t> </a:t>
                </a:r>
              </a:p>
            </p:txBody>
          </p:sp>
        </mc:Fallback>
      </mc:AlternateContent>
    </p:spTree>
    <p:extLst>
      <p:ext uri="{BB962C8B-B14F-4D97-AF65-F5344CB8AC3E}">
        <p14:creationId xmlns:p14="http://schemas.microsoft.com/office/powerpoint/2010/main" val="1783488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normAutofit/>
          </a:bodyPr>
          <a:lstStyle/>
          <a:p>
            <a:r>
              <a:rPr lang="en-IE" dirty="0"/>
              <a:t>Charles Babbage – The Analytical Engine</a:t>
            </a:r>
          </a:p>
        </p:txBody>
      </p:sp>
      <p:sp>
        <p:nvSpPr>
          <p:cNvPr id="4" name="Content Placeholder 3">
            <a:extLst>
              <a:ext uri="{FF2B5EF4-FFF2-40B4-BE49-F238E27FC236}">
                <a16:creationId xmlns:a16="http://schemas.microsoft.com/office/drawing/2014/main" id="{E8D31B32-C147-454B-A71F-F151872C8A9D}"/>
              </a:ext>
            </a:extLst>
          </p:cNvPr>
          <p:cNvSpPr>
            <a:spLocks noGrp="1"/>
          </p:cNvSpPr>
          <p:nvPr>
            <p:ph idx="1"/>
          </p:nvPr>
        </p:nvSpPr>
        <p:spPr>
          <a:xfrm>
            <a:off x="352425" y="822960"/>
            <a:ext cx="11839575" cy="5720080"/>
          </a:xfrm>
        </p:spPr>
        <p:txBody>
          <a:bodyPr>
            <a:normAutofit fontScale="92500" lnSpcReduction="20000"/>
          </a:bodyPr>
          <a:lstStyle/>
          <a:p>
            <a:r>
              <a:rPr lang="en-IE" sz="3200" b="1" u="sng" dirty="0">
                <a:highlight>
                  <a:srgbClr val="0000FF"/>
                </a:highlight>
              </a:rPr>
              <a:t>The Analytical </a:t>
            </a:r>
            <a:r>
              <a:rPr lang="en-IE" sz="3200" b="1" u="sng" dirty="0" err="1">
                <a:highlight>
                  <a:srgbClr val="0000FF"/>
                </a:highlight>
              </a:rPr>
              <a:t>Engine</a:t>
            </a:r>
            <a:r>
              <a:rPr lang="en-IE" sz="3200" dirty="0" err="1"/>
              <a:t>was</a:t>
            </a:r>
            <a:r>
              <a:rPr lang="en-IE" sz="3200" dirty="0"/>
              <a:t> invented by Babbage around 1830</a:t>
            </a:r>
          </a:p>
          <a:p>
            <a:r>
              <a:rPr lang="en-IE" sz="3200" dirty="0"/>
              <a:t>Designed to carry out general purpose computation on data stored on punched cards</a:t>
            </a:r>
          </a:p>
          <a:p>
            <a:r>
              <a:rPr lang="en-IE" sz="3200" dirty="0"/>
              <a:t>The computation was specified by programs stored on punched cards. The designs for the Analytical Engine included mechanical memory and a Central Processing Unit (CPU) to carry out the programmed instructions </a:t>
            </a:r>
          </a:p>
          <a:p>
            <a:r>
              <a:rPr lang="en-IE" sz="3200" dirty="0"/>
              <a:t>The Analytical Engine </a:t>
            </a:r>
            <a:r>
              <a:rPr lang="en-IE" sz="3200" dirty="0">
                <a:solidFill>
                  <a:schemeClr val="bg1"/>
                </a:solidFill>
                <a:highlight>
                  <a:srgbClr val="FFFF00"/>
                </a:highlight>
              </a:rPr>
              <a:t>never competed</a:t>
            </a:r>
            <a:r>
              <a:rPr lang="en-IE" sz="3200" dirty="0"/>
              <a:t> due to lack of funds</a:t>
            </a:r>
          </a:p>
          <a:p>
            <a:r>
              <a:rPr lang="en-IE" sz="3200" dirty="0"/>
              <a:t>In todays terminology, the machine was programmable and general purpose and arguably the FIRST (NON_HUMAN) COMPUTER</a:t>
            </a:r>
          </a:p>
          <a:p>
            <a:r>
              <a:rPr lang="en-IE" sz="3200" dirty="0">
                <a:hlinkClick r:id="rId2"/>
              </a:rPr>
              <a:t>https://www.youtube.com/watch?v=dWDQdwlK1GM</a:t>
            </a:r>
            <a:endParaRPr lang="en-IE" sz="3200" dirty="0"/>
          </a:p>
          <a:p>
            <a:endParaRPr lang="en-IE" sz="3200" dirty="0"/>
          </a:p>
        </p:txBody>
      </p:sp>
    </p:spTree>
    <p:extLst>
      <p:ext uri="{BB962C8B-B14F-4D97-AF65-F5344CB8AC3E}">
        <p14:creationId xmlns:p14="http://schemas.microsoft.com/office/powerpoint/2010/main" val="4233950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 name="Rectangle 110">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13" name="Group 112">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14" name="Group 113">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26"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27"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8"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9"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0"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1"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2"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3"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4"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5"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6"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7"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138"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39"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0"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1"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2"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43"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4"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5"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6"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7"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8"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49"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50"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51"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52"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grpSp>
        <p:grpSp>
          <p:nvGrpSpPr>
            <p:cNvPr id="172" name="Group 114">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16"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17"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18"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19"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0"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1"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2"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3"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4"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25"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grpSp>
      </p:grpSp>
      <p:pic>
        <p:nvPicPr>
          <p:cNvPr id="154"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5128643" y="618518"/>
            <a:ext cx="6188402" cy="1478570"/>
          </a:xfrm>
        </p:spPr>
        <p:txBody>
          <a:bodyPr>
            <a:normAutofit/>
          </a:bodyPr>
          <a:lstStyle/>
          <a:p>
            <a:r>
              <a:rPr lang="en-IE">
                <a:solidFill>
                  <a:srgbClr val="FFFFFF"/>
                </a:solidFill>
              </a:rPr>
              <a:t>Ada lovelace – the first computer  programmer</a:t>
            </a:r>
          </a:p>
        </p:txBody>
      </p:sp>
      <p:sp useBgFill="1">
        <p:nvSpPr>
          <p:cNvPr id="156"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1FBFB65-D586-4093-B7E6-1929603E0073}"/>
              </a:ext>
            </a:extLst>
          </p:cNvPr>
          <p:cNvPicPr>
            <a:picLocks noChangeAspect="1"/>
          </p:cNvPicPr>
          <p:nvPr/>
        </p:nvPicPr>
        <p:blipFill rotWithShape="1">
          <a:blip r:embed="rId3"/>
          <a:srcRect b="26099"/>
          <a:stretch/>
        </p:blipFill>
        <p:spPr>
          <a:xfrm>
            <a:off x="1126617" y="1639923"/>
            <a:ext cx="3178638" cy="3572692"/>
          </a:xfrm>
          <a:prstGeom prst="rect">
            <a:avLst/>
          </a:prstGeom>
        </p:spPr>
      </p:pic>
      <p:sp>
        <p:nvSpPr>
          <p:cNvPr id="11" name="Content Placeholder 8">
            <a:extLst>
              <a:ext uri="{FF2B5EF4-FFF2-40B4-BE49-F238E27FC236}">
                <a16:creationId xmlns:a16="http://schemas.microsoft.com/office/drawing/2014/main" id="{3A355978-0DBD-4357-943A-095E2ED82130}"/>
              </a:ext>
            </a:extLst>
          </p:cNvPr>
          <p:cNvSpPr>
            <a:spLocks noGrp="1"/>
          </p:cNvSpPr>
          <p:nvPr>
            <p:ph idx="1"/>
          </p:nvPr>
        </p:nvSpPr>
        <p:spPr>
          <a:xfrm>
            <a:off x="4780661" y="1928813"/>
            <a:ext cx="7192264" cy="4657726"/>
          </a:xfrm>
        </p:spPr>
        <p:txBody>
          <a:bodyPr>
            <a:normAutofit/>
          </a:bodyPr>
          <a:lstStyle/>
          <a:p>
            <a:pPr>
              <a:lnSpc>
                <a:spcPct val="110000"/>
              </a:lnSpc>
            </a:pPr>
            <a:r>
              <a:rPr lang="en-US" sz="2800" dirty="0">
                <a:solidFill>
                  <a:srgbClr val="FFFFFF"/>
                </a:solidFill>
              </a:rPr>
              <a:t>London-born Ada Lovelace (1815–1852) is credited with being the world's first computer programmer, as she drafted plans for how a machine called the Analytical Engine could perform computations. </a:t>
            </a:r>
          </a:p>
        </p:txBody>
      </p:sp>
    </p:spTree>
    <p:extLst>
      <p:ext uri="{BB962C8B-B14F-4D97-AF65-F5344CB8AC3E}">
        <p14:creationId xmlns:p14="http://schemas.microsoft.com/office/powerpoint/2010/main" val="3232376898"/>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The early 20</a:t>
            </a:r>
            <a:r>
              <a:rPr lang="en-IE" baseline="30000" dirty="0"/>
              <a:t>th</a:t>
            </a:r>
            <a:r>
              <a:rPr lang="en-IE" dirty="0"/>
              <a:t> Century.</a:t>
            </a:r>
          </a:p>
        </p:txBody>
      </p:sp>
      <p:sp>
        <p:nvSpPr>
          <p:cNvPr id="7" name="Content Placeholder 6">
            <a:extLst>
              <a:ext uri="{FF2B5EF4-FFF2-40B4-BE49-F238E27FC236}">
                <a16:creationId xmlns:a16="http://schemas.microsoft.com/office/drawing/2014/main" id="{D469C9A3-7DC1-41FB-B9AE-47F7EF0B2A21}"/>
              </a:ext>
            </a:extLst>
          </p:cNvPr>
          <p:cNvSpPr>
            <a:spLocks noGrp="1"/>
          </p:cNvSpPr>
          <p:nvPr>
            <p:ph idx="1"/>
          </p:nvPr>
        </p:nvSpPr>
        <p:spPr>
          <a:xfrm>
            <a:off x="1060132" y="933450"/>
            <a:ext cx="10390188" cy="5396230"/>
          </a:xfrm>
        </p:spPr>
        <p:txBody>
          <a:bodyPr>
            <a:normAutofit/>
          </a:bodyPr>
          <a:lstStyle/>
          <a:p>
            <a:r>
              <a:rPr lang="en-IE" sz="3200" dirty="0"/>
              <a:t>Many types of computers invented using mechanical, hydraulic and pneumatic means</a:t>
            </a:r>
          </a:p>
          <a:p>
            <a:r>
              <a:rPr lang="en-IE" sz="3200" dirty="0"/>
              <a:t>All very complex, large and heavy making them very expensive and difficult to produce in large numbers</a:t>
            </a:r>
          </a:p>
        </p:txBody>
      </p:sp>
    </p:spTree>
    <p:extLst>
      <p:ext uri="{BB962C8B-B14F-4D97-AF65-F5344CB8AC3E}">
        <p14:creationId xmlns:p14="http://schemas.microsoft.com/office/powerpoint/2010/main" val="3472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Alan Turing and the Turing Machine</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742950" y="933450"/>
            <a:ext cx="10304461" cy="5372101"/>
          </a:xfrm>
        </p:spPr>
        <p:txBody>
          <a:bodyPr>
            <a:normAutofit fontScale="92500" lnSpcReduction="20000"/>
          </a:bodyPr>
          <a:lstStyle/>
          <a:p>
            <a:pPr algn="just">
              <a:lnSpc>
                <a:spcPct val="150000"/>
              </a:lnSpc>
            </a:pPr>
            <a:r>
              <a:rPr lang="en-IE" sz="3200" dirty="0"/>
              <a:t>Alan Turing was one of the first computer scientists</a:t>
            </a:r>
          </a:p>
          <a:p>
            <a:pPr algn="just">
              <a:lnSpc>
                <a:spcPct val="150000"/>
              </a:lnSpc>
            </a:pPr>
            <a:r>
              <a:rPr lang="en-IE" sz="3200" dirty="0"/>
              <a:t>In 1936, Alan Turing described a Mathematical Model of computation called the </a:t>
            </a:r>
            <a:r>
              <a:rPr lang="en-IE" sz="3200" b="1" u="sng" dirty="0"/>
              <a:t>automatic machine (a-machine). </a:t>
            </a:r>
            <a:r>
              <a:rPr lang="en-IE" sz="3200" dirty="0"/>
              <a:t>This later became known as the </a:t>
            </a:r>
            <a:r>
              <a:rPr lang="en-IE" sz="3200" b="1" dirty="0"/>
              <a:t>Turing machine</a:t>
            </a:r>
          </a:p>
          <a:p>
            <a:pPr algn="just">
              <a:lnSpc>
                <a:spcPct val="150000"/>
              </a:lnSpc>
            </a:pPr>
            <a:r>
              <a:rPr lang="en-IE" sz="3200" dirty="0"/>
              <a:t>The Turing Test – </a:t>
            </a:r>
            <a:r>
              <a:rPr lang="en-US" sz="3200" dirty="0"/>
              <a:t>The Turing Test is a method of inquiry in artificial intelligence (AI) for determining whether or not a computer is capable of thinking like a human being</a:t>
            </a:r>
            <a:endParaRPr lang="en-IE" sz="3200" dirty="0"/>
          </a:p>
          <a:p>
            <a:pPr algn="just">
              <a:lnSpc>
                <a:spcPct val="150000"/>
              </a:lnSpc>
            </a:pPr>
            <a:r>
              <a:rPr lang="en-IE" sz="3200" dirty="0">
                <a:hlinkClick r:id="rId2"/>
              </a:rPr>
              <a:t>https://www.youtube.com/watch?v=4VROUIAF2Do</a:t>
            </a:r>
            <a:endParaRPr lang="en-IE" sz="3200" dirty="0"/>
          </a:p>
          <a:p>
            <a:pPr algn="just">
              <a:lnSpc>
                <a:spcPct val="150000"/>
              </a:lnSpc>
            </a:pPr>
            <a:endParaRPr lang="en-IE" sz="3200" dirty="0"/>
          </a:p>
        </p:txBody>
      </p:sp>
    </p:spTree>
    <p:extLst>
      <p:ext uri="{BB962C8B-B14F-4D97-AF65-F5344CB8AC3E}">
        <p14:creationId xmlns:p14="http://schemas.microsoft.com/office/powerpoint/2010/main" val="788612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Alan Turing and the Turing Machine</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428625" y="933450"/>
            <a:ext cx="11468099" cy="5048250"/>
          </a:xfrm>
        </p:spPr>
        <p:txBody>
          <a:bodyPr>
            <a:normAutofit fontScale="92500"/>
          </a:bodyPr>
          <a:lstStyle/>
          <a:p>
            <a:pPr algn="just">
              <a:lnSpc>
                <a:spcPct val="150000"/>
              </a:lnSpc>
            </a:pPr>
            <a:r>
              <a:rPr lang="en-IE" sz="3200" dirty="0"/>
              <a:t>Alan Turing was one of the first computer scientists</a:t>
            </a:r>
          </a:p>
          <a:p>
            <a:pPr algn="just">
              <a:lnSpc>
                <a:spcPct val="150000"/>
              </a:lnSpc>
            </a:pPr>
            <a:r>
              <a:rPr lang="en-IE" sz="3200" dirty="0"/>
              <a:t>In 1936, Alan Turing described a Mathematical Model of computation called the </a:t>
            </a:r>
            <a:r>
              <a:rPr lang="en-IE" sz="3200" b="1" u="sng" dirty="0"/>
              <a:t>automatic machine (a-machine). </a:t>
            </a:r>
            <a:r>
              <a:rPr lang="en-IE" sz="3200" dirty="0"/>
              <a:t>This later became known as the </a:t>
            </a:r>
            <a:r>
              <a:rPr lang="en-IE" sz="3200" b="1" dirty="0"/>
              <a:t>Turing machine</a:t>
            </a:r>
          </a:p>
          <a:p>
            <a:pPr algn="just">
              <a:lnSpc>
                <a:spcPct val="150000"/>
              </a:lnSpc>
            </a:pPr>
            <a:r>
              <a:rPr lang="en-IE" sz="3200" dirty="0"/>
              <a:t>The Turing machine is a simple theoretical “machine” that showed the true power of computing before modern computers actually existed.</a:t>
            </a:r>
          </a:p>
          <a:p>
            <a:pPr algn="just">
              <a:lnSpc>
                <a:spcPct val="150000"/>
              </a:lnSpc>
            </a:pPr>
            <a:endParaRPr lang="en-IE" sz="3200" b="1" u="sng" dirty="0"/>
          </a:p>
        </p:txBody>
      </p:sp>
    </p:spTree>
    <p:extLst>
      <p:ext uri="{BB962C8B-B14F-4D97-AF65-F5344CB8AC3E}">
        <p14:creationId xmlns:p14="http://schemas.microsoft.com/office/powerpoint/2010/main" val="2006120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the Turing Machine consists of 4 parts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9"/>
            <a:ext cx="11096625" cy="5381626"/>
          </a:xfrm>
        </p:spPr>
        <p:txBody>
          <a:bodyPr>
            <a:normAutofit lnSpcReduction="10000"/>
          </a:bodyPr>
          <a:lstStyle/>
          <a:p>
            <a:pPr marL="514350" indent="-514350" algn="just">
              <a:lnSpc>
                <a:spcPct val="150000"/>
              </a:lnSpc>
              <a:buFont typeface="+mj-lt"/>
              <a:buAutoNum type="arabicPeriod"/>
            </a:pPr>
            <a:r>
              <a:rPr lang="en-IE" sz="3200" dirty="0"/>
              <a:t>A tape that symbols can be written to and read from</a:t>
            </a:r>
          </a:p>
          <a:p>
            <a:pPr marL="514350" indent="-514350" algn="just">
              <a:lnSpc>
                <a:spcPct val="150000"/>
              </a:lnSpc>
              <a:buFont typeface="+mj-lt"/>
              <a:buAutoNum type="arabicPeriod"/>
            </a:pPr>
            <a:r>
              <a:rPr lang="en-IE" sz="3200" dirty="0"/>
              <a:t>A head that does the reading and writing</a:t>
            </a:r>
          </a:p>
          <a:p>
            <a:pPr marL="514350" indent="-514350" algn="just">
              <a:lnSpc>
                <a:spcPct val="150000"/>
              </a:lnSpc>
              <a:buFont typeface="+mj-lt"/>
              <a:buAutoNum type="arabicPeriod"/>
            </a:pPr>
            <a:r>
              <a:rPr lang="en-IE" sz="3200" dirty="0"/>
              <a:t>A state register that stores the state of the machine any point in time</a:t>
            </a:r>
          </a:p>
          <a:p>
            <a:pPr marL="514350" indent="-514350" algn="just">
              <a:lnSpc>
                <a:spcPct val="150000"/>
              </a:lnSpc>
              <a:buFont typeface="+mj-lt"/>
              <a:buAutoNum type="arabicPeriod"/>
            </a:pPr>
            <a:r>
              <a:rPr lang="en-IE" sz="3200" dirty="0"/>
              <a:t>A table of instructions to tell the machine what to do next, depending on the current state and the symbol being read at the time e.g. write or erase symbol, move the head</a:t>
            </a:r>
          </a:p>
          <a:p>
            <a:pPr marL="514350" indent="-514350" algn="just">
              <a:lnSpc>
                <a:spcPct val="150000"/>
              </a:lnSpc>
              <a:buFont typeface="+mj-lt"/>
              <a:buAutoNum type="arabicPeriod"/>
            </a:pPr>
            <a:endParaRPr lang="en-IE" sz="3200" dirty="0"/>
          </a:p>
          <a:p>
            <a:pPr algn="just">
              <a:lnSpc>
                <a:spcPct val="150000"/>
              </a:lnSpc>
            </a:pPr>
            <a:endParaRPr lang="en-IE" sz="3200" dirty="0"/>
          </a:p>
        </p:txBody>
      </p:sp>
    </p:spTree>
    <p:extLst>
      <p:ext uri="{BB962C8B-B14F-4D97-AF65-F5344CB8AC3E}">
        <p14:creationId xmlns:p14="http://schemas.microsoft.com/office/powerpoint/2010/main" val="439110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Turing Machine – why are they important?</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4991101"/>
          </a:xfrm>
        </p:spPr>
        <p:txBody>
          <a:bodyPr>
            <a:normAutofit/>
          </a:bodyPr>
          <a:lstStyle/>
          <a:p>
            <a:pPr algn="just">
              <a:lnSpc>
                <a:spcPct val="150000"/>
              </a:lnSpc>
            </a:pPr>
            <a:r>
              <a:rPr lang="en-IE" sz="3200" dirty="0"/>
              <a:t>Turning machines provide a simple way to model general and powerful computational concepts and programs. This allowed modern computers to be theoretically studied before they physically existed</a:t>
            </a:r>
          </a:p>
          <a:p>
            <a:pPr algn="just">
              <a:lnSpc>
                <a:spcPct val="150000"/>
              </a:lnSpc>
            </a:pPr>
            <a:r>
              <a:rPr lang="en-IE" sz="3200" dirty="0">
                <a:hlinkClick r:id="rId2"/>
              </a:rPr>
              <a:t>Video on </a:t>
            </a:r>
            <a:r>
              <a:rPr lang="en-IE" sz="3200" dirty="0" err="1">
                <a:hlinkClick r:id="rId2"/>
              </a:rPr>
              <a:t>turing</a:t>
            </a:r>
            <a:r>
              <a:rPr lang="en-IE" sz="3200" dirty="0">
                <a:hlinkClick r:id="rId2"/>
              </a:rPr>
              <a:t> machines</a:t>
            </a:r>
            <a:endParaRPr lang="en-IE" sz="3200" dirty="0"/>
          </a:p>
          <a:p>
            <a:pPr algn="just">
              <a:lnSpc>
                <a:spcPct val="150000"/>
              </a:lnSpc>
            </a:pPr>
            <a:r>
              <a:rPr lang="en-IE" sz="2400" dirty="0">
                <a:hlinkClick r:id="rId3"/>
              </a:rPr>
              <a:t>LC219ALP038EV.pdf ( examinations.ie)</a:t>
            </a:r>
            <a:endParaRPr lang="en-IE" sz="3200" dirty="0"/>
          </a:p>
          <a:p>
            <a:pPr algn="just">
              <a:lnSpc>
                <a:spcPct val="150000"/>
              </a:lnSpc>
            </a:pPr>
            <a:endParaRPr lang="en-IE" sz="3200" dirty="0"/>
          </a:p>
        </p:txBody>
      </p:sp>
    </p:spTree>
    <p:extLst>
      <p:ext uri="{BB962C8B-B14F-4D97-AF65-F5344CB8AC3E}">
        <p14:creationId xmlns:p14="http://schemas.microsoft.com/office/powerpoint/2010/main" val="1418408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Electromechanical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fontScale="92500" lnSpcReduction="20000"/>
          </a:bodyPr>
          <a:lstStyle/>
          <a:p>
            <a:pPr algn="just">
              <a:lnSpc>
                <a:spcPct val="150000"/>
              </a:lnSpc>
            </a:pPr>
            <a:r>
              <a:rPr lang="en-IE" sz="3200" dirty="0"/>
              <a:t>1940’s – electromechanical computers developed. They had electrical switches to move mechanical parts. </a:t>
            </a:r>
          </a:p>
          <a:p>
            <a:pPr algn="just">
              <a:lnSpc>
                <a:spcPct val="150000"/>
              </a:lnSpc>
            </a:pPr>
            <a:r>
              <a:rPr lang="en-IE" sz="3200" dirty="0"/>
              <a:t>1941 - The </a:t>
            </a:r>
            <a:r>
              <a:rPr lang="en-IE" sz="3200" b="1" dirty="0">
                <a:solidFill>
                  <a:schemeClr val="bg1"/>
                </a:solidFill>
                <a:highlight>
                  <a:srgbClr val="00FF00"/>
                </a:highlight>
              </a:rPr>
              <a:t>electromechanical</a:t>
            </a:r>
            <a:r>
              <a:rPr lang="en-IE" sz="3200" dirty="0"/>
              <a:t> </a:t>
            </a:r>
            <a:r>
              <a:rPr lang="en-IE" sz="3200" b="1" dirty="0"/>
              <a:t>Z3</a:t>
            </a:r>
            <a:r>
              <a:rPr lang="en-IE" sz="3200" dirty="0"/>
              <a:t> was the </a:t>
            </a:r>
            <a:r>
              <a:rPr lang="en-IE" sz="3200" b="1" dirty="0">
                <a:solidFill>
                  <a:schemeClr val="bg1"/>
                </a:solidFill>
                <a:highlight>
                  <a:srgbClr val="00FF00"/>
                </a:highlight>
              </a:rPr>
              <a:t>first digital programmable computer</a:t>
            </a:r>
            <a:r>
              <a:rPr lang="en-IE" sz="3200" dirty="0"/>
              <a:t> to be built. The Z3 used binary numbers, high voltage represented a 1, low voltage represented a 0.</a:t>
            </a:r>
          </a:p>
          <a:p>
            <a:pPr algn="just">
              <a:lnSpc>
                <a:spcPct val="150000"/>
              </a:lnSpc>
            </a:pPr>
            <a:r>
              <a:rPr lang="en-IE" sz="3200" dirty="0"/>
              <a:t>The use of binary reduced complexity compared to the decimal numbers used in Babbage’s Difference and Analytical Machines.</a:t>
            </a:r>
          </a:p>
          <a:p>
            <a:pPr algn="just">
              <a:lnSpc>
                <a:spcPct val="150000"/>
              </a:lnSpc>
            </a:pPr>
            <a:r>
              <a:rPr lang="en-IE" sz="3200" dirty="0">
                <a:hlinkClick r:id="rId2"/>
              </a:rPr>
              <a:t>https://www.youtube.com/watch?v=3WNFBjoJbBA</a:t>
            </a:r>
            <a:endParaRPr lang="en-IE" sz="3200" dirty="0"/>
          </a:p>
          <a:p>
            <a:pPr algn="just">
              <a:lnSpc>
                <a:spcPct val="150000"/>
              </a:lnSpc>
            </a:pPr>
            <a:endParaRPr lang="en-IE" sz="3200" dirty="0"/>
          </a:p>
          <a:p>
            <a:pPr algn="just">
              <a:lnSpc>
                <a:spcPct val="150000"/>
              </a:lnSpc>
            </a:pPr>
            <a:endParaRPr lang="en-IE" sz="3200" dirty="0"/>
          </a:p>
          <a:p>
            <a:pPr algn="just">
              <a:lnSpc>
                <a:spcPct val="150000"/>
              </a:lnSpc>
            </a:pPr>
            <a:endParaRPr lang="en-IE" sz="3200" dirty="0"/>
          </a:p>
        </p:txBody>
      </p:sp>
    </p:spTree>
    <p:extLst>
      <p:ext uri="{BB962C8B-B14F-4D97-AF65-F5344CB8AC3E}">
        <p14:creationId xmlns:p14="http://schemas.microsoft.com/office/powerpoint/2010/main" val="383378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Impact of the second World War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There was increased spending on computers and related devices by government and military during WW2</a:t>
            </a:r>
          </a:p>
          <a:p>
            <a:pPr algn="just">
              <a:lnSpc>
                <a:spcPct val="150000"/>
              </a:lnSpc>
            </a:pPr>
            <a:r>
              <a:rPr lang="en-IE" sz="3200" dirty="0"/>
              <a:t>Code breaking was a critical challenge for the allies during WW2</a:t>
            </a:r>
          </a:p>
          <a:p>
            <a:pPr algn="just">
              <a:lnSpc>
                <a:spcPct val="150000"/>
              </a:lnSpc>
            </a:pPr>
            <a:r>
              <a:rPr lang="en-IE" sz="3200" dirty="0"/>
              <a:t>A top secret operation was set up by the allies in Bletchley Park to address code breaking</a:t>
            </a:r>
          </a:p>
          <a:p>
            <a:pPr algn="just">
              <a:lnSpc>
                <a:spcPct val="150000"/>
              </a:lnSpc>
            </a:pPr>
            <a:endParaRPr lang="en-IE" sz="3200" dirty="0"/>
          </a:p>
        </p:txBody>
      </p:sp>
    </p:spTree>
    <p:extLst>
      <p:ext uri="{BB962C8B-B14F-4D97-AF65-F5344CB8AC3E}">
        <p14:creationId xmlns:p14="http://schemas.microsoft.com/office/powerpoint/2010/main" val="1724392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Impact of the second World War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834684"/>
            <a:ext cx="11096625" cy="5457827"/>
          </a:xfrm>
        </p:spPr>
        <p:txBody>
          <a:bodyPr>
            <a:noAutofit/>
          </a:bodyPr>
          <a:lstStyle/>
          <a:p>
            <a:pPr algn="just">
              <a:lnSpc>
                <a:spcPct val="150000"/>
              </a:lnSpc>
            </a:pPr>
            <a:r>
              <a:rPr lang="en-IE" sz="3000" dirty="0"/>
              <a:t>Alan Turing was a key figure at Bletchley Park. They used electromechanical devices called </a:t>
            </a:r>
            <a:r>
              <a:rPr lang="en-IE" sz="3000" b="1" u="sng" dirty="0"/>
              <a:t>Bombes to crack codes </a:t>
            </a:r>
            <a:r>
              <a:rPr lang="en-IE" sz="3000" dirty="0"/>
              <a:t>created by the </a:t>
            </a:r>
            <a:r>
              <a:rPr lang="en-IE" sz="3000" b="1" u="sng" dirty="0"/>
              <a:t>German Enigma machines</a:t>
            </a:r>
            <a:r>
              <a:rPr lang="en-IE" sz="3000" dirty="0"/>
              <a:t> (also electromechanical machines). This codebreaking helped shorten the war by several years</a:t>
            </a:r>
          </a:p>
          <a:p>
            <a:pPr algn="just">
              <a:lnSpc>
                <a:spcPct val="150000"/>
              </a:lnSpc>
            </a:pPr>
            <a:r>
              <a:rPr lang="en-IE" sz="3000" dirty="0"/>
              <a:t>The Enigma machines and Bombes were designed for a specific purpose so are NOT general purpose computers. However they advanced many of the technologies needed to jump-start the era of the modern computer.</a:t>
            </a:r>
          </a:p>
        </p:txBody>
      </p:sp>
    </p:spTree>
    <p:extLst>
      <p:ext uri="{BB962C8B-B14F-4D97-AF65-F5344CB8AC3E}">
        <p14:creationId xmlns:p14="http://schemas.microsoft.com/office/powerpoint/2010/main" val="2215066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Impact of the second World War</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US" sz="3200" dirty="0">
                <a:hlinkClick r:id="rId2"/>
              </a:rPr>
              <a:t>Video on breaking the Enigma code</a:t>
            </a:r>
            <a:endParaRPr lang="en-IE" sz="3200" dirty="0"/>
          </a:p>
        </p:txBody>
      </p:sp>
    </p:spTree>
    <p:extLst>
      <p:ext uri="{BB962C8B-B14F-4D97-AF65-F5344CB8AC3E}">
        <p14:creationId xmlns:p14="http://schemas.microsoft.com/office/powerpoint/2010/main" val="3153942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3" y="618518"/>
            <a:ext cx="9905998" cy="1478570"/>
          </a:xfrm>
        </p:spPr>
        <p:txBody>
          <a:bodyPr>
            <a:normAutofit fontScale="90000"/>
          </a:bodyPr>
          <a:lstStyle/>
          <a:p>
            <a:pPr algn="ctr"/>
            <a:r>
              <a:rPr lang="en-IE" dirty="0"/>
              <a:t>Vacuum Tubes – </a:t>
            </a:r>
            <a:br>
              <a:rPr lang="en-IE" dirty="0"/>
            </a:br>
            <a:r>
              <a:rPr lang="en-IE" dirty="0"/>
              <a:t>The start of the electronic computer</a:t>
            </a:r>
            <a:br>
              <a:rPr lang="en-IE" dirty="0"/>
            </a:br>
            <a:r>
              <a:rPr lang="en-IE" dirty="0"/>
              <a:t>1</a:t>
            </a:r>
            <a:r>
              <a:rPr lang="en-IE" baseline="30000" dirty="0"/>
              <a:t>st</a:t>
            </a:r>
            <a:r>
              <a:rPr lang="en-IE" dirty="0"/>
              <a:t> generation of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03680" y="1757778"/>
            <a:ext cx="6383045" cy="4625266"/>
          </a:xfrm>
        </p:spPr>
        <p:txBody>
          <a:bodyPr anchor="ctr">
            <a:normAutofit/>
          </a:bodyPr>
          <a:lstStyle/>
          <a:p>
            <a:r>
              <a:rPr lang="en-US" dirty="0"/>
              <a:t>Vacuum tubes are electronic devices that control the flow of electricity. They looked somewhat like a light bulb and similar in size. </a:t>
            </a:r>
          </a:p>
          <a:p>
            <a:r>
              <a:rPr lang="en-US" dirty="0"/>
              <a:t>Vacuum tubes are a glass tube device, which has had its gas removed, creating a vacuum space. It is comprised of electrodes that are designed to control electron flow between the electrodes sealed inside the vacuum tubes.</a:t>
            </a:r>
            <a:endParaRPr lang="en-IE" dirty="0"/>
          </a:p>
        </p:txBody>
      </p:sp>
      <p:pic>
        <p:nvPicPr>
          <p:cNvPr id="1026" name="Picture 2" descr="Vacuum tube - Wikipedia">
            <a:extLst>
              <a:ext uri="{FF2B5EF4-FFF2-40B4-BE49-F238E27FC236}">
                <a16:creationId xmlns:a16="http://schemas.microsoft.com/office/drawing/2014/main" id="{9D1B65C7-8F4F-C822-8D36-9C3C2C7924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07" r="8119" b="1"/>
          <a:stretch/>
        </p:blipFill>
        <p:spPr bwMode="auto">
          <a:xfrm>
            <a:off x="7084794" y="2231390"/>
            <a:ext cx="4655075" cy="3047892"/>
          </a:xfrm>
          <a:prstGeom prst="round2DiagRect">
            <a:avLst>
              <a:gd name="adj1" fmla="val 4860"/>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410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Vacuum Tubes and Electronic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4829177"/>
          </a:xfrm>
        </p:spPr>
        <p:txBody>
          <a:bodyPr>
            <a:normAutofit/>
          </a:bodyPr>
          <a:lstStyle/>
          <a:p>
            <a:pPr algn="just">
              <a:lnSpc>
                <a:spcPct val="150000"/>
              </a:lnSpc>
            </a:pPr>
            <a:r>
              <a:rPr lang="en-IE" sz="3200" dirty="0"/>
              <a:t>The development of the vacuum tubes led to rapid growth of electronic devices such as radio television and computers based on vacuum tube technology.</a:t>
            </a:r>
          </a:p>
          <a:p>
            <a:pPr algn="just">
              <a:lnSpc>
                <a:spcPct val="150000"/>
              </a:lnSpc>
            </a:pPr>
            <a:r>
              <a:rPr lang="en-IE" sz="3200" dirty="0"/>
              <a:t>The relatively small size of these devices based on vacuum tubes and their relatively small cost of production, heralded the start of the modern electronic era  </a:t>
            </a:r>
          </a:p>
        </p:txBody>
      </p:sp>
    </p:spTree>
    <p:extLst>
      <p:ext uri="{BB962C8B-B14F-4D97-AF65-F5344CB8AC3E}">
        <p14:creationId xmlns:p14="http://schemas.microsoft.com/office/powerpoint/2010/main" val="2073609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Vacuum Tubes and Electronic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000" dirty="0"/>
              <a:t>From 1940s onward electronic computer technology progressed at a rapid speed. Colossus in Bletchley Park was the first electronic, digital, programmable computer in later years of WW2. It was </a:t>
            </a:r>
            <a:r>
              <a:rPr lang="en-IE" sz="3000" b="1" u="sng" dirty="0"/>
              <a:t>NOT a general purpose computer</a:t>
            </a:r>
            <a:r>
              <a:rPr lang="en-IE" sz="3000" dirty="0"/>
              <a:t> as it was designed for codebreaking </a:t>
            </a:r>
          </a:p>
          <a:p>
            <a:pPr algn="just">
              <a:lnSpc>
                <a:spcPct val="150000"/>
              </a:lnSpc>
            </a:pPr>
            <a:r>
              <a:rPr lang="en-IE" sz="3000" dirty="0">
                <a:solidFill>
                  <a:schemeClr val="bg1"/>
                </a:solidFill>
                <a:highlight>
                  <a:srgbClr val="00FF00"/>
                </a:highlight>
              </a:rPr>
              <a:t>The first </a:t>
            </a:r>
            <a:r>
              <a:rPr lang="en-IE" sz="3000" b="1" dirty="0">
                <a:solidFill>
                  <a:schemeClr val="bg1"/>
                </a:solidFill>
                <a:highlight>
                  <a:srgbClr val="00FF00"/>
                </a:highlight>
              </a:rPr>
              <a:t>electronic, digital (1 and 0s) , programmable</a:t>
            </a:r>
            <a:r>
              <a:rPr lang="en-IE" sz="3000" dirty="0">
                <a:solidFill>
                  <a:schemeClr val="bg1"/>
                </a:solidFill>
                <a:highlight>
                  <a:srgbClr val="00FF00"/>
                </a:highlight>
              </a:rPr>
              <a:t>, </a:t>
            </a:r>
            <a:r>
              <a:rPr lang="en-IE" sz="3000" b="1" u="sng" dirty="0">
                <a:solidFill>
                  <a:schemeClr val="bg1"/>
                </a:solidFill>
                <a:highlight>
                  <a:srgbClr val="00FF00"/>
                </a:highlight>
              </a:rPr>
              <a:t>general purpose computer </a:t>
            </a:r>
            <a:r>
              <a:rPr lang="en-IE" sz="3000" dirty="0">
                <a:solidFill>
                  <a:schemeClr val="bg1"/>
                </a:solidFill>
                <a:highlight>
                  <a:srgbClr val="00FF00"/>
                </a:highlight>
              </a:rPr>
              <a:t>was the </a:t>
            </a:r>
            <a:r>
              <a:rPr lang="en-IE" sz="3000" b="1" u="sng" dirty="0">
                <a:solidFill>
                  <a:schemeClr val="bg1"/>
                </a:solidFill>
                <a:highlight>
                  <a:srgbClr val="00FF00"/>
                </a:highlight>
              </a:rPr>
              <a:t>ENIAC</a:t>
            </a:r>
            <a:r>
              <a:rPr lang="en-IE" sz="3000" dirty="0">
                <a:solidFill>
                  <a:schemeClr val="bg1"/>
                </a:solidFill>
                <a:highlight>
                  <a:srgbClr val="00FF00"/>
                </a:highlight>
              </a:rPr>
              <a:t> </a:t>
            </a:r>
          </a:p>
        </p:txBody>
      </p:sp>
    </p:spTree>
    <p:extLst>
      <p:ext uri="{BB962C8B-B14F-4D97-AF65-F5344CB8AC3E}">
        <p14:creationId xmlns:p14="http://schemas.microsoft.com/office/powerpoint/2010/main" val="3962495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Vacuum Tubes and Electronic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67352"/>
          </a:xfrm>
        </p:spPr>
        <p:txBody>
          <a:bodyPr>
            <a:normAutofit fontScale="92500" lnSpcReduction="10000"/>
          </a:bodyPr>
          <a:lstStyle/>
          <a:p>
            <a:pPr algn="just">
              <a:lnSpc>
                <a:spcPct val="150000"/>
              </a:lnSpc>
            </a:pPr>
            <a:r>
              <a:rPr lang="en-IE" sz="3000" dirty="0"/>
              <a:t>The </a:t>
            </a:r>
            <a:r>
              <a:rPr lang="en-IE" sz="3000" b="1" u="sng" dirty="0"/>
              <a:t>ENIAC</a:t>
            </a:r>
            <a:r>
              <a:rPr lang="en-IE" sz="3000" dirty="0"/>
              <a:t> was programmed by plugging and unplugging cables and controlling various switches. They could not store computer programs in their own memory. An Irishwoman Kay McNulty was one of the first programmers of ENIAC </a:t>
            </a:r>
            <a:r>
              <a:rPr lang="en-IE" sz="3000" dirty="0">
                <a:hlinkClick r:id="rId2"/>
              </a:rPr>
              <a:t>https://www.youtube.com/watch?v=k4oGI_dNaPc</a:t>
            </a:r>
            <a:endParaRPr lang="en-IE" sz="3000" dirty="0"/>
          </a:p>
          <a:p>
            <a:pPr algn="just">
              <a:lnSpc>
                <a:spcPct val="150000"/>
              </a:lnSpc>
            </a:pPr>
            <a:endParaRPr lang="en-IE" sz="3000" dirty="0"/>
          </a:p>
          <a:p>
            <a:pPr marL="0" indent="0" algn="just">
              <a:lnSpc>
                <a:spcPct val="150000"/>
              </a:lnSpc>
              <a:buNone/>
            </a:pPr>
            <a:r>
              <a:rPr lang="en-IE" sz="3000" dirty="0"/>
              <a:t>These machines, </a:t>
            </a:r>
            <a:r>
              <a:rPr lang="en-IE" sz="3000" b="1" dirty="0">
                <a:solidFill>
                  <a:schemeClr val="accent2">
                    <a:lumMod val="60000"/>
                    <a:lumOff val="40000"/>
                  </a:schemeClr>
                </a:solidFill>
              </a:rPr>
              <a:t>all-electronic and based on vacuum tubes</a:t>
            </a:r>
            <a:r>
              <a:rPr lang="en-IE" sz="3000" b="1" dirty="0"/>
              <a:t> </a:t>
            </a:r>
            <a:r>
              <a:rPr lang="en-IE" sz="3000" dirty="0"/>
              <a:t>are known as the </a:t>
            </a:r>
            <a:r>
              <a:rPr lang="en-IE" sz="3000" b="1" dirty="0">
                <a:solidFill>
                  <a:schemeClr val="accent2">
                    <a:lumMod val="60000"/>
                    <a:lumOff val="40000"/>
                  </a:schemeClr>
                </a:solidFill>
              </a:rPr>
              <a:t>First Generation of Computers</a:t>
            </a:r>
          </a:p>
          <a:p>
            <a:pPr algn="just">
              <a:lnSpc>
                <a:spcPct val="150000"/>
              </a:lnSpc>
            </a:pPr>
            <a:r>
              <a:rPr lang="en-US" sz="3000" b="1" dirty="0">
                <a:solidFill>
                  <a:schemeClr val="accent2">
                    <a:lumMod val="60000"/>
                    <a:lumOff val="40000"/>
                  </a:schemeClr>
                </a:solidFill>
                <a:hlinkClick r:id="rId3"/>
              </a:rPr>
              <a:t>Video on Vacuum Tube Computers</a:t>
            </a:r>
            <a:endParaRPr lang="en-IE" sz="3000" b="1" dirty="0">
              <a:solidFill>
                <a:schemeClr val="accent2">
                  <a:lumMod val="60000"/>
                  <a:lumOff val="40000"/>
                </a:schemeClr>
              </a:solidFill>
            </a:endParaRPr>
          </a:p>
        </p:txBody>
      </p:sp>
    </p:spTree>
    <p:extLst>
      <p:ext uri="{BB962C8B-B14F-4D97-AF65-F5344CB8AC3E}">
        <p14:creationId xmlns:p14="http://schemas.microsoft.com/office/powerpoint/2010/main" val="3186659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2102" name="Rectangle 2054">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2103"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3" y="618518"/>
            <a:ext cx="4459286" cy="1478570"/>
          </a:xfrm>
        </p:spPr>
        <p:txBody>
          <a:bodyPr>
            <a:normAutofit/>
          </a:bodyPr>
          <a:lstStyle/>
          <a:p>
            <a:r>
              <a:rPr lang="en-IE" sz="3200"/>
              <a:t>Transistors</a:t>
            </a:r>
            <a:br>
              <a:rPr lang="en-IE" sz="3200"/>
            </a:br>
            <a:r>
              <a:rPr lang="en-IE" sz="3200"/>
              <a:t>The 2</a:t>
            </a:r>
            <a:r>
              <a:rPr lang="en-IE" sz="3200" baseline="30000"/>
              <a:t>nd</a:t>
            </a:r>
            <a:r>
              <a:rPr lang="en-IE" sz="3200"/>
              <a:t> generation of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517526" y="2143126"/>
            <a:ext cx="5083174" cy="4071407"/>
          </a:xfrm>
        </p:spPr>
        <p:txBody>
          <a:bodyPr>
            <a:normAutofit/>
          </a:bodyPr>
          <a:lstStyle/>
          <a:p>
            <a:r>
              <a:rPr lang="en-IE" dirty="0"/>
              <a:t>Transistors replaced the Vacuum tubes and this revolutionised electronics.</a:t>
            </a:r>
          </a:p>
          <a:p>
            <a:r>
              <a:rPr lang="en-IE" dirty="0"/>
              <a:t>Transistors are very small electronic switches. They performed the same tasks as the Vacuum tubes but were smaller and more reliable, easier to mass produce, cost and energy efficient. </a:t>
            </a:r>
          </a:p>
        </p:txBody>
      </p:sp>
      <p:pic>
        <p:nvPicPr>
          <p:cNvPr id="2050" name="Picture 2" descr="undefined">
            <a:extLst>
              <a:ext uri="{FF2B5EF4-FFF2-40B4-BE49-F238E27FC236}">
                <a16:creationId xmlns:a16="http://schemas.microsoft.com/office/drawing/2014/main" id="{4B536F4F-FEE8-78F7-D47C-E48A27DF953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6000" y="702027"/>
            <a:ext cx="5456279" cy="5428997"/>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059" name="Group 2058">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060"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E"/>
            </a:p>
          </p:txBody>
        </p:sp>
        <p:sp>
          <p:nvSpPr>
            <p:cNvPr id="2061"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2"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3"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4"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5"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6"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7"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8"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69"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0"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1"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2072"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3"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4"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5"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6"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E"/>
            </a:p>
          </p:txBody>
        </p:sp>
        <p:sp>
          <p:nvSpPr>
            <p:cNvPr id="2077"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8"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79"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0"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1"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2"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3"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4"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5"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86"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grpSp>
    </p:spTree>
    <p:extLst>
      <p:ext uri="{BB962C8B-B14F-4D97-AF65-F5344CB8AC3E}">
        <p14:creationId xmlns:p14="http://schemas.microsoft.com/office/powerpoint/2010/main" val="650777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Transistors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Transistors were developed over many years mainly at the Bell Laboratory in New Jersey, USA. By late 1950’s transistor technology was so advanced that it rapidly changed the electronics industry, leading to </a:t>
            </a:r>
            <a:r>
              <a:rPr lang="en-IE" sz="3200" b="1" dirty="0">
                <a:solidFill>
                  <a:schemeClr val="accent2">
                    <a:lumMod val="60000"/>
                    <a:lumOff val="40000"/>
                  </a:schemeClr>
                </a:solidFill>
              </a:rPr>
              <a:t>2</a:t>
            </a:r>
            <a:r>
              <a:rPr lang="en-IE" sz="3200" b="1" baseline="30000" dirty="0">
                <a:solidFill>
                  <a:schemeClr val="accent2">
                    <a:lumMod val="60000"/>
                    <a:lumOff val="40000"/>
                  </a:schemeClr>
                </a:solidFill>
              </a:rPr>
              <a:t>nd</a:t>
            </a:r>
            <a:r>
              <a:rPr lang="en-IE" sz="3200" b="1" dirty="0">
                <a:solidFill>
                  <a:schemeClr val="accent2">
                    <a:lumMod val="60000"/>
                    <a:lumOff val="40000"/>
                  </a:schemeClr>
                </a:solidFill>
              </a:rPr>
              <a:t> Generation of Computers </a:t>
            </a:r>
            <a:r>
              <a:rPr lang="en-IE" sz="3200" b="1" dirty="0">
                <a:solidFill>
                  <a:schemeClr val="accent2">
                    <a:lumMod val="40000"/>
                    <a:lumOff val="60000"/>
                  </a:schemeClr>
                </a:solidFill>
              </a:rPr>
              <a:t>based on transistors</a:t>
            </a:r>
            <a:r>
              <a:rPr lang="en-IE" sz="3200" b="1" dirty="0"/>
              <a:t> </a:t>
            </a:r>
            <a:r>
              <a:rPr lang="en-IE" sz="3200" dirty="0"/>
              <a:t>instead of vacuum tubes</a:t>
            </a:r>
          </a:p>
        </p:txBody>
      </p:sp>
    </p:spTree>
    <p:extLst>
      <p:ext uri="{BB962C8B-B14F-4D97-AF65-F5344CB8AC3E}">
        <p14:creationId xmlns:p14="http://schemas.microsoft.com/office/powerpoint/2010/main" val="3889683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Transistors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The IBM 608 is considered the 1</a:t>
            </a:r>
            <a:r>
              <a:rPr lang="en-IE" sz="3200" baseline="30000" dirty="0"/>
              <a:t>st</a:t>
            </a:r>
            <a:r>
              <a:rPr lang="en-IE" sz="3200" dirty="0"/>
              <a:t> fully transistorised computer that was available commercially. It performed 4,500 operations per second and cost over €500,000 in todays money</a:t>
            </a:r>
          </a:p>
          <a:p>
            <a:pPr algn="just">
              <a:lnSpc>
                <a:spcPct val="150000"/>
              </a:lnSpc>
            </a:pPr>
            <a:r>
              <a:rPr lang="en-IE" sz="3200" dirty="0"/>
              <a:t>Transistors allowed for the development of “supercomputers” that could perform operation much faster than commonly available computers</a:t>
            </a:r>
          </a:p>
          <a:p>
            <a:pPr algn="just">
              <a:lnSpc>
                <a:spcPct val="150000"/>
              </a:lnSpc>
            </a:pPr>
            <a:endParaRPr lang="en-IE" sz="3200" dirty="0"/>
          </a:p>
        </p:txBody>
      </p:sp>
    </p:spTree>
    <p:extLst>
      <p:ext uri="{BB962C8B-B14F-4D97-AF65-F5344CB8AC3E}">
        <p14:creationId xmlns:p14="http://schemas.microsoft.com/office/powerpoint/2010/main" val="1453305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Transistors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The Control Data Corporation (CDC) 6600 (1964) is considered the 1</a:t>
            </a:r>
            <a:r>
              <a:rPr lang="en-IE" sz="3200" baseline="30000" dirty="0"/>
              <a:t>st</a:t>
            </a:r>
            <a:r>
              <a:rPr lang="en-IE" sz="3200" dirty="0"/>
              <a:t> commercially viable supercomputer. It could perform 3 million operations per second and cost approx. €20 million in todays money.</a:t>
            </a:r>
          </a:p>
          <a:p>
            <a:pPr algn="just">
              <a:lnSpc>
                <a:spcPct val="150000"/>
              </a:lnSpc>
            </a:pPr>
            <a:r>
              <a:rPr lang="en-US" sz="3200" dirty="0">
                <a:hlinkClick r:id="rId2"/>
              </a:rPr>
              <a:t>Video about 2nd generation computers</a:t>
            </a:r>
            <a:endParaRPr lang="en-IE" sz="3200" dirty="0"/>
          </a:p>
        </p:txBody>
      </p:sp>
    </p:spTree>
    <p:extLst>
      <p:ext uri="{BB962C8B-B14F-4D97-AF65-F5344CB8AC3E}">
        <p14:creationId xmlns:p14="http://schemas.microsoft.com/office/powerpoint/2010/main" val="3542500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74"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392240" y="0"/>
            <a:ext cx="8355442" cy="1478570"/>
          </a:xfrm>
        </p:spPr>
        <p:txBody>
          <a:bodyPr>
            <a:normAutofit/>
          </a:bodyPr>
          <a:lstStyle/>
          <a:p>
            <a:r>
              <a:rPr lang="en-IE" sz="3200" dirty="0"/>
              <a:t>Integrated Circuits – </a:t>
            </a:r>
            <a:br>
              <a:rPr lang="en-IE" sz="3200" dirty="0"/>
            </a:br>
            <a:r>
              <a:rPr lang="en-IE" sz="3200" dirty="0"/>
              <a:t>3</a:t>
            </a:r>
            <a:r>
              <a:rPr lang="en-IE" sz="3200" baseline="30000" dirty="0"/>
              <a:t>rd</a:t>
            </a:r>
            <a:r>
              <a:rPr lang="en-IE" sz="3200" dirty="0"/>
              <a:t> generation of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390524" y="1602106"/>
            <a:ext cx="7734951" cy="3965046"/>
          </a:xfrm>
        </p:spPr>
        <p:txBody>
          <a:bodyPr>
            <a:normAutofit fontScale="92500"/>
          </a:bodyPr>
          <a:lstStyle/>
          <a:p>
            <a:r>
              <a:rPr lang="en-IE" sz="3200" b="1" dirty="0">
                <a:solidFill>
                  <a:schemeClr val="bg1"/>
                </a:solidFill>
                <a:highlight>
                  <a:srgbClr val="FFFF00"/>
                </a:highlight>
              </a:rPr>
              <a:t>3</a:t>
            </a:r>
            <a:r>
              <a:rPr lang="en-IE" sz="3200" b="1" baseline="30000" dirty="0">
                <a:solidFill>
                  <a:schemeClr val="bg1"/>
                </a:solidFill>
                <a:highlight>
                  <a:srgbClr val="FFFF00"/>
                </a:highlight>
              </a:rPr>
              <a:t>rd</a:t>
            </a:r>
            <a:r>
              <a:rPr lang="en-IE" sz="3200" b="1" dirty="0">
                <a:solidFill>
                  <a:schemeClr val="bg1"/>
                </a:solidFill>
                <a:highlight>
                  <a:srgbClr val="FFFF00"/>
                </a:highlight>
              </a:rPr>
              <a:t> generation of computers</a:t>
            </a:r>
            <a:r>
              <a:rPr lang="en-IE" sz="3200" dirty="0">
                <a:solidFill>
                  <a:schemeClr val="bg1"/>
                </a:solidFill>
              </a:rPr>
              <a:t> </a:t>
            </a:r>
            <a:r>
              <a:rPr lang="en-IE" sz="3200" dirty="0"/>
              <a:t>came around 1960s and were </a:t>
            </a:r>
            <a:r>
              <a:rPr lang="en-IE" sz="3200" b="1" dirty="0"/>
              <a:t>based on integrated circuits</a:t>
            </a:r>
          </a:p>
          <a:p>
            <a:r>
              <a:rPr lang="en-US" sz="3200" dirty="0"/>
              <a:t>An integrated circuit is a collection of electronic components (resistors, transistors, capacitors, etc.) all stuffed into a tiny chip, and connected together to achieve a common goal.</a:t>
            </a:r>
            <a:endParaRPr lang="en-IE" sz="3200" dirty="0"/>
          </a:p>
        </p:txBody>
      </p:sp>
      <p:grpSp>
        <p:nvGrpSpPr>
          <p:cNvPr id="176" name="Group 17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78"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7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18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9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grpSp>
      <p:pic>
        <p:nvPicPr>
          <p:cNvPr id="3074" name="Picture 2" descr="10 Best Integrated Circuits Suppliers In Ireland 2023">
            <a:extLst>
              <a:ext uri="{FF2B5EF4-FFF2-40B4-BE49-F238E27FC236}">
                <a16:creationId xmlns:a16="http://schemas.microsoft.com/office/drawing/2014/main" id="{0D0E5261-B5DE-4652-C0C0-836C64486E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5208" y="917476"/>
            <a:ext cx="3412868" cy="17720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ntegrated Circuit - Definition, Construction, Features, Types, FAQs">
            <a:extLst>
              <a:ext uri="{FF2B5EF4-FFF2-40B4-BE49-F238E27FC236}">
                <a16:creationId xmlns:a16="http://schemas.microsoft.com/office/drawing/2014/main" id="{390C252E-2F96-48ED-1954-E8AD7D1941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835" y="4419599"/>
            <a:ext cx="3495573" cy="162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862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74"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392240" y="0"/>
            <a:ext cx="4459286" cy="1478570"/>
          </a:xfrm>
        </p:spPr>
        <p:txBody>
          <a:bodyPr>
            <a:normAutofit/>
          </a:bodyPr>
          <a:lstStyle/>
          <a:p>
            <a:r>
              <a:rPr lang="en-IE" sz="3200" dirty="0"/>
              <a:t>Integrated Circuits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390524" y="1093788"/>
            <a:ext cx="11395076" cy="5346700"/>
          </a:xfrm>
        </p:spPr>
        <p:txBody>
          <a:bodyPr>
            <a:normAutofit/>
          </a:bodyPr>
          <a:lstStyle/>
          <a:p>
            <a:r>
              <a:rPr lang="en-IE" sz="3200" dirty="0"/>
              <a:t>One of the most famous 3</a:t>
            </a:r>
            <a:r>
              <a:rPr lang="en-IE" sz="3200" baseline="30000" dirty="0"/>
              <a:t>rd</a:t>
            </a:r>
            <a:r>
              <a:rPr lang="en-IE" sz="3200" dirty="0"/>
              <a:t> Generation computers is </a:t>
            </a:r>
            <a:r>
              <a:rPr lang="en-IE" sz="3200" b="1" dirty="0">
                <a:solidFill>
                  <a:schemeClr val="accent2">
                    <a:lumMod val="40000"/>
                    <a:lumOff val="60000"/>
                  </a:schemeClr>
                </a:solidFill>
              </a:rPr>
              <a:t>Apollo Guidance Computer (AGC)</a:t>
            </a:r>
            <a:r>
              <a:rPr lang="en-IE" sz="3200" dirty="0"/>
              <a:t> (1966) designed by Massachusetts Institute of Technology (MIT).</a:t>
            </a:r>
          </a:p>
          <a:p>
            <a:r>
              <a:rPr lang="en-IE" sz="3200" dirty="0"/>
              <a:t>Margaret Hamilton designed the software for the AGC. Without this software, the Apollo program, which included landing the 1</a:t>
            </a:r>
            <a:r>
              <a:rPr lang="en-IE" sz="3200" baseline="30000" dirty="0"/>
              <a:t>st</a:t>
            </a:r>
            <a:r>
              <a:rPr lang="en-IE" sz="3200" dirty="0"/>
              <a:t> people on the moon, would not have been possible</a:t>
            </a:r>
          </a:p>
          <a:p>
            <a:r>
              <a:rPr lang="en-IE" sz="3200" dirty="0"/>
              <a:t>The AGC was designed to be small, around 32kg, and very robust because of the conditions it would work in. </a:t>
            </a:r>
          </a:p>
          <a:p>
            <a:endParaRPr lang="en-IE" sz="3200" dirty="0"/>
          </a:p>
          <a:p>
            <a:endParaRPr lang="en-IE" sz="3200" dirty="0"/>
          </a:p>
        </p:txBody>
      </p:sp>
      <p:grpSp>
        <p:nvGrpSpPr>
          <p:cNvPr id="176" name="Group 17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E"/>
            </a:p>
          </p:txBody>
        </p:sp>
        <p:sp>
          <p:nvSpPr>
            <p:cNvPr id="178"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7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8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18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E"/>
            </a:p>
          </p:txBody>
        </p:sp>
        <p:sp>
          <p:nvSpPr>
            <p:cNvPr id="19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19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sp>
          <p:nvSpPr>
            <p:cNvPr id="20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E"/>
            </a:p>
          </p:txBody>
        </p:sp>
      </p:grpSp>
    </p:spTree>
    <p:extLst>
      <p:ext uri="{BB962C8B-B14F-4D97-AF65-F5344CB8AC3E}">
        <p14:creationId xmlns:p14="http://schemas.microsoft.com/office/powerpoint/2010/main" val="3492830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941387" y="40950"/>
            <a:ext cx="5894387" cy="1478570"/>
          </a:xfrm>
        </p:spPr>
        <p:txBody>
          <a:bodyPr anchor="b">
            <a:normAutofit/>
          </a:bodyPr>
          <a:lstStyle/>
          <a:p>
            <a:r>
              <a:rPr lang="en-US" dirty="0"/>
              <a:t>Margaret Hamilton Takes Humans to the Moon</a:t>
            </a:r>
            <a:endParaRPr lang="en-IE" dirty="0"/>
          </a:p>
        </p:txBody>
      </p:sp>
      <p:sp>
        <p:nvSpPr>
          <p:cNvPr id="11" name="Content Placeholder 8">
            <a:extLst>
              <a:ext uri="{FF2B5EF4-FFF2-40B4-BE49-F238E27FC236}">
                <a16:creationId xmlns:a16="http://schemas.microsoft.com/office/drawing/2014/main" id="{3A355978-0DBD-4357-943A-095E2ED82130}"/>
              </a:ext>
            </a:extLst>
          </p:cNvPr>
          <p:cNvSpPr>
            <a:spLocks noGrp="1"/>
          </p:cNvSpPr>
          <p:nvPr>
            <p:ph idx="1"/>
          </p:nvPr>
        </p:nvSpPr>
        <p:spPr>
          <a:xfrm>
            <a:off x="495300" y="1592262"/>
            <a:ext cx="6858000" cy="4694238"/>
          </a:xfrm>
        </p:spPr>
        <p:txBody>
          <a:bodyPr>
            <a:normAutofit/>
          </a:bodyPr>
          <a:lstStyle/>
          <a:p>
            <a:pPr>
              <a:lnSpc>
                <a:spcPct val="110000"/>
              </a:lnSpc>
            </a:pPr>
            <a:r>
              <a:rPr lang="en-US" dirty="0"/>
              <a:t>Margaret Hamilton, born in 1936, is an American computer scientist and systems engineer from Indiana who led the Software Engineering Division of the MIT Instrumentation Laboratory. </a:t>
            </a:r>
            <a:r>
              <a:rPr lang="en-US" dirty="0">
                <a:solidFill>
                  <a:schemeClr val="bg1"/>
                </a:solidFill>
                <a:highlight>
                  <a:srgbClr val="FFFF00"/>
                </a:highlight>
              </a:rPr>
              <a:t>NASA credits her with coining the term “software engineering</a:t>
            </a:r>
            <a:r>
              <a:rPr lang="en-US" dirty="0"/>
              <a:t>.” Hamilton worked on software development for Apollo 11, the first spacecraft to complete a successful mission that placed humans on the moon in 1969. </a:t>
            </a:r>
            <a:r>
              <a:rPr lang="en-US" dirty="0">
                <a:solidFill>
                  <a:schemeClr val="bg1"/>
                </a:solidFill>
                <a:highlight>
                  <a:srgbClr val="FFFF00"/>
                </a:highlight>
              </a:rPr>
              <a:t>Hamilton's insistence on thorough testing is credited with the mission's success and safety of its astronauts.</a:t>
            </a:r>
          </a:p>
        </p:txBody>
      </p:sp>
      <p:pic>
        <p:nvPicPr>
          <p:cNvPr id="7" name="Picture 6">
            <a:extLst>
              <a:ext uri="{FF2B5EF4-FFF2-40B4-BE49-F238E27FC236}">
                <a16:creationId xmlns:a16="http://schemas.microsoft.com/office/drawing/2014/main" id="{B443B2DF-3526-6740-6799-B7402F851ADE}"/>
              </a:ext>
            </a:extLst>
          </p:cNvPr>
          <p:cNvPicPr>
            <a:picLocks noChangeAspect="1"/>
          </p:cNvPicPr>
          <p:nvPr/>
        </p:nvPicPr>
        <p:blipFill rotWithShape="1">
          <a:blip r:embed="rId2"/>
          <a:srcRect l="9798" r="4530" b="3"/>
          <a:stretch/>
        </p:blipFill>
        <p:spPr>
          <a:xfrm>
            <a:off x="7619998" y="780235"/>
            <a:ext cx="3425199" cy="484033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723344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74"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392240" y="0"/>
            <a:ext cx="4459286" cy="1478570"/>
          </a:xfrm>
        </p:spPr>
        <p:txBody>
          <a:bodyPr>
            <a:normAutofit/>
          </a:bodyPr>
          <a:lstStyle/>
          <a:p>
            <a:r>
              <a:rPr lang="en-IE" sz="3200" dirty="0"/>
              <a:t>Integrated Circuits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390524" y="1093788"/>
            <a:ext cx="11395076" cy="5346700"/>
          </a:xfrm>
        </p:spPr>
        <p:txBody>
          <a:bodyPr>
            <a:normAutofit/>
          </a:bodyPr>
          <a:lstStyle/>
          <a:p>
            <a:r>
              <a:rPr lang="en-IE" sz="3200" dirty="0"/>
              <a:t>In 1960’s and 1970’s, the 3</a:t>
            </a:r>
            <a:r>
              <a:rPr lang="en-IE" sz="3200" baseline="30000" dirty="0"/>
              <a:t>rd</a:t>
            </a:r>
            <a:r>
              <a:rPr lang="en-IE" sz="3200" dirty="0"/>
              <a:t> generation of computers allowed the development of “minicomputers” which were small enough to move between different locations easily.</a:t>
            </a:r>
          </a:p>
          <a:p>
            <a:r>
              <a:rPr lang="en-IE" sz="3200" dirty="0"/>
              <a:t>The integrated chip allowed computers to become much more powerful quickly. In 1970’s Cray Research, developed its own supercomputer, the Cray-. This started the modern era of supercomputing, which continues to drive many scientific discoveries.</a:t>
            </a:r>
          </a:p>
          <a:p>
            <a:r>
              <a:rPr lang="en-US" sz="3200" dirty="0">
                <a:hlinkClick r:id="rId4"/>
              </a:rPr>
              <a:t>Video on 3rd Generation Computers</a:t>
            </a:r>
            <a:r>
              <a:rPr lang="en-IE" sz="3200" dirty="0"/>
              <a:t> </a:t>
            </a:r>
          </a:p>
        </p:txBody>
      </p:sp>
      <p:grpSp>
        <p:nvGrpSpPr>
          <p:cNvPr id="176" name="Group 175">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7"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78"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79"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0"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1"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2"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3"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4"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5"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6"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7"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8"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189"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0"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1"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2"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3"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194"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5"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6"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7"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8"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9"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0"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1"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2"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3"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grpSp>
    </p:spTree>
    <p:extLst>
      <p:ext uri="{BB962C8B-B14F-4D97-AF65-F5344CB8AC3E}">
        <p14:creationId xmlns:p14="http://schemas.microsoft.com/office/powerpoint/2010/main" val="2868944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Microprocessors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fontScale="92500"/>
          </a:bodyPr>
          <a:lstStyle/>
          <a:p>
            <a:pPr algn="just">
              <a:lnSpc>
                <a:spcPct val="150000"/>
              </a:lnSpc>
            </a:pPr>
            <a:r>
              <a:rPr lang="en-IE" sz="3200" dirty="0"/>
              <a:t>The </a:t>
            </a:r>
            <a:r>
              <a:rPr lang="en-IE" sz="3200" dirty="0">
                <a:solidFill>
                  <a:schemeClr val="bg1"/>
                </a:solidFill>
                <a:highlight>
                  <a:srgbClr val="FFFF00"/>
                </a:highlight>
              </a:rPr>
              <a:t>4</a:t>
            </a:r>
            <a:r>
              <a:rPr lang="en-IE" sz="3200" baseline="30000" dirty="0">
                <a:solidFill>
                  <a:schemeClr val="bg1"/>
                </a:solidFill>
                <a:highlight>
                  <a:srgbClr val="FFFF00"/>
                </a:highlight>
              </a:rPr>
              <a:t>th</a:t>
            </a:r>
            <a:r>
              <a:rPr lang="en-IE" sz="3200" dirty="0">
                <a:solidFill>
                  <a:schemeClr val="bg1"/>
                </a:solidFill>
                <a:highlight>
                  <a:srgbClr val="FFFF00"/>
                </a:highlight>
              </a:rPr>
              <a:t> generation of computers </a:t>
            </a:r>
            <a:r>
              <a:rPr lang="en-IE" sz="3200" dirty="0"/>
              <a:t>is based on </a:t>
            </a:r>
            <a:r>
              <a:rPr lang="en-IE" sz="3200" dirty="0">
                <a:solidFill>
                  <a:schemeClr val="bg1"/>
                </a:solidFill>
                <a:highlight>
                  <a:srgbClr val="FFFF00"/>
                </a:highlight>
              </a:rPr>
              <a:t>microprocessors</a:t>
            </a:r>
            <a:r>
              <a:rPr lang="en-IE" sz="3200" dirty="0"/>
              <a:t>. Most of todays computers are of this generation.</a:t>
            </a:r>
            <a:endParaRPr lang="en-US" sz="3200" dirty="0"/>
          </a:p>
          <a:p>
            <a:pPr algn="just">
              <a:lnSpc>
                <a:spcPct val="150000"/>
              </a:lnSpc>
            </a:pPr>
            <a:r>
              <a:rPr lang="en-US" sz="3200" dirty="0"/>
              <a:t>A microprocessor is a device used as the main brain of a computer system. </a:t>
            </a:r>
            <a:r>
              <a:rPr lang="en-IE" sz="3200" dirty="0"/>
              <a:t>A microprocessor is what we now call CPU, central processing unit.</a:t>
            </a:r>
          </a:p>
          <a:p>
            <a:pPr algn="just">
              <a:lnSpc>
                <a:spcPct val="150000"/>
              </a:lnSpc>
            </a:pPr>
            <a:r>
              <a:rPr lang="en-IE" sz="3200" dirty="0"/>
              <a:t>CPU takes in binary data, performs operations on that data from instructions stored in its memory and the proves the result as output.</a:t>
            </a:r>
          </a:p>
        </p:txBody>
      </p:sp>
    </p:spTree>
    <p:extLst>
      <p:ext uri="{BB962C8B-B14F-4D97-AF65-F5344CB8AC3E}">
        <p14:creationId xmlns:p14="http://schemas.microsoft.com/office/powerpoint/2010/main" val="3356115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Microprocessors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Intel 4004 (1971) was the first microprocessor developed</a:t>
            </a:r>
          </a:p>
          <a:p>
            <a:pPr algn="just">
              <a:lnSpc>
                <a:spcPct val="150000"/>
              </a:lnSpc>
            </a:pPr>
            <a:r>
              <a:rPr lang="en-IE" sz="3200" dirty="0"/>
              <a:t>Todays microprocessors contain </a:t>
            </a:r>
            <a:r>
              <a:rPr lang="en-IE" sz="3200" b="1" dirty="0"/>
              <a:t>billions </a:t>
            </a:r>
            <a:r>
              <a:rPr lang="en-IE" sz="3200" dirty="0"/>
              <a:t>of transistors on a single chip, less than the size of your palm. This allows personal computers to become practical and affordable in the late 1970’s / early 1980’s. This had led to computers everywhere in our lives today</a:t>
            </a:r>
            <a:endParaRPr lang="en-IE" sz="3200" b="1" dirty="0"/>
          </a:p>
        </p:txBody>
      </p:sp>
    </p:spTree>
    <p:extLst>
      <p:ext uri="{BB962C8B-B14F-4D97-AF65-F5344CB8AC3E}">
        <p14:creationId xmlns:p14="http://schemas.microsoft.com/office/powerpoint/2010/main" val="4179681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Personal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132081" y="1564640"/>
            <a:ext cx="11583670" cy="4940935"/>
          </a:xfrm>
        </p:spPr>
        <p:txBody>
          <a:bodyPr>
            <a:normAutofit/>
          </a:bodyPr>
          <a:lstStyle/>
          <a:p>
            <a:pPr algn="just">
              <a:lnSpc>
                <a:spcPct val="150000"/>
              </a:lnSpc>
            </a:pPr>
            <a:r>
              <a:rPr lang="en-IE" sz="3200" dirty="0"/>
              <a:t>1975 - The 1</a:t>
            </a:r>
            <a:r>
              <a:rPr lang="en-IE" sz="3200" baseline="30000" dirty="0"/>
              <a:t>st</a:t>
            </a:r>
            <a:r>
              <a:rPr lang="en-IE" sz="3200" dirty="0"/>
              <a:t> personal computers included models from Commodore, Apple, IBM. </a:t>
            </a:r>
          </a:p>
          <a:p>
            <a:pPr algn="just">
              <a:lnSpc>
                <a:spcPct val="150000"/>
              </a:lnSpc>
            </a:pPr>
            <a:r>
              <a:rPr lang="en-IE" sz="3200" dirty="0"/>
              <a:t>These PCs had to be usable by non-experts. This led to the creation of operating systems and user-friendly interfaces such as Microsoft Windows </a:t>
            </a:r>
            <a:r>
              <a:rPr lang="en-IE" sz="3200"/>
              <a:t>(founded 1975) </a:t>
            </a:r>
            <a:r>
              <a:rPr lang="en-IE" sz="3200" dirty="0"/>
              <a:t>and hardware devices such as mice, keyboards and displays that we are familiar with today. </a:t>
            </a:r>
          </a:p>
          <a:p>
            <a:pPr algn="just">
              <a:lnSpc>
                <a:spcPct val="150000"/>
              </a:lnSpc>
            </a:pPr>
            <a:endParaRPr lang="en-IE" sz="3200" dirty="0"/>
          </a:p>
          <a:p>
            <a:pPr algn="just">
              <a:lnSpc>
                <a:spcPct val="150000"/>
              </a:lnSpc>
            </a:pPr>
            <a:endParaRPr lang="en-IE" sz="3200" dirty="0"/>
          </a:p>
          <a:p>
            <a:pPr algn="just">
              <a:lnSpc>
                <a:spcPct val="150000"/>
              </a:lnSpc>
            </a:pPr>
            <a:endParaRPr lang="en-IE" sz="3200" dirty="0"/>
          </a:p>
          <a:p>
            <a:pPr algn="just">
              <a:lnSpc>
                <a:spcPct val="150000"/>
              </a:lnSpc>
            </a:pPr>
            <a:endParaRPr lang="en-IE" sz="3200" dirty="0"/>
          </a:p>
        </p:txBody>
      </p:sp>
      <p:pic>
        <p:nvPicPr>
          <p:cNvPr id="7" name="Picture 6">
            <a:extLst>
              <a:ext uri="{FF2B5EF4-FFF2-40B4-BE49-F238E27FC236}">
                <a16:creationId xmlns:a16="http://schemas.microsoft.com/office/drawing/2014/main" id="{A2A7F1D2-2E93-4932-B3B9-73073F1B786B}"/>
              </a:ext>
            </a:extLst>
          </p:cNvPr>
          <p:cNvPicPr>
            <a:picLocks noChangeAspect="1"/>
          </p:cNvPicPr>
          <p:nvPr/>
        </p:nvPicPr>
        <p:blipFill>
          <a:blip r:embed="rId2"/>
          <a:stretch>
            <a:fillRect/>
          </a:stretch>
        </p:blipFill>
        <p:spPr>
          <a:xfrm>
            <a:off x="9551010" y="108598"/>
            <a:ext cx="2392069" cy="1811641"/>
          </a:xfrm>
          <a:prstGeom prst="rect">
            <a:avLst/>
          </a:prstGeom>
        </p:spPr>
      </p:pic>
    </p:spTree>
    <p:extLst>
      <p:ext uri="{BB962C8B-B14F-4D97-AF65-F5344CB8AC3E}">
        <p14:creationId xmlns:p14="http://schemas.microsoft.com/office/powerpoint/2010/main" val="318143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Modern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Modern computers include laptops, PCs, tablets, mobile phones as they are all digital, electronic, programmable and are multi purpose.</a:t>
            </a:r>
          </a:p>
          <a:p>
            <a:pPr algn="just">
              <a:lnSpc>
                <a:spcPct val="150000"/>
              </a:lnSpc>
            </a:pPr>
            <a:r>
              <a:rPr lang="en-IE" sz="3200" dirty="0"/>
              <a:t>PCs costing a few hundred euros now have memory capacities and chips that operate at speeds that would have cost millions in the 1980s.</a:t>
            </a:r>
          </a:p>
        </p:txBody>
      </p:sp>
    </p:spTree>
    <p:extLst>
      <p:ext uri="{BB962C8B-B14F-4D97-AF65-F5344CB8AC3E}">
        <p14:creationId xmlns:p14="http://schemas.microsoft.com/office/powerpoint/2010/main" val="323687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Modern computers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As the price of computers continues to decrease, their performance significantly increases.</a:t>
                </a:r>
              </a:p>
              <a:p>
                <a:pPr algn="just">
                  <a:lnSpc>
                    <a:spcPct val="150000"/>
                  </a:lnSpc>
                </a:pPr>
                <a:r>
                  <a:rPr lang="en-IE" sz="3200" dirty="0"/>
                  <a:t>The fastest supercomputer, Frontier (USA), can perform </a:t>
                </a:r>
                <a:r>
                  <a:rPr lang="en-US" sz="3200" dirty="0"/>
                  <a:t>more than 1 quintillion </a:t>
                </a:r>
                <a:r>
                  <a:rPr lang="en-IE" sz="3200" dirty="0"/>
                  <a:t>(</a:t>
                </a:r>
                <a14:m>
                  <m:oMath xmlns:m="http://schemas.openxmlformats.org/officeDocument/2006/math">
                    <m:sSup>
                      <m:sSupPr>
                        <m:ctrlPr>
                          <a:rPr lang="en-IE" sz="3200" i="1" smtClean="0">
                            <a:latin typeface="Cambria Math" panose="02040503050406030204" pitchFamily="18" charset="0"/>
                          </a:rPr>
                        </m:ctrlPr>
                      </m:sSupPr>
                      <m:e>
                        <m:r>
                          <a:rPr lang="en-IE" sz="3200" b="0" i="1" smtClean="0">
                            <a:latin typeface="Cambria Math" panose="02040503050406030204" pitchFamily="18" charset="0"/>
                          </a:rPr>
                          <m:t>10</m:t>
                        </m:r>
                      </m:e>
                      <m:sup>
                        <m:r>
                          <a:rPr lang="en-IE" sz="3200" b="0" i="1" smtClean="0">
                            <a:latin typeface="Cambria Math" panose="02040503050406030204" pitchFamily="18" charset="0"/>
                          </a:rPr>
                          <m:t>18</m:t>
                        </m:r>
                      </m:sup>
                    </m:sSup>
                  </m:oMath>
                </a14:m>
                <a:r>
                  <a:rPr lang="en-IE" sz="3200" dirty="0"/>
                  <a:t>)  </a:t>
                </a:r>
                <a:r>
                  <a:rPr lang="en-US" sz="3200" dirty="0"/>
                  <a:t>operations per second. Essentially, Frontier can perform as many calculations in one second as 100,000 laptops.</a:t>
                </a:r>
                <a:endParaRPr lang="en-IE" sz="3200" dirty="0"/>
              </a:p>
              <a:p>
                <a:pPr algn="just">
                  <a:lnSpc>
                    <a:spcPct val="150000"/>
                  </a:lnSpc>
                </a:pPr>
                <a:endParaRPr lang="en-IE" sz="3200" dirty="0"/>
              </a:p>
              <a:p>
                <a:pPr algn="just">
                  <a:lnSpc>
                    <a:spcPct val="150000"/>
                  </a:lnSpc>
                </a:pPr>
                <a:endParaRPr lang="en-IE" sz="3200" dirty="0"/>
              </a:p>
            </p:txBody>
          </p:sp>
        </mc:Choice>
        <mc:Fallback xmlns="">
          <p:sp>
            <p:nvSpPr>
              <p:cNvPr id="3" name="Content Placeholder 2">
                <a:extLst>
                  <a:ext uri="{FF2B5EF4-FFF2-40B4-BE49-F238E27FC236}">
                    <a16:creationId xmlns:a16="http://schemas.microsoft.com/office/drawing/2014/main" id="{09C4E21D-6169-4B7E-B3CE-F5610B6E1475}"/>
                  </a:ext>
                </a:extLst>
              </p:cNvPr>
              <p:cNvSpPr>
                <a:spLocks noGrp="1" noRot="1" noChangeAspect="1" noMove="1" noResize="1" noEditPoints="1" noAdjustHandles="1" noChangeArrowheads="1" noChangeShapeType="1" noTextEdit="1"/>
              </p:cNvSpPr>
              <p:nvPr>
                <p:ph idx="1"/>
              </p:nvPr>
            </p:nvSpPr>
            <p:spPr>
              <a:xfrm>
                <a:off x="619125" y="1047748"/>
                <a:ext cx="11096625" cy="5457827"/>
              </a:xfrm>
              <a:blipFill>
                <a:blip r:embed="rId2"/>
                <a:stretch>
                  <a:fillRect l="-1758" t="-112" r="-1374"/>
                </a:stretch>
              </a:blipFill>
            </p:spPr>
            <p:txBody>
              <a:bodyPr/>
              <a:lstStyle/>
              <a:p>
                <a:r>
                  <a:rPr lang="en-IE">
                    <a:noFill/>
                  </a:rPr>
                  <a:t> </a:t>
                </a:r>
              </a:p>
            </p:txBody>
          </p:sp>
        </mc:Fallback>
      </mc:AlternateContent>
    </p:spTree>
    <p:extLst>
      <p:ext uri="{BB962C8B-B14F-4D97-AF65-F5344CB8AC3E}">
        <p14:creationId xmlns:p14="http://schemas.microsoft.com/office/powerpoint/2010/main" val="3199340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The fastest computers - No 1</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US" sz="3200" dirty="0"/>
              <a:t>Frontier was built in 2022 by Hewlett Packard Enterprise in collaboration with its subsidiary Cray. </a:t>
            </a:r>
          </a:p>
          <a:p>
            <a:pPr algn="just">
              <a:lnSpc>
                <a:spcPct val="150000"/>
              </a:lnSpc>
            </a:pPr>
            <a:r>
              <a:rPr lang="en-US" sz="3200" dirty="0"/>
              <a:t>Frontier has a total of 8,730,112 cores. Each of its 74 computing cabinets weigh about 3650 kg and the entire system costs a whopping $600 million in total.</a:t>
            </a:r>
          </a:p>
          <a:p>
            <a:pPr algn="just">
              <a:lnSpc>
                <a:spcPct val="150000"/>
              </a:lnSpc>
            </a:pPr>
            <a:r>
              <a:rPr lang="en-US" sz="3200" dirty="0">
                <a:hlinkClick r:id="rId2"/>
              </a:rPr>
              <a:t>https://www.youtube.com/watch?v=etVzy1z_Ptg</a:t>
            </a:r>
            <a:endParaRPr lang="en-US" sz="3200" dirty="0"/>
          </a:p>
          <a:p>
            <a:pPr algn="just">
              <a:lnSpc>
                <a:spcPct val="150000"/>
              </a:lnSpc>
            </a:pPr>
            <a:endParaRPr lang="en-US" sz="3200" dirty="0"/>
          </a:p>
        </p:txBody>
      </p:sp>
    </p:spTree>
    <p:extLst>
      <p:ext uri="{BB962C8B-B14F-4D97-AF65-F5344CB8AC3E}">
        <p14:creationId xmlns:p14="http://schemas.microsoft.com/office/powerpoint/2010/main" val="748603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8BE21-69B7-4BE1-8057-5B55A4729BE2}"/>
              </a:ext>
            </a:extLst>
          </p:cNvPr>
          <p:cNvSpPr>
            <a:spLocks noGrp="1"/>
          </p:cNvSpPr>
          <p:nvPr>
            <p:ph type="title"/>
          </p:nvPr>
        </p:nvSpPr>
        <p:spPr>
          <a:xfrm>
            <a:off x="1284288" y="161318"/>
            <a:ext cx="9905998" cy="905481"/>
          </a:xfrm>
        </p:spPr>
        <p:txBody>
          <a:bodyPr/>
          <a:lstStyle/>
          <a:p>
            <a:r>
              <a:rPr lang="en-IE" dirty="0"/>
              <a:t>Moore’s Law</a:t>
            </a:r>
          </a:p>
        </p:txBody>
      </p:sp>
      <p:sp>
        <p:nvSpPr>
          <p:cNvPr id="3" name="Content Placeholder 2">
            <a:extLst>
              <a:ext uri="{FF2B5EF4-FFF2-40B4-BE49-F238E27FC236}">
                <a16:creationId xmlns:a16="http://schemas.microsoft.com/office/drawing/2014/main" id="{47CB2C94-0D5C-4D5F-A4D8-992CE4EBF420}"/>
              </a:ext>
            </a:extLst>
          </p:cNvPr>
          <p:cNvSpPr>
            <a:spLocks noGrp="1"/>
          </p:cNvSpPr>
          <p:nvPr>
            <p:ph idx="1"/>
          </p:nvPr>
        </p:nvSpPr>
        <p:spPr>
          <a:xfrm>
            <a:off x="790576" y="942975"/>
            <a:ext cx="10256836" cy="5486400"/>
          </a:xfrm>
        </p:spPr>
        <p:txBody>
          <a:bodyPr>
            <a:normAutofit/>
          </a:bodyPr>
          <a:lstStyle/>
          <a:p>
            <a:r>
              <a:rPr lang="en-US" sz="2800" b="1" dirty="0"/>
              <a:t>The first Intel microprocessor (CPU), </a:t>
            </a:r>
            <a:r>
              <a:rPr lang="en-US" sz="2800" b="1"/>
              <a:t>Intel 4004 (1972), </a:t>
            </a:r>
            <a:r>
              <a:rPr lang="en-US" sz="2800" b="1" dirty="0"/>
              <a:t>had 2,300 transistors</a:t>
            </a:r>
          </a:p>
          <a:p>
            <a:r>
              <a:rPr lang="en-US" sz="2800" b="1" dirty="0"/>
              <a:t>Nowadays, a microprocessor (on a single chip) has billions of transistors. </a:t>
            </a:r>
            <a:r>
              <a:rPr lang="en-US" sz="2800" dirty="0"/>
              <a:t>For instance an Xbox One has 5 billion.</a:t>
            </a:r>
          </a:p>
          <a:p>
            <a:r>
              <a:rPr lang="en-US" sz="2800" dirty="0"/>
              <a:t> In 1965 Gordon Moore states that the number of transistors on a microchip doubles every two years. The law claims that we can expect the speed and capability of our computers to increase every two years because of this, yet we will pay less for them. This is known as Moore’s Law.</a:t>
            </a:r>
          </a:p>
          <a:p>
            <a:endParaRPr lang="en-IE" sz="2800" dirty="0"/>
          </a:p>
        </p:txBody>
      </p:sp>
    </p:spTree>
    <p:extLst>
      <p:ext uri="{BB962C8B-B14F-4D97-AF65-F5344CB8AC3E}">
        <p14:creationId xmlns:p14="http://schemas.microsoft.com/office/powerpoint/2010/main" val="3052814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6551C300-1D7A-46C3-9EF6-0EAC9B1E1F5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8EC1EDC6-1B42-4FCD-BC53-B1D05BFF2E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633EFBCB-98A2-4F16-B3BB-BF9EC17846B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B399E29C-9CF8-4BD1-8750-949BA21268E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26" name="Freeform 6">
                <a:extLst>
                  <a:ext uri="{FF2B5EF4-FFF2-40B4-BE49-F238E27FC236}">
                    <a16:creationId xmlns:a16="http://schemas.microsoft.com/office/drawing/2014/main" id="{CB02DFF7-56DA-42B6-B49A-C8926B841A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7" name="Freeform 7">
                <a:extLst>
                  <a:ext uri="{FF2B5EF4-FFF2-40B4-BE49-F238E27FC236}">
                    <a16:creationId xmlns:a16="http://schemas.microsoft.com/office/drawing/2014/main" id="{07F77B45-21CD-43DB-AD58-24F814502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8" name="Freeform 8">
                <a:extLst>
                  <a:ext uri="{FF2B5EF4-FFF2-40B4-BE49-F238E27FC236}">
                    <a16:creationId xmlns:a16="http://schemas.microsoft.com/office/drawing/2014/main" id="{F0151C40-12A4-4A09-A8B6-179A062EF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9" name="Freeform 9">
                <a:extLst>
                  <a:ext uri="{FF2B5EF4-FFF2-40B4-BE49-F238E27FC236}">
                    <a16:creationId xmlns:a16="http://schemas.microsoft.com/office/drawing/2014/main" id="{F0146EA7-EB82-410D-A6ED-7C10C525AD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0" name="Freeform 10">
                <a:extLst>
                  <a:ext uri="{FF2B5EF4-FFF2-40B4-BE49-F238E27FC236}">
                    <a16:creationId xmlns:a16="http://schemas.microsoft.com/office/drawing/2014/main" id="{20DD5C02-0C86-4FA9-B82A-254EF58D3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1" name="Freeform 11">
                <a:extLst>
                  <a:ext uri="{FF2B5EF4-FFF2-40B4-BE49-F238E27FC236}">
                    <a16:creationId xmlns:a16="http://schemas.microsoft.com/office/drawing/2014/main" id="{19ED9FD5-1147-400A-8A32-82A74F7AD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2" name="Freeform 12">
                <a:extLst>
                  <a:ext uri="{FF2B5EF4-FFF2-40B4-BE49-F238E27FC236}">
                    <a16:creationId xmlns:a16="http://schemas.microsoft.com/office/drawing/2014/main" id="{E79E6A0D-4D79-4788-8769-B989488019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3" name="Freeform 13">
                <a:extLst>
                  <a:ext uri="{FF2B5EF4-FFF2-40B4-BE49-F238E27FC236}">
                    <a16:creationId xmlns:a16="http://schemas.microsoft.com/office/drawing/2014/main" id="{A6F42038-BF59-409A-902B-AD7799149A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4" name="Freeform 14">
                <a:extLst>
                  <a:ext uri="{FF2B5EF4-FFF2-40B4-BE49-F238E27FC236}">
                    <a16:creationId xmlns:a16="http://schemas.microsoft.com/office/drawing/2014/main" id="{D8B0BD48-5982-4C95-A7C8-E0D230645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5" name="Freeform 15">
                <a:extLst>
                  <a:ext uri="{FF2B5EF4-FFF2-40B4-BE49-F238E27FC236}">
                    <a16:creationId xmlns:a16="http://schemas.microsoft.com/office/drawing/2014/main" id="{F6C539D3-C6BD-4FB0-AA91-5AF1BF14C5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6" name="Line 16">
                <a:extLst>
                  <a:ext uri="{FF2B5EF4-FFF2-40B4-BE49-F238E27FC236}">
                    <a16:creationId xmlns:a16="http://schemas.microsoft.com/office/drawing/2014/main" id="{34F70AD6-B8F4-4F9D-8593-D4047107BD9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E"/>
              </a:p>
            </p:txBody>
          </p:sp>
          <p:sp>
            <p:nvSpPr>
              <p:cNvPr id="37" name="Freeform 17">
                <a:extLst>
                  <a:ext uri="{FF2B5EF4-FFF2-40B4-BE49-F238E27FC236}">
                    <a16:creationId xmlns:a16="http://schemas.microsoft.com/office/drawing/2014/main" id="{51EAB0E0-5DE2-4906-80B0-211A62478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8" name="Freeform 18">
                <a:extLst>
                  <a:ext uri="{FF2B5EF4-FFF2-40B4-BE49-F238E27FC236}">
                    <a16:creationId xmlns:a16="http://schemas.microsoft.com/office/drawing/2014/main" id="{38E8B65E-526B-458D-85A5-21C0A1A74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39" name="Freeform 19">
                <a:extLst>
                  <a:ext uri="{FF2B5EF4-FFF2-40B4-BE49-F238E27FC236}">
                    <a16:creationId xmlns:a16="http://schemas.microsoft.com/office/drawing/2014/main" id="{CCE331A2-5388-42F4-A175-69310C1BE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0" name="Freeform 20">
                <a:extLst>
                  <a:ext uri="{FF2B5EF4-FFF2-40B4-BE49-F238E27FC236}">
                    <a16:creationId xmlns:a16="http://schemas.microsoft.com/office/drawing/2014/main" id="{4E758D69-ACA2-4888-84BB-B05B1FAF2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1" name="Rectangle 21">
                <a:extLst>
                  <a:ext uri="{FF2B5EF4-FFF2-40B4-BE49-F238E27FC236}">
                    <a16:creationId xmlns:a16="http://schemas.microsoft.com/office/drawing/2014/main" id="{078AAA22-796B-4F0E-85DA-B8B0E81115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sp>
            <p:nvSpPr>
              <p:cNvPr id="42" name="Freeform 22">
                <a:extLst>
                  <a:ext uri="{FF2B5EF4-FFF2-40B4-BE49-F238E27FC236}">
                    <a16:creationId xmlns:a16="http://schemas.microsoft.com/office/drawing/2014/main" id="{D1254A9A-3E31-4A25-9A91-F9BC6CF6A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3" name="Freeform 23">
                <a:extLst>
                  <a:ext uri="{FF2B5EF4-FFF2-40B4-BE49-F238E27FC236}">
                    <a16:creationId xmlns:a16="http://schemas.microsoft.com/office/drawing/2014/main" id="{18CADB3C-936C-476A-A261-28DD5ABA73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4" name="Freeform 24">
                <a:extLst>
                  <a:ext uri="{FF2B5EF4-FFF2-40B4-BE49-F238E27FC236}">
                    <a16:creationId xmlns:a16="http://schemas.microsoft.com/office/drawing/2014/main" id="{771961D1-28D7-4CC1-A720-2933E8B91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5" name="Freeform 25">
                <a:extLst>
                  <a:ext uri="{FF2B5EF4-FFF2-40B4-BE49-F238E27FC236}">
                    <a16:creationId xmlns:a16="http://schemas.microsoft.com/office/drawing/2014/main" id="{E7B8B616-B89E-4A1C-98DE-13B8B93947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6" name="Freeform 26">
                <a:extLst>
                  <a:ext uri="{FF2B5EF4-FFF2-40B4-BE49-F238E27FC236}">
                    <a16:creationId xmlns:a16="http://schemas.microsoft.com/office/drawing/2014/main" id="{5D6CC1A1-D003-44BA-87E4-B3A7F3D30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7" name="Freeform 27">
                <a:extLst>
                  <a:ext uri="{FF2B5EF4-FFF2-40B4-BE49-F238E27FC236}">
                    <a16:creationId xmlns:a16="http://schemas.microsoft.com/office/drawing/2014/main" id="{FF32749B-B34C-4FCB-A33A-0478844A9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8" name="Freeform 28">
                <a:extLst>
                  <a:ext uri="{FF2B5EF4-FFF2-40B4-BE49-F238E27FC236}">
                    <a16:creationId xmlns:a16="http://schemas.microsoft.com/office/drawing/2014/main" id="{4455F261-AC57-4085-8989-4DBED747F1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49" name="Freeform 29">
                <a:extLst>
                  <a:ext uri="{FF2B5EF4-FFF2-40B4-BE49-F238E27FC236}">
                    <a16:creationId xmlns:a16="http://schemas.microsoft.com/office/drawing/2014/main" id="{57CEA90D-DB58-4EC0-A55C-15FAF59E0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50" name="Freeform 30">
                <a:extLst>
                  <a:ext uri="{FF2B5EF4-FFF2-40B4-BE49-F238E27FC236}">
                    <a16:creationId xmlns:a16="http://schemas.microsoft.com/office/drawing/2014/main" id="{66BBB005-2E38-496A-A46C-FD2B0605C1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51" name="Freeform 31">
                <a:extLst>
                  <a:ext uri="{FF2B5EF4-FFF2-40B4-BE49-F238E27FC236}">
                    <a16:creationId xmlns:a16="http://schemas.microsoft.com/office/drawing/2014/main" id="{E1A7618C-DE9D-401A-AD7A-784F19DA85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grpSp>
        <p:grpSp>
          <p:nvGrpSpPr>
            <p:cNvPr id="14" name="Group 13">
              <a:extLst>
                <a:ext uri="{FF2B5EF4-FFF2-40B4-BE49-F238E27FC236}">
                  <a16:creationId xmlns:a16="http://schemas.microsoft.com/office/drawing/2014/main" id="{5E441C57-A0CF-4D49-9609-55CB4646BD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2D3240AD-75B9-452B-9967-D05B40DE5F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6" name="Freeform 33">
                <a:extLst>
                  <a:ext uri="{FF2B5EF4-FFF2-40B4-BE49-F238E27FC236}">
                    <a16:creationId xmlns:a16="http://schemas.microsoft.com/office/drawing/2014/main" id="{6A557EE5-4777-4655-A433-05006D8410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7" name="Freeform 34">
                <a:extLst>
                  <a:ext uri="{FF2B5EF4-FFF2-40B4-BE49-F238E27FC236}">
                    <a16:creationId xmlns:a16="http://schemas.microsoft.com/office/drawing/2014/main" id="{6B721B6E-8FF2-470B-A180-C594E8271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8" name="Freeform 35">
                <a:extLst>
                  <a:ext uri="{FF2B5EF4-FFF2-40B4-BE49-F238E27FC236}">
                    <a16:creationId xmlns:a16="http://schemas.microsoft.com/office/drawing/2014/main" id="{23E045A6-2D54-488D-B5F0-688518430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19" name="Freeform 36">
                <a:extLst>
                  <a:ext uri="{FF2B5EF4-FFF2-40B4-BE49-F238E27FC236}">
                    <a16:creationId xmlns:a16="http://schemas.microsoft.com/office/drawing/2014/main" id="{2A4F07ED-57C7-4FF7-ABF8-793FC03A24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0" name="Freeform 37">
                <a:extLst>
                  <a:ext uri="{FF2B5EF4-FFF2-40B4-BE49-F238E27FC236}">
                    <a16:creationId xmlns:a16="http://schemas.microsoft.com/office/drawing/2014/main" id="{8829D0E6-D04F-4297-A784-6837F13EC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1" name="Freeform 38">
                <a:extLst>
                  <a:ext uri="{FF2B5EF4-FFF2-40B4-BE49-F238E27FC236}">
                    <a16:creationId xmlns:a16="http://schemas.microsoft.com/office/drawing/2014/main" id="{9477D3D3-AA00-446F-B05D-EBBA25D3C9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2" name="Freeform 39">
                <a:extLst>
                  <a:ext uri="{FF2B5EF4-FFF2-40B4-BE49-F238E27FC236}">
                    <a16:creationId xmlns:a16="http://schemas.microsoft.com/office/drawing/2014/main" id="{5AC450AD-A350-42FA-B7EA-103D4416B4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3" name="Freeform 40">
                <a:extLst>
                  <a:ext uri="{FF2B5EF4-FFF2-40B4-BE49-F238E27FC236}">
                    <a16:creationId xmlns:a16="http://schemas.microsoft.com/office/drawing/2014/main" id="{A10F783A-EC27-47BE-A21D-3531A036FA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IE"/>
              </a:p>
            </p:txBody>
          </p:sp>
          <p:sp>
            <p:nvSpPr>
              <p:cNvPr id="24" name="Rectangle 41">
                <a:extLst>
                  <a:ext uri="{FF2B5EF4-FFF2-40B4-BE49-F238E27FC236}">
                    <a16:creationId xmlns:a16="http://schemas.microsoft.com/office/drawing/2014/main" id="{A2CBE444-D00C-4C80-9F29-42A250C500B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IE"/>
              </a:p>
            </p:txBody>
          </p:sp>
        </p:grpSp>
      </p:grpSp>
      <p:pic>
        <p:nvPicPr>
          <p:cNvPr id="5" name="Picture 4">
            <a:extLst>
              <a:ext uri="{FF2B5EF4-FFF2-40B4-BE49-F238E27FC236}">
                <a16:creationId xmlns:a16="http://schemas.microsoft.com/office/drawing/2014/main" id="{BBB62985-3B96-4514-A156-CF4680881E5D}"/>
              </a:ext>
            </a:extLst>
          </p:cNvPr>
          <p:cNvPicPr>
            <a:picLocks noChangeAspect="1"/>
          </p:cNvPicPr>
          <p:nvPr/>
        </p:nvPicPr>
        <p:blipFill rotWithShape="1">
          <a:blip r:embed="rId4"/>
          <a:srcRect l="6667"/>
          <a:stretch/>
        </p:blipFill>
        <p:spPr>
          <a:xfrm>
            <a:off x="20" y="10"/>
            <a:ext cx="12191980" cy="6857990"/>
          </a:xfrm>
          <a:prstGeom prst="rect">
            <a:avLst/>
          </a:prstGeom>
        </p:spPr>
      </p:pic>
    </p:spTree>
    <p:extLst>
      <p:ext uri="{BB962C8B-B14F-4D97-AF65-F5344CB8AC3E}">
        <p14:creationId xmlns:p14="http://schemas.microsoft.com/office/powerpoint/2010/main" val="26943390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8BE21-69B7-4BE1-8057-5B55A4729BE2}"/>
              </a:ext>
            </a:extLst>
          </p:cNvPr>
          <p:cNvSpPr>
            <a:spLocks noGrp="1"/>
          </p:cNvSpPr>
          <p:nvPr>
            <p:ph type="title"/>
          </p:nvPr>
        </p:nvSpPr>
        <p:spPr>
          <a:xfrm>
            <a:off x="1284288" y="161318"/>
            <a:ext cx="9905998" cy="905481"/>
          </a:xfrm>
        </p:spPr>
        <p:txBody>
          <a:bodyPr/>
          <a:lstStyle/>
          <a:p>
            <a:r>
              <a:rPr lang="en-IE" dirty="0"/>
              <a:t>Moore’s Law</a:t>
            </a:r>
          </a:p>
        </p:txBody>
      </p:sp>
      <p:sp>
        <p:nvSpPr>
          <p:cNvPr id="3" name="Content Placeholder 2">
            <a:extLst>
              <a:ext uri="{FF2B5EF4-FFF2-40B4-BE49-F238E27FC236}">
                <a16:creationId xmlns:a16="http://schemas.microsoft.com/office/drawing/2014/main" id="{47CB2C94-0D5C-4D5F-A4D8-992CE4EBF420}"/>
              </a:ext>
            </a:extLst>
          </p:cNvPr>
          <p:cNvSpPr>
            <a:spLocks noGrp="1"/>
          </p:cNvSpPr>
          <p:nvPr>
            <p:ph idx="1"/>
          </p:nvPr>
        </p:nvSpPr>
        <p:spPr>
          <a:xfrm>
            <a:off x="790576" y="942975"/>
            <a:ext cx="10256836" cy="5486400"/>
          </a:xfrm>
        </p:spPr>
        <p:txBody>
          <a:bodyPr>
            <a:normAutofit/>
          </a:bodyPr>
          <a:lstStyle/>
          <a:p>
            <a:r>
              <a:rPr lang="en-US" sz="3200" dirty="0"/>
              <a:t>Experts agree that computers should reach the physical limits of Moore's Law at some point in the 2020s. One reason is:</a:t>
            </a:r>
          </a:p>
          <a:p>
            <a:pPr lvl="1"/>
            <a:r>
              <a:rPr lang="en-US" sz="3200" dirty="0"/>
              <a:t>transistors will be unable to operate within smaller circuits at increasingly higher temperatures. This is due to the fact that cooling the transistors will require more energy than the energy that passes through the transistor itself. </a:t>
            </a:r>
            <a:endParaRPr lang="en-IE" sz="2800" dirty="0"/>
          </a:p>
          <a:p>
            <a:endParaRPr lang="en-IE" sz="3200" dirty="0"/>
          </a:p>
          <a:p>
            <a:r>
              <a:rPr lang="en-IE" sz="3200" dirty="0">
                <a:hlinkClick r:id="rId2"/>
              </a:rPr>
              <a:t>https://www.youtube.com/watch?v=1qQE5Xwe7fs</a:t>
            </a:r>
            <a:endParaRPr lang="en-IE" sz="3200" dirty="0"/>
          </a:p>
          <a:p>
            <a:endParaRPr lang="en-IE" sz="3200" dirty="0"/>
          </a:p>
        </p:txBody>
      </p:sp>
    </p:spTree>
    <p:extLst>
      <p:ext uri="{BB962C8B-B14F-4D97-AF65-F5344CB8AC3E}">
        <p14:creationId xmlns:p14="http://schemas.microsoft.com/office/powerpoint/2010/main" val="4215159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1141412" y="199418"/>
            <a:ext cx="9905998" cy="734032"/>
          </a:xfrm>
        </p:spPr>
        <p:txBody>
          <a:bodyPr/>
          <a:lstStyle/>
          <a:p>
            <a:r>
              <a:rPr lang="en-IE" dirty="0"/>
              <a:t>The Next Generation of computers</a:t>
            </a:r>
          </a:p>
        </p:txBody>
      </p:sp>
      <p:sp>
        <p:nvSpPr>
          <p:cNvPr id="3" name="Content Placeholder 2">
            <a:extLst>
              <a:ext uri="{FF2B5EF4-FFF2-40B4-BE49-F238E27FC236}">
                <a16:creationId xmlns:a16="http://schemas.microsoft.com/office/drawing/2014/main" id="{09C4E21D-6169-4B7E-B3CE-F5610B6E1475}"/>
              </a:ext>
            </a:extLst>
          </p:cNvPr>
          <p:cNvSpPr>
            <a:spLocks noGrp="1"/>
          </p:cNvSpPr>
          <p:nvPr>
            <p:ph idx="1"/>
          </p:nvPr>
        </p:nvSpPr>
        <p:spPr>
          <a:xfrm>
            <a:off x="619125" y="1047748"/>
            <a:ext cx="11096625" cy="5457827"/>
          </a:xfrm>
        </p:spPr>
        <p:txBody>
          <a:bodyPr>
            <a:normAutofit/>
          </a:bodyPr>
          <a:lstStyle/>
          <a:p>
            <a:pPr algn="just">
              <a:lnSpc>
                <a:spcPct val="150000"/>
              </a:lnSpc>
            </a:pPr>
            <a:r>
              <a:rPr lang="en-IE" sz="3200" dirty="0"/>
              <a:t>This is difficult to predict due to rapid pace of development.</a:t>
            </a:r>
          </a:p>
          <a:p>
            <a:pPr algn="just">
              <a:lnSpc>
                <a:spcPct val="150000"/>
              </a:lnSpc>
            </a:pPr>
            <a:r>
              <a:rPr lang="en-IE" sz="3200" dirty="0"/>
              <a:t>Possibly Quantum Computers based on quantum mechanical principles. </a:t>
            </a:r>
          </a:p>
          <a:p>
            <a:pPr algn="just">
              <a:lnSpc>
                <a:spcPct val="150000"/>
              </a:lnSpc>
            </a:pPr>
            <a:r>
              <a:rPr lang="en-IE" sz="3200" dirty="0"/>
              <a:t>Quantum Computer prototypes exist but many barriers to overcome before they become viable. They are very sensitive to heat so must be kept at ultra cold temperature -273 </a:t>
            </a:r>
            <a:r>
              <a:rPr lang="en-IE" sz="3200"/>
              <a:t>celcius</a:t>
            </a:r>
            <a:endParaRPr lang="en-IE" sz="3200" dirty="0"/>
          </a:p>
        </p:txBody>
      </p:sp>
    </p:spTree>
    <p:extLst>
      <p:ext uri="{BB962C8B-B14F-4D97-AF65-F5344CB8AC3E}">
        <p14:creationId xmlns:p14="http://schemas.microsoft.com/office/powerpoint/2010/main" val="420772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86A76-10D5-701A-C090-2865CB8183C2}"/>
              </a:ext>
            </a:extLst>
          </p:cNvPr>
          <p:cNvSpPr>
            <a:spLocks noGrp="1"/>
          </p:cNvSpPr>
          <p:nvPr>
            <p:ph type="title"/>
          </p:nvPr>
        </p:nvSpPr>
        <p:spPr>
          <a:xfrm>
            <a:off x="765906" y="396576"/>
            <a:ext cx="10657010" cy="1478570"/>
          </a:xfrm>
        </p:spPr>
        <p:txBody>
          <a:bodyPr/>
          <a:lstStyle/>
          <a:p>
            <a:r>
              <a:rPr lang="en-IE" dirty="0"/>
              <a:t>Grace Hopper Pioneers Computer Programming</a:t>
            </a:r>
          </a:p>
        </p:txBody>
      </p:sp>
      <p:sp>
        <p:nvSpPr>
          <p:cNvPr id="3" name="Content Placeholder 2">
            <a:extLst>
              <a:ext uri="{FF2B5EF4-FFF2-40B4-BE49-F238E27FC236}">
                <a16:creationId xmlns:a16="http://schemas.microsoft.com/office/drawing/2014/main" id="{6A6D24AA-46D0-20DD-DA10-E9442716C532}"/>
              </a:ext>
            </a:extLst>
          </p:cNvPr>
          <p:cNvSpPr>
            <a:spLocks noGrp="1"/>
          </p:cNvSpPr>
          <p:nvPr>
            <p:ph idx="1"/>
          </p:nvPr>
        </p:nvSpPr>
        <p:spPr>
          <a:xfrm>
            <a:off x="484465" y="1658142"/>
            <a:ext cx="7192686" cy="5333207"/>
          </a:xfrm>
        </p:spPr>
        <p:txBody>
          <a:bodyPr>
            <a:normAutofit/>
          </a:bodyPr>
          <a:lstStyle/>
          <a:p>
            <a:r>
              <a:rPr lang="en-US" dirty="0"/>
              <a:t>American Grace Hopper (1906–1992) was an admiral in the United States Navy and </a:t>
            </a:r>
            <a:r>
              <a:rPr lang="en-US" dirty="0">
                <a:solidFill>
                  <a:schemeClr val="bg1"/>
                </a:solidFill>
                <a:highlight>
                  <a:srgbClr val="FFFF00"/>
                </a:highlight>
              </a:rPr>
              <a:t>a computer scientist who was one of the first programmers for the Harvard Mark I computer, which was a general purposes electromechanical computer used in the war effort for World War II.</a:t>
            </a:r>
          </a:p>
          <a:p>
            <a:r>
              <a:rPr lang="en-US">
                <a:solidFill>
                  <a:schemeClr val="bg1"/>
                </a:solidFill>
                <a:highlight>
                  <a:srgbClr val="FFFF00"/>
                </a:highlight>
              </a:rPr>
              <a:t>1953: Grace Hopper develops the first computer language, which eventually becomes known as COBOL, </a:t>
            </a:r>
            <a:endParaRPr lang="en-IE" dirty="0"/>
          </a:p>
        </p:txBody>
      </p:sp>
      <p:pic>
        <p:nvPicPr>
          <p:cNvPr id="5" name="Picture 4">
            <a:extLst>
              <a:ext uri="{FF2B5EF4-FFF2-40B4-BE49-F238E27FC236}">
                <a16:creationId xmlns:a16="http://schemas.microsoft.com/office/drawing/2014/main" id="{F0EDAEEE-E7CC-981A-C2CE-3020A39FD485}"/>
              </a:ext>
            </a:extLst>
          </p:cNvPr>
          <p:cNvPicPr>
            <a:picLocks noChangeAspect="1"/>
          </p:cNvPicPr>
          <p:nvPr/>
        </p:nvPicPr>
        <p:blipFill>
          <a:blip r:embed="rId2"/>
          <a:stretch>
            <a:fillRect/>
          </a:stretch>
        </p:blipFill>
        <p:spPr>
          <a:xfrm>
            <a:off x="8021760" y="1895475"/>
            <a:ext cx="3685775" cy="2345493"/>
          </a:xfrm>
          <a:prstGeom prst="rect">
            <a:avLst/>
          </a:prstGeom>
        </p:spPr>
      </p:pic>
    </p:spTree>
    <p:extLst>
      <p:ext uri="{BB962C8B-B14F-4D97-AF65-F5344CB8AC3E}">
        <p14:creationId xmlns:p14="http://schemas.microsoft.com/office/powerpoint/2010/main" val="1241580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371474" y="182880"/>
            <a:ext cx="11027454" cy="920433"/>
          </a:xfrm>
        </p:spPr>
        <p:txBody>
          <a:bodyPr>
            <a:normAutofit fontScale="90000"/>
          </a:bodyPr>
          <a:lstStyle/>
          <a:p>
            <a:br>
              <a:rPr lang="en-IE" sz="3200" dirty="0"/>
            </a:br>
            <a:r>
              <a:rPr lang="en-US" sz="3200" dirty="0"/>
              <a:t>Katherine Johnson Executes Critical Space Calculations</a:t>
            </a:r>
            <a:endParaRPr lang="en-IE" sz="3200" dirty="0"/>
          </a:p>
        </p:txBody>
      </p:sp>
      <p:sp>
        <p:nvSpPr>
          <p:cNvPr id="11" name="Content Placeholder 8">
            <a:extLst>
              <a:ext uri="{FF2B5EF4-FFF2-40B4-BE49-F238E27FC236}">
                <a16:creationId xmlns:a16="http://schemas.microsoft.com/office/drawing/2014/main" id="{3A355978-0DBD-4357-943A-095E2ED82130}"/>
              </a:ext>
            </a:extLst>
          </p:cNvPr>
          <p:cNvSpPr>
            <a:spLocks noGrp="1"/>
          </p:cNvSpPr>
          <p:nvPr>
            <p:ph idx="1"/>
          </p:nvPr>
        </p:nvSpPr>
        <p:spPr>
          <a:xfrm>
            <a:off x="257175" y="1508971"/>
            <a:ext cx="8589655" cy="4958503"/>
          </a:xfrm>
        </p:spPr>
        <p:txBody>
          <a:bodyPr>
            <a:normAutofit lnSpcReduction="10000"/>
          </a:bodyPr>
          <a:lstStyle/>
          <a:p>
            <a:r>
              <a:rPr lang="en-US" dirty="0"/>
              <a:t>Katherine Johnson, born in 1918, is one of the women immortalized in the 2016 book and movie </a:t>
            </a:r>
            <a:r>
              <a:rPr lang="en-US" b="1" dirty="0"/>
              <a:t>Hidden Figures</a:t>
            </a:r>
            <a:r>
              <a:rPr lang="en-US" dirty="0"/>
              <a:t>. A West Virginia native and American mathematician, </a:t>
            </a:r>
            <a:r>
              <a:rPr lang="en-US" dirty="0">
                <a:solidFill>
                  <a:schemeClr val="bg1"/>
                </a:solidFill>
                <a:highlight>
                  <a:srgbClr val="FFFF00"/>
                </a:highlight>
              </a:rPr>
              <a:t>Johnson helped confirm the accuracy of electronic computers used by NASA and performed critical calculations that ensured safe space travel from the 1950s on. </a:t>
            </a:r>
            <a:r>
              <a:rPr lang="en-US" dirty="0"/>
              <a:t>She coauthored a research report that used equations for orbital spaceflight in 1960, performed trajectory analysis for the first human space flight in 1961, and ran equations on a desktop mechanical calculating machine before the 1962 orbital mission of John Glenn. </a:t>
            </a:r>
          </a:p>
          <a:p>
            <a:r>
              <a:rPr lang="en-US" dirty="0"/>
              <a:t>In 2015, she received the Presidential Medal of Freedom.</a:t>
            </a:r>
          </a:p>
        </p:txBody>
      </p:sp>
      <p:pic>
        <p:nvPicPr>
          <p:cNvPr id="4" name="Picture 3">
            <a:extLst>
              <a:ext uri="{FF2B5EF4-FFF2-40B4-BE49-F238E27FC236}">
                <a16:creationId xmlns:a16="http://schemas.microsoft.com/office/drawing/2014/main" id="{B275D5C3-E51B-F938-0167-EDABDCEE21FD}"/>
              </a:ext>
            </a:extLst>
          </p:cNvPr>
          <p:cNvPicPr>
            <a:picLocks noChangeAspect="1"/>
          </p:cNvPicPr>
          <p:nvPr/>
        </p:nvPicPr>
        <p:blipFill>
          <a:blip r:embed="rId2"/>
          <a:stretch>
            <a:fillRect/>
          </a:stretch>
        </p:blipFill>
        <p:spPr>
          <a:xfrm>
            <a:off x="9145281" y="1420813"/>
            <a:ext cx="2419350" cy="3000375"/>
          </a:xfrm>
          <a:prstGeom prst="rect">
            <a:avLst/>
          </a:prstGeom>
        </p:spPr>
      </p:pic>
    </p:spTree>
    <p:extLst>
      <p:ext uri="{BB962C8B-B14F-4D97-AF65-F5344CB8AC3E}">
        <p14:creationId xmlns:p14="http://schemas.microsoft.com/office/powerpoint/2010/main" val="3125510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CB2C-0F0E-4169-BA43-DB98346AFDDA}"/>
              </a:ext>
            </a:extLst>
          </p:cNvPr>
          <p:cNvSpPr>
            <a:spLocks noGrp="1"/>
          </p:cNvSpPr>
          <p:nvPr>
            <p:ph type="title"/>
          </p:nvPr>
        </p:nvSpPr>
        <p:spPr>
          <a:xfrm>
            <a:off x="941387" y="40950"/>
            <a:ext cx="9543141" cy="1478570"/>
          </a:xfrm>
        </p:spPr>
        <p:txBody>
          <a:bodyPr anchor="b">
            <a:normAutofit/>
          </a:bodyPr>
          <a:lstStyle/>
          <a:p>
            <a:r>
              <a:rPr lang="en-US" dirty="0"/>
              <a:t>Female pioneers in computer science</a:t>
            </a:r>
            <a:endParaRPr lang="en-IE" dirty="0"/>
          </a:p>
        </p:txBody>
      </p:sp>
      <p:sp>
        <p:nvSpPr>
          <p:cNvPr id="11" name="Content Placeholder 8">
            <a:extLst>
              <a:ext uri="{FF2B5EF4-FFF2-40B4-BE49-F238E27FC236}">
                <a16:creationId xmlns:a16="http://schemas.microsoft.com/office/drawing/2014/main" id="{3A355978-0DBD-4357-943A-095E2ED82130}"/>
              </a:ext>
            </a:extLst>
          </p:cNvPr>
          <p:cNvSpPr>
            <a:spLocks noGrp="1"/>
          </p:cNvSpPr>
          <p:nvPr>
            <p:ph idx="1"/>
          </p:nvPr>
        </p:nvSpPr>
        <p:spPr>
          <a:xfrm>
            <a:off x="495300" y="1592262"/>
            <a:ext cx="6858000" cy="4694238"/>
          </a:xfrm>
        </p:spPr>
        <p:txBody>
          <a:bodyPr>
            <a:normAutofit/>
          </a:bodyPr>
          <a:lstStyle/>
          <a:p>
            <a:pPr>
              <a:lnSpc>
                <a:spcPct val="110000"/>
              </a:lnSpc>
            </a:pPr>
            <a:r>
              <a:rPr lang="en-US" dirty="0">
                <a:hlinkClick r:id="rId2"/>
              </a:rPr>
              <a:t>https://www.youtube.com/watch?v=_ZjGOiJXVBA</a:t>
            </a:r>
            <a:endParaRPr lang="en-US" dirty="0"/>
          </a:p>
          <a:p>
            <a:pPr>
              <a:lnSpc>
                <a:spcPct val="110000"/>
              </a:lnSpc>
            </a:pPr>
            <a:endParaRPr lang="en-US" dirty="0">
              <a:solidFill>
                <a:schemeClr val="bg1"/>
              </a:solidFill>
              <a:highlight>
                <a:srgbClr val="FFFF00"/>
              </a:highlight>
            </a:endParaRPr>
          </a:p>
        </p:txBody>
      </p:sp>
    </p:spTree>
    <p:extLst>
      <p:ext uri="{BB962C8B-B14F-4D97-AF65-F5344CB8AC3E}">
        <p14:creationId xmlns:p14="http://schemas.microsoft.com/office/powerpoint/2010/main" val="16583659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a24f1cd-5e3a-428d-a962-0c0266cdec1f">
      <Terms xmlns="http://schemas.microsoft.com/office/infopath/2007/PartnerControls"/>
    </lcf76f155ced4ddcb4097134ff3c332f>
    <_ip_UnifiedCompliancePolicyProperties xmlns="http://schemas.microsoft.com/sharepoint/v3" xsi:nil="true"/>
    <TaxCatchAll xmlns="2522d011-583a-4cec-893b-a3e4ebe7a880" xsi:nil="true"/>
  </documentManagement>
</p:properties>
</file>

<file path=customXml/itemProps1.xml><?xml version="1.0" encoding="utf-8"?>
<ds:datastoreItem xmlns:ds="http://schemas.openxmlformats.org/officeDocument/2006/customXml" ds:itemID="{E860714D-9ED5-4DA5-9431-43E576CC387D}"/>
</file>

<file path=customXml/itemProps2.xml><?xml version="1.0" encoding="utf-8"?>
<ds:datastoreItem xmlns:ds="http://schemas.openxmlformats.org/officeDocument/2006/customXml" ds:itemID="{39EA917E-020B-422A-B2C0-4BCC2D1D8A69}"/>
</file>

<file path=customXml/itemProps3.xml><?xml version="1.0" encoding="utf-8"?>
<ds:datastoreItem xmlns:ds="http://schemas.openxmlformats.org/officeDocument/2006/customXml" ds:itemID="{AE4C82A1-0923-4804-849B-EF6946CFFBDB}"/>
</file>

<file path=docProps/app.xml><?xml version="1.0" encoding="utf-8"?>
<Properties xmlns="http://schemas.openxmlformats.org/officeDocument/2006/extended-properties" xmlns:vt="http://schemas.openxmlformats.org/officeDocument/2006/docPropsVTypes">
  <Template>TM04033919[[fn=Circuit]]</Template>
  <TotalTime>297</TotalTime>
  <Words>2782</Words>
  <Application>Microsoft Office PowerPoint</Application>
  <PresentationFormat>Widescreen</PresentationFormat>
  <Paragraphs>169</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Cambria Math</vt:lpstr>
      <vt:lpstr>Tw Cen MT</vt:lpstr>
      <vt:lpstr>Circuit</vt:lpstr>
      <vt:lpstr>Brief History of Computing</vt:lpstr>
      <vt:lpstr>Learning Intentions </vt:lpstr>
      <vt:lpstr>Excellent website for this topic</vt:lpstr>
      <vt:lpstr>Learning Intentions – 1st November</vt:lpstr>
      <vt:lpstr>What is a computer?</vt:lpstr>
      <vt:lpstr>A General purpose machine</vt:lpstr>
      <vt:lpstr>Todays Computers </vt:lpstr>
      <vt:lpstr>Digital and Analogue signals (video)</vt:lpstr>
      <vt:lpstr>Digital computer</vt:lpstr>
      <vt:lpstr>Digital computer</vt:lpstr>
      <vt:lpstr>THe first Computers</vt:lpstr>
      <vt:lpstr>Early computing machines</vt:lpstr>
      <vt:lpstr>Charles Babbage – The Father of the computer</vt:lpstr>
      <vt:lpstr>Charles Babbage – The Father of the computer</vt:lpstr>
      <vt:lpstr>Charles Babbage – The Analytical Engine</vt:lpstr>
      <vt:lpstr>Ada lovelace – the first computer  programmer</vt:lpstr>
      <vt:lpstr>The early 20th Century.</vt:lpstr>
      <vt:lpstr>Alan Turing and the Turing Machine</vt:lpstr>
      <vt:lpstr>Alan Turing and the Turing Machine</vt:lpstr>
      <vt:lpstr>the Turing Machine consists of 4 parts</vt:lpstr>
      <vt:lpstr>Turing Machine – why are they important?</vt:lpstr>
      <vt:lpstr>Electromechanical Computers</vt:lpstr>
      <vt:lpstr>Impact of the second World War</vt:lpstr>
      <vt:lpstr>Impact of the second World War</vt:lpstr>
      <vt:lpstr>Impact of the second World War</vt:lpstr>
      <vt:lpstr>Vacuum Tubes –  The start of the electronic computer 1st generation of computers</vt:lpstr>
      <vt:lpstr>Vacuum Tubes and Electronic Computers</vt:lpstr>
      <vt:lpstr>Vacuum Tubes and Electronic Computers</vt:lpstr>
      <vt:lpstr>Vacuum Tubes and Electronic Computers</vt:lpstr>
      <vt:lpstr>Transistors The 2nd generation of computers</vt:lpstr>
      <vt:lpstr>Transistors</vt:lpstr>
      <vt:lpstr>Transistors</vt:lpstr>
      <vt:lpstr>Transistors</vt:lpstr>
      <vt:lpstr>Integrated Circuits –  3rd generation of computers</vt:lpstr>
      <vt:lpstr>Integrated Circuits</vt:lpstr>
      <vt:lpstr>Margaret Hamilton Takes Humans to the Moon</vt:lpstr>
      <vt:lpstr>Integrated Circuits</vt:lpstr>
      <vt:lpstr>Microprocessors</vt:lpstr>
      <vt:lpstr>Microprocessors</vt:lpstr>
      <vt:lpstr>Personal computers</vt:lpstr>
      <vt:lpstr>Modern computers</vt:lpstr>
      <vt:lpstr>Modern computers</vt:lpstr>
      <vt:lpstr>The fastest computers - No 1</vt:lpstr>
      <vt:lpstr>Moore’s Law</vt:lpstr>
      <vt:lpstr>PowerPoint Presentation</vt:lpstr>
      <vt:lpstr>Moore’s Law</vt:lpstr>
      <vt:lpstr>The Next Generation of computers</vt:lpstr>
      <vt:lpstr>Grace Hopper Pioneers Computer Programming</vt:lpstr>
      <vt:lpstr> Katherine Johnson Executes Critical Space Calculations</vt:lpstr>
      <vt:lpstr>Female pioneers in computer science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History of Computing</dc:title>
  <dc:creator>Pauline Smyth</dc:creator>
  <cp:lastModifiedBy>Pauline Smyth</cp:lastModifiedBy>
  <cp:revision>9</cp:revision>
  <dcterms:created xsi:type="dcterms:W3CDTF">2021-10-31T21:09:54Z</dcterms:created>
  <dcterms:modified xsi:type="dcterms:W3CDTF">2024-09-06T09:36:23Z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