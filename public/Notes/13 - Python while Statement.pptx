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8134A-B275-4382-9757-A481168C557A}" v="1" dt="2021-10-20T10:48:09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ine Smyth" userId="de5ce227-53e3-42c9-b7e0-2fb7785ba6f5" providerId="ADAL" clId="{5A38134A-B275-4382-9757-A481168C557A}"/>
    <pc:docChg chg="custSel addSld delSld modSld sldOrd">
      <pc:chgData name="Pauline Smyth" userId="de5ce227-53e3-42c9-b7e0-2fb7785ba6f5" providerId="ADAL" clId="{5A38134A-B275-4382-9757-A481168C557A}" dt="2021-10-21T21:39:11.112" v="157"/>
      <pc:docMkLst>
        <pc:docMk/>
      </pc:docMkLst>
      <pc:sldChg chg="modSp">
        <pc:chgData name="Pauline Smyth" userId="de5ce227-53e3-42c9-b7e0-2fb7785ba6f5" providerId="ADAL" clId="{5A38134A-B275-4382-9757-A481168C557A}" dt="2021-10-20T10:48:09.017" v="145"/>
        <pc:sldMkLst>
          <pc:docMk/>
          <pc:sldMk cId="3070563519" sldId="256"/>
        </pc:sldMkLst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3070563519" sldId="256"/>
            <ac:spMk id="2" creationId="{6D5D31C6-68B9-4E55-AE2A-55F8585FD223}"/>
          </ac:spMkLst>
        </pc:spChg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3070563519" sldId="256"/>
            <ac:spMk id="3" creationId="{F0DE3672-2157-4734-80D8-38108D1B3143}"/>
          </ac:spMkLst>
        </pc:spChg>
      </pc:sldChg>
      <pc:sldChg chg="modSp">
        <pc:chgData name="Pauline Smyth" userId="de5ce227-53e3-42c9-b7e0-2fb7785ba6f5" providerId="ADAL" clId="{5A38134A-B275-4382-9757-A481168C557A}" dt="2021-10-20T10:48:09.017" v="145"/>
        <pc:sldMkLst>
          <pc:docMk/>
          <pc:sldMk cId="3303526194" sldId="257"/>
        </pc:sldMkLst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3303526194" sldId="257"/>
            <ac:spMk id="2" creationId="{ADDC06B2-A27B-4CB2-93E7-D2358BE9EED6}"/>
          </ac:spMkLst>
        </pc:spChg>
      </pc:sldChg>
      <pc:sldChg chg="modSp">
        <pc:chgData name="Pauline Smyth" userId="de5ce227-53e3-42c9-b7e0-2fb7785ba6f5" providerId="ADAL" clId="{5A38134A-B275-4382-9757-A481168C557A}" dt="2021-10-20T10:48:09.017" v="145"/>
        <pc:sldMkLst>
          <pc:docMk/>
          <pc:sldMk cId="2898829969" sldId="258"/>
        </pc:sldMkLst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2898829969" sldId="258"/>
            <ac:spMk id="2" creationId="{ADDC06B2-A27B-4CB2-93E7-D2358BE9EED6}"/>
          </ac:spMkLst>
        </pc:spChg>
      </pc:sldChg>
      <pc:sldChg chg="delSp delDesignElem">
        <pc:chgData name="Pauline Smyth" userId="de5ce227-53e3-42c9-b7e0-2fb7785ba6f5" providerId="ADAL" clId="{5A38134A-B275-4382-9757-A481168C557A}" dt="2021-10-20T10:48:09.017" v="145"/>
        <pc:sldMkLst>
          <pc:docMk/>
          <pc:sldMk cId="3612919044" sldId="259"/>
        </pc:sldMkLst>
        <pc:spChg chg="del">
          <ac:chgData name="Pauline Smyth" userId="de5ce227-53e3-42c9-b7e0-2fb7785ba6f5" providerId="ADAL" clId="{5A38134A-B275-4382-9757-A481168C557A}" dt="2021-10-20T10:48:09.017" v="145"/>
          <ac:spMkLst>
            <pc:docMk/>
            <pc:sldMk cId="3612919044" sldId="259"/>
            <ac:spMk id="9" creationId="{1707FC24-6981-43D9-B525-C7832BA22463}"/>
          </ac:spMkLst>
        </pc:spChg>
      </pc:sldChg>
      <pc:sldChg chg="modSp">
        <pc:chgData name="Pauline Smyth" userId="de5ce227-53e3-42c9-b7e0-2fb7785ba6f5" providerId="ADAL" clId="{5A38134A-B275-4382-9757-A481168C557A}" dt="2021-10-20T10:48:09.017" v="145"/>
        <pc:sldMkLst>
          <pc:docMk/>
          <pc:sldMk cId="2652225402" sldId="260"/>
        </pc:sldMkLst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2652225402" sldId="260"/>
            <ac:spMk id="2" creationId="{ADDC06B2-A27B-4CB2-93E7-D2358BE9EED6}"/>
          </ac:spMkLst>
        </pc:spChg>
      </pc:sldChg>
      <pc:sldChg chg="modSp">
        <pc:chgData name="Pauline Smyth" userId="de5ce227-53e3-42c9-b7e0-2fb7785ba6f5" providerId="ADAL" clId="{5A38134A-B275-4382-9757-A481168C557A}" dt="2021-10-20T10:48:09.017" v="145"/>
        <pc:sldMkLst>
          <pc:docMk/>
          <pc:sldMk cId="4257073200" sldId="261"/>
        </pc:sldMkLst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4257073200" sldId="261"/>
            <ac:spMk id="2" creationId="{ADDC06B2-A27B-4CB2-93E7-D2358BE9EED6}"/>
          </ac:spMkLst>
        </pc:spChg>
      </pc:sldChg>
      <pc:sldChg chg="modSp">
        <pc:chgData name="Pauline Smyth" userId="de5ce227-53e3-42c9-b7e0-2fb7785ba6f5" providerId="ADAL" clId="{5A38134A-B275-4382-9757-A481168C557A}" dt="2021-10-20T10:48:09.017" v="145"/>
        <pc:sldMkLst>
          <pc:docMk/>
          <pc:sldMk cId="2321000189" sldId="262"/>
        </pc:sldMkLst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2321000189" sldId="262"/>
            <ac:spMk id="2" creationId="{ADDC06B2-A27B-4CB2-93E7-D2358BE9EED6}"/>
          </ac:spMkLst>
        </pc:spChg>
      </pc:sldChg>
      <pc:sldChg chg="addSp modSp mod ord">
        <pc:chgData name="Pauline Smyth" userId="de5ce227-53e3-42c9-b7e0-2fb7785ba6f5" providerId="ADAL" clId="{5A38134A-B275-4382-9757-A481168C557A}" dt="2021-10-21T21:39:11.112" v="157"/>
        <pc:sldMkLst>
          <pc:docMk/>
          <pc:sldMk cId="2428316506" sldId="265"/>
        </pc:sldMkLst>
        <pc:spChg chg="mod">
          <ac:chgData name="Pauline Smyth" userId="de5ce227-53e3-42c9-b7e0-2fb7785ba6f5" providerId="ADAL" clId="{5A38134A-B275-4382-9757-A481168C557A}" dt="2021-10-20T10:43:57.433" v="143" actId="14100"/>
          <ac:spMkLst>
            <pc:docMk/>
            <pc:sldMk cId="2428316506" sldId="265"/>
            <ac:spMk id="2" creationId="{ADDC06B2-A27B-4CB2-93E7-D2358BE9EED6}"/>
          </ac:spMkLst>
        </pc:spChg>
        <pc:graphicFrameChg chg="add mod modGraphic">
          <ac:chgData name="Pauline Smyth" userId="de5ce227-53e3-42c9-b7e0-2fb7785ba6f5" providerId="ADAL" clId="{5A38134A-B275-4382-9757-A481168C557A}" dt="2021-10-20T10:42:44.922" v="83" actId="20577"/>
          <ac:graphicFrameMkLst>
            <pc:docMk/>
            <pc:sldMk cId="2428316506" sldId="265"/>
            <ac:graphicFrameMk id="3" creationId="{AEE854A3-BCD7-4B26-B47C-AFCA8C04A298}"/>
          </ac:graphicFrameMkLst>
        </pc:graphicFrameChg>
      </pc:sldChg>
      <pc:sldChg chg="modSp del">
        <pc:chgData name="Pauline Smyth" userId="de5ce227-53e3-42c9-b7e0-2fb7785ba6f5" providerId="ADAL" clId="{5A38134A-B275-4382-9757-A481168C557A}" dt="2021-10-21T21:34:42.996" v="147" actId="47"/>
        <pc:sldMkLst>
          <pc:docMk/>
          <pc:sldMk cId="1705710012" sldId="266"/>
        </pc:sldMkLst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1705710012" sldId="266"/>
            <ac:spMk id="2" creationId="{ADDC06B2-A27B-4CB2-93E7-D2358BE9EED6}"/>
          </ac:spMkLst>
        </pc:spChg>
      </pc:sldChg>
      <pc:sldChg chg="modSp del">
        <pc:chgData name="Pauline Smyth" userId="de5ce227-53e3-42c9-b7e0-2fb7785ba6f5" providerId="ADAL" clId="{5A38134A-B275-4382-9757-A481168C557A}" dt="2021-10-21T21:34:40.628" v="146" actId="47"/>
        <pc:sldMkLst>
          <pc:docMk/>
          <pc:sldMk cId="4154841105" sldId="267"/>
        </pc:sldMkLst>
        <pc:spChg chg="mod">
          <ac:chgData name="Pauline Smyth" userId="de5ce227-53e3-42c9-b7e0-2fb7785ba6f5" providerId="ADAL" clId="{5A38134A-B275-4382-9757-A481168C557A}" dt="2021-10-20T10:48:09.017" v="145"/>
          <ac:spMkLst>
            <pc:docMk/>
            <pc:sldMk cId="4154841105" sldId="267"/>
            <ac:spMk id="2" creationId="{ADDC06B2-A27B-4CB2-93E7-D2358BE9EED6}"/>
          </ac:spMkLst>
        </pc:spChg>
      </pc:sldChg>
      <pc:sldChg chg="addSp delSp modSp add mod">
        <pc:chgData name="Pauline Smyth" userId="de5ce227-53e3-42c9-b7e0-2fb7785ba6f5" providerId="ADAL" clId="{5A38134A-B275-4382-9757-A481168C557A}" dt="2021-10-21T21:38:50.242" v="153" actId="14100"/>
        <pc:sldMkLst>
          <pc:docMk/>
          <pc:sldMk cId="3833933632" sldId="269"/>
        </pc:sldMkLst>
        <pc:spChg chg="mod">
          <ac:chgData name="Pauline Smyth" userId="de5ce227-53e3-42c9-b7e0-2fb7785ba6f5" providerId="ADAL" clId="{5A38134A-B275-4382-9757-A481168C557A}" dt="2021-10-21T21:35:46.488" v="150" actId="1076"/>
          <ac:spMkLst>
            <pc:docMk/>
            <pc:sldMk cId="3833933632" sldId="269"/>
            <ac:spMk id="2" creationId="{ADDC06B2-A27B-4CB2-93E7-D2358BE9EED6}"/>
          </ac:spMkLst>
        </pc:spChg>
        <pc:spChg chg="del">
          <ac:chgData name="Pauline Smyth" userId="de5ce227-53e3-42c9-b7e0-2fb7785ba6f5" providerId="ADAL" clId="{5A38134A-B275-4382-9757-A481168C557A}" dt="2021-10-21T21:35:33.905" v="149" actId="478"/>
          <ac:spMkLst>
            <pc:docMk/>
            <pc:sldMk cId="3833933632" sldId="269"/>
            <ac:spMk id="3" creationId="{D4D7A7B4-3856-4756-874B-3E5E01192C21}"/>
          </ac:spMkLst>
        </pc:spChg>
        <pc:picChg chg="add mod">
          <ac:chgData name="Pauline Smyth" userId="de5ce227-53e3-42c9-b7e0-2fb7785ba6f5" providerId="ADAL" clId="{5A38134A-B275-4382-9757-A481168C557A}" dt="2021-10-21T21:38:50.242" v="153" actId="14100"/>
          <ac:picMkLst>
            <pc:docMk/>
            <pc:sldMk cId="3833933632" sldId="269"/>
            <ac:picMk id="5" creationId="{4EC47538-579B-482A-9132-425613E3BAC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62259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9789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678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673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633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258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0062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002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408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9688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9769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0092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8428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1110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93951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9216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8FFFC-02CA-4545-8E19-CE09CF750DF7}" type="datetimeFigureOut">
              <a:rPr lang="en-IE" smtClean="0"/>
              <a:t>21/10/2021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E83CF8C-2070-4D43-8DB1-E5CA116B612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388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meo.com/showcase/5120220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31C6-68B9-4E55-AE2A-55F8585FD2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/>
              <a:t>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E3672-2157-4734-80D8-38108D1B31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/>
              <a:t>While and For Loops</a:t>
            </a:r>
          </a:p>
        </p:txBody>
      </p:sp>
    </p:spTree>
    <p:extLst>
      <p:ext uri="{BB962C8B-B14F-4D97-AF65-F5344CB8AC3E}">
        <p14:creationId xmlns:p14="http://schemas.microsoft.com/office/powerpoint/2010/main" val="3070563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/>
              <a:t>Iteration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28BEF-E699-45CD-BF08-37B109E3D555}"/>
              </a:ext>
            </a:extLst>
          </p:cNvPr>
          <p:cNvSpPr txBox="1"/>
          <p:nvPr/>
        </p:nvSpPr>
        <p:spPr>
          <a:xfrm>
            <a:off x="685800" y="1343025"/>
            <a:ext cx="107823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Iteration allows programs to execute statements multiple times.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provides built in supports for two different kinds of iteration statements:</a:t>
            </a:r>
            <a:endParaRPr lang="en-IE" sz="28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-"/>
            </a:pP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8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  <a:endParaRPr lang="en-IE" sz="28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200000"/>
              </a:lnSpc>
              <a:buFont typeface="Arial" panose="020B0604020202020204" pitchFamily="34" charset="0"/>
              <a:buChar char="-"/>
            </a:pP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8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loop </a:t>
            </a:r>
            <a:endParaRPr lang="en-IE" sz="28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352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/>
              <a:t>While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E42F68-DB22-4143-97A8-71058467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" y="1439862"/>
            <a:ext cx="1133475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2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>
            <a:normAutofit/>
          </a:bodyPr>
          <a:lstStyle/>
          <a:p>
            <a:pPr algn="ctr"/>
            <a:r>
              <a:rPr lang="en-IE" sz="4800">
                <a:solidFill>
                  <a:srgbClr val="FFFFFF"/>
                </a:solidFill>
              </a:rPr>
              <a:t>Flowchart of the while loop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F1E47C-A12F-4926-AC2F-67E976732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62" y="492573"/>
            <a:ext cx="4910464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1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C1D8BE-685F-404D-B5C2-BCB47EA4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88" y="111760"/>
            <a:ext cx="11653500" cy="633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25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/>
              <a:t>Video on while loops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60C97-EAFA-48E6-B479-39F0B6BFC410}"/>
              </a:ext>
            </a:extLst>
          </p:cNvPr>
          <p:cNvSpPr txBox="1"/>
          <p:nvPr/>
        </p:nvSpPr>
        <p:spPr>
          <a:xfrm>
            <a:off x="894080" y="2133600"/>
            <a:ext cx="10383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>
                <a:hlinkClick r:id="rId2"/>
              </a:rPr>
              <a:t>https://vimeo.com/showcase/5120220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707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Complete Task 1 in worksheet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0962A-9DDF-4E1A-BB69-E250FAB3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" y="1414462"/>
            <a:ext cx="1079182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0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IE"/>
              <a:t>Complete Task 2 in worksheet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D63832-7538-42DB-B2FF-A54EECE90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555" y="998220"/>
            <a:ext cx="6872887" cy="56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50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241301"/>
            <a:ext cx="11258550" cy="635000"/>
          </a:xfrm>
        </p:spPr>
        <p:txBody>
          <a:bodyPr>
            <a:normAutofit fontScale="90000"/>
          </a:bodyPr>
          <a:lstStyle/>
          <a:p>
            <a:r>
              <a:rPr lang="en-IE"/>
              <a:t>Complete Task 3 – Use the test case below for testing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EE854A3-BCD7-4B26-B47C-AFCA8C04A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110401"/>
              </p:ext>
            </p:extLst>
          </p:nvPr>
        </p:nvGraphicFramePr>
        <p:xfrm>
          <a:off x="1327150" y="1129241"/>
          <a:ext cx="8128000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2749747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540121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970180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93817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/>
                        <a:t>PASS YES/NO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963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479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0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606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04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186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2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75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08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5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16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803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316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8825"/>
          </a:xfrm>
        </p:spPr>
        <p:txBody>
          <a:bodyPr/>
          <a:lstStyle/>
          <a:p>
            <a:r>
              <a:rPr lang="en-IE"/>
              <a:t>Guessing Game Version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87CD25-C2EE-4328-9989-2C4F1503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30349"/>
            <a:ext cx="7236460" cy="57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86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625"/>
            <a:ext cx="10515600" cy="758825"/>
          </a:xfrm>
        </p:spPr>
        <p:txBody>
          <a:bodyPr/>
          <a:lstStyle/>
          <a:p>
            <a:r>
              <a:rPr lang="en-IE"/>
              <a:t>Guessing Game Version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7A7B4-3856-4756-874B-3E5E01192C21}"/>
              </a:ext>
            </a:extLst>
          </p:cNvPr>
          <p:cNvSpPr txBox="1"/>
          <p:nvPr/>
        </p:nvSpPr>
        <p:spPr>
          <a:xfrm>
            <a:off x="838200" y="1721000"/>
            <a:ext cx="10515600" cy="34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 the guessing game to give the user </a:t>
            </a:r>
            <a:r>
              <a:rPr lang="en-GB" sz="2800" i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chances</a:t>
            </a: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E" sz="28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Version 3 of the program works properly for one chance.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Wrap the code from version 3 inside a while loop that runs three times. </a:t>
            </a:r>
            <a:endParaRPr lang="en-IE" sz="2800"/>
          </a:p>
        </p:txBody>
      </p:sp>
    </p:spTree>
    <p:extLst>
      <p:ext uri="{BB962C8B-B14F-4D97-AF65-F5344CB8AC3E}">
        <p14:creationId xmlns:p14="http://schemas.microsoft.com/office/powerpoint/2010/main" val="2040850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06B2-A27B-4CB2-93E7-D2358BE9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52"/>
            <a:ext cx="10515600" cy="758825"/>
          </a:xfrm>
        </p:spPr>
        <p:txBody>
          <a:bodyPr/>
          <a:lstStyle/>
          <a:p>
            <a:r>
              <a:rPr lang="en-IE" dirty="0"/>
              <a:t>Guessing Game Version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47538-579B-482A-9132-425613E3B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42236" cy="695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336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24f1cd-5e3a-428d-a962-0c0266cdec1f">
      <Terms xmlns="http://schemas.microsoft.com/office/infopath/2007/PartnerControls"/>
    </lcf76f155ced4ddcb4097134ff3c332f>
    <TaxCatchAll xmlns="2522d011-583a-4cec-893b-a3e4ebe7a88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1AE70D9-3A60-4DA2-91A4-284CA0F63814}"/>
</file>

<file path=customXml/itemProps2.xml><?xml version="1.0" encoding="utf-8"?>
<ds:datastoreItem xmlns:ds="http://schemas.openxmlformats.org/officeDocument/2006/customXml" ds:itemID="{42D12309-55A4-43D5-AA0A-5B8A2BFB37CA}"/>
</file>

<file path=customXml/itemProps3.xml><?xml version="1.0" encoding="utf-8"?>
<ds:datastoreItem xmlns:ds="http://schemas.openxmlformats.org/officeDocument/2006/customXml" ds:itemID="{8FD3D0C2-5E34-4E05-8533-8CE74F19FFE2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143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Trebuchet MS</vt:lpstr>
      <vt:lpstr>Wingdings 3</vt:lpstr>
      <vt:lpstr>Facet</vt:lpstr>
      <vt:lpstr>Python</vt:lpstr>
      <vt:lpstr>Iteration</vt:lpstr>
      <vt:lpstr>While Loop</vt:lpstr>
      <vt:lpstr>Flowchart of the while loop</vt:lpstr>
      <vt:lpstr>PowerPoint Presentation</vt:lpstr>
      <vt:lpstr>Video on while loops</vt:lpstr>
      <vt:lpstr>Complete Task 1 in worksheet</vt:lpstr>
      <vt:lpstr>Complete Task 2 in worksheet</vt:lpstr>
      <vt:lpstr>Complete Task 3 – Use the test case below for testing</vt:lpstr>
      <vt:lpstr>Guessing Game Version 3</vt:lpstr>
      <vt:lpstr>Guessing Game Version 4</vt:lpstr>
      <vt:lpstr>Guessing Game Version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Pauline Smyth</dc:creator>
  <cp:lastModifiedBy>Pauline Smyth</cp:lastModifiedBy>
  <cp:revision>1</cp:revision>
  <dcterms:created xsi:type="dcterms:W3CDTF">2021-10-20T10:14:51Z</dcterms:created>
  <dcterms:modified xsi:type="dcterms:W3CDTF">2021-10-21T21:39:12Z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</Properties>
</file>