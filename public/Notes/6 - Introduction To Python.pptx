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5"/>
  </p:notesMasterIdLst>
  <p:sldIdLst>
    <p:sldId id="256" r:id="rId2"/>
    <p:sldId id="257" r:id="rId3"/>
    <p:sldId id="280" r:id="rId4"/>
    <p:sldId id="281" r:id="rId5"/>
    <p:sldId id="262" r:id="rId6"/>
    <p:sldId id="264" r:id="rId7"/>
    <p:sldId id="265" r:id="rId8"/>
    <p:sldId id="263" r:id="rId9"/>
    <p:sldId id="258" r:id="rId10"/>
    <p:sldId id="269" r:id="rId11"/>
    <p:sldId id="276" r:id="rId12"/>
    <p:sldId id="266" r:id="rId13"/>
    <p:sldId id="267" r:id="rId14"/>
    <p:sldId id="270" r:id="rId15"/>
    <p:sldId id="268" r:id="rId16"/>
    <p:sldId id="271" r:id="rId17"/>
    <p:sldId id="275" r:id="rId18"/>
    <p:sldId id="278" r:id="rId19"/>
    <p:sldId id="277" r:id="rId20"/>
    <p:sldId id="272" r:id="rId21"/>
    <p:sldId id="279"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76518" autoAdjust="0"/>
  </p:normalViewPr>
  <p:slideViewPr>
    <p:cSldViewPr snapToGrid="0">
      <p:cViewPr>
        <p:scale>
          <a:sx n="65" d="100"/>
          <a:sy n="65" d="100"/>
        </p:scale>
        <p:origin x="13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de5ce227-53e3-42c9-b7e0-2fb7785ba6f5" providerId="ADAL" clId="{F7010D44-0210-4E3A-9EB6-E96E4CF180F9}"/>
    <pc:docChg chg="undo custSel addSld delSld modSld">
      <pc:chgData name="Pauline Smyth" userId="de5ce227-53e3-42c9-b7e0-2fb7785ba6f5" providerId="ADAL" clId="{F7010D44-0210-4E3A-9EB6-E96E4CF180F9}" dt="2022-11-15T09:20:44.992" v="749" actId="14100"/>
      <pc:docMkLst>
        <pc:docMk/>
      </pc:docMkLst>
      <pc:sldChg chg="modSp mod">
        <pc:chgData name="Pauline Smyth" userId="de5ce227-53e3-42c9-b7e0-2fb7785ba6f5" providerId="ADAL" clId="{F7010D44-0210-4E3A-9EB6-E96E4CF180F9}" dt="2022-11-15T09:04:50.913" v="95" actId="6549"/>
        <pc:sldMkLst>
          <pc:docMk/>
          <pc:sldMk cId="3501169025" sldId="257"/>
        </pc:sldMkLst>
        <pc:spChg chg="mod">
          <ac:chgData name="Pauline Smyth" userId="de5ce227-53e3-42c9-b7e0-2fb7785ba6f5" providerId="ADAL" clId="{F7010D44-0210-4E3A-9EB6-E96E4CF180F9}" dt="2022-11-15T09:04:46.788" v="94" actId="20577"/>
          <ac:spMkLst>
            <pc:docMk/>
            <pc:sldMk cId="3501169025" sldId="257"/>
            <ac:spMk id="2" creationId="{235431D3-8FA3-4786-A6AE-CB42D63ACE85}"/>
          </ac:spMkLst>
        </pc:spChg>
        <pc:spChg chg="mod">
          <ac:chgData name="Pauline Smyth" userId="de5ce227-53e3-42c9-b7e0-2fb7785ba6f5" providerId="ADAL" clId="{F7010D44-0210-4E3A-9EB6-E96E4CF180F9}" dt="2022-11-15T09:04:50.913" v="95" actId="6549"/>
          <ac:spMkLst>
            <pc:docMk/>
            <pc:sldMk cId="3501169025" sldId="257"/>
            <ac:spMk id="3" creationId="{26A59EDE-BDDD-4CBD-9810-F2F360A01780}"/>
          </ac:spMkLst>
        </pc:spChg>
      </pc:sldChg>
      <pc:sldChg chg="modSp mod">
        <pc:chgData name="Pauline Smyth" userId="de5ce227-53e3-42c9-b7e0-2fb7785ba6f5" providerId="ADAL" clId="{F7010D44-0210-4E3A-9EB6-E96E4CF180F9}" dt="2022-11-15T09:02:54.393" v="88" actId="20577"/>
        <pc:sldMkLst>
          <pc:docMk/>
          <pc:sldMk cId="2159743499" sldId="258"/>
        </pc:sldMkLst>
        <pc:spChg chg="mod">
          <ac:chgData name="Pauline Smyth" userId="de5ce227-53e3-42c9-b7e0-2fb7785ba6f5" providerId="ADAL" clId="{F7010D44-0210-4E3A-9EB6-E96E4CF180F9}" dt="2022-11-15T09:02:54.393" v="88" actId="20577"/>
          <ac:spMkLst>
            <pc:docMk/>
            <pc:sldMk cId="2159743499" sldId="258"/>
            <ac:spMk id="3" creationId="{432D2D2A-9E7A-48A4-8FCE-45F7A36F66C6}"/>
          </ac:spMkLst>
        </pc:spChg>
      </pc:sldChg>
      <pc:sldChg chg="del">
        <pc:chgData name="Pauline Smyth" userId="de5ce227-53e3-42c9-b7e0-2fb7785ba6f5" providerId="ADAL" clId="{F7010D44-0210-4E3A-9EB6-E96E4CF180F9}" dt="2022-11-15T09:01:17.266" v="0" actId="47"/>
        <pc:sldMkLst>
          <pc:docMk/>
          <pc:sldMk cId="413879058" sldId="260"/>
        </pc:sldMkLst>
      </pc:sldChg>
      <pc:sldChg chg="del">
        <pc:chgData name="Pauline Smyth" userId="de5ce227-53e3-42c9-b7e0-2fb7785ba6f5" providerId="ADAL" clId="{F7010D44-0210-4E3A-9EB6-E96E4CF180F9}" dt="2022-11-15T09:01:25.795" v="1" actId="47"/>
        <pc:sldMkLst>
          <pc:docMk/>
          <pc:sldMk cId="431977739" sldId="261"/>
        </pc:sldMkLst>
      </pc:sldChg>
      <pc:sldChg chg="addSp modSp add mod">
        <pc:chgData name="Pauline Smyth" userId="de5ce227-53e3-42c9-b7e0-2fb7785ba6f5" providerId="ADAL" clId="{F7010D44-0210-4E3A-9EB6-E96E4CF180F9}" dt="2022-11-15T09:19:43.004" v="741" actId="13926"/>
        <pc:sldMkLst>
          <pc:docMk/>
          <pc:sldMk cId="4132119947" sldId="280"/>
        </pc:sldMkLst>
        <pc:spChg chg="mod">
          <ac:chgData name="Pauline Smyth" userId="de5ce227-53e3-42c9-b7e0-2fb7785ba6f5" providerId="ADAL" clId="{F7010D44-0210-4E3A-9EB6-E96E4CF180F9}" dt="2022-11-15T09:08:40.911" v="159" actId="20577"/>
          <ac:spMkLst>
            <pc:docMk/>
            <pc:sldMk cId="4132119947" sldId="280"/>
            <ac:spMk id="2" creationId="{235431D3-8FA3-4786-A6AE-CB42D63ACE85}"/>
          </ac:spMkLst>
        </pc:spChg>
        <pc:spChg chg="mod">
          <ac:chgData name="Pauline Smyth" userId="de5ce227-53e3-42c9-b7e0-2fb7785ba6f5" providerId="ADAL" clId="{F7010D44-0210-4E3A-9EB6-E96E4CF180F9}" dt="2022-11-15T09:19:43.004" v="741" actId="13926"/>
          <ac:spMkLst>
            <pc:docMk/>
            <pc:sldMk cId="4132119947" sldId="280"/>
            <ac:spMk id="3" creationId="{26A59EDE-BDDD-4CBD-9810-F2F360A01780}"/>
          </ac:spMkLst>
        </pc:spChg>
        <pc:picChg chg="add mod">
          <ac:chgData name="Pauline Smyth" userId="de5ce227-53e3-42c9-b7e0-2fb7785ba6f5" providerId="ADAL" clId="{F7010D44-0210-4E3A-9EB6-E96E4CF180F9}" dt="2022-11-15T09:18:50.209" v="695" actId="1076"/>
          <ac:picMkLst>
            <pc:docMk/>
            <pc:sldMk cId="4132119947" sldId="280"/>
            <ac:picMk id="5" creationId="{BAFEB2C2-2D87-CADD-AF77-EA786265F6DB}"/>
          </ac:picMkLst>
        </pc:picChg>
        <pc:picChg chg="add mod">
          <ac:chgData name="Pauline Smyth" userId="de5ce227-53e3-42c9-b7e0-2fb7785ba6f5" providerId="ADAL" clId="{F7010D44-0210-4E3A-9EB6-E96E4CF180F9}" dt="2022-11-15T09:18:53.084" v="696" actId="1076"/>
          <ac:picMkLst>
            <pc:docMk/>
            <pc:sldMk cId="4132119947" sldId="280"/>
            <ac:picMk id="7" creationId="{3B5D6CEE-162B-CF76-FE71-BBD09DD3E3AC}"/>
          </ac:picMkLst>
        </pc:picChg>
      </pc:sldChg>
      <pc:sldChg chg="addSp delSp modSp add mod">
        <pc:chgData name="Pauline Smyth" userId="de5ce227-53e3-42c9-b7e0-2fb7785ba6f5" providerId="ADAL" clId="{F7010D44-0210-4E3A-9EB6-E96E4CF180F9}" dt="2022-11-15T09:20:44.992" v="749" actId="14100"/>
        <pc:sldMkLst>
          <pc:docMk/>
          <pc:sldMk cId="1434497820" sldId="281"/>
        </pc:sldMkLst>
        <pc:spChg chg="del">
          <ac:chgData name="Pauline Smyth" userId="de5ce227-53e3-42c9-b7e0-2fb7785ba6f5" providerId="ADAL" clId="{F7010D44-0210-4E3A-9EB6-E96E4CF180F9}" dt="2022-11-15T09:20:28.922" v="743" actId="478"/>
          <ac:spMkLst>
            <pc:docMk/>
            <pc:sldMk cId="1434497820" sldId="281"/>
            <ac:spMk id="3" creationId="{26A59EDE-BDDD-4CBD-9810-F2F360A01780}"/>
          </ac:spMkLst>
        </pc:spChg>
        <pc:spChg chg="add del mod">
          <ac:chgData name="Pauline Smyth" userId="de5ce227-53e3-42c9-b7e0-2fb7785ba6f5" providerId="ADAL" clId="{F7010D44-0210-4E3A-9EB6-E96E4CF180F9}" dt="2022-11-15T09:20:34.715" v="744" actId="478"/>
          <ac:spMkLst>
            <pc:docMk/>
            <pc:sldMk cId="1434497820" sldId="281"/>
            <ac:spMk id="6" creationId="{5081A56D-85DC-DBB5-5F68-D612EBEA847F}"/>
          </ac:spMkLst>
        </pc:spChg>
        <pc:picChg chg="del">
          <ac:chgData name="Pauline Smyth" userId="de5ce227-53e3-42c9-b7e0-2fb7785ba6f5" providerId="ADAL" clId="{F7010D44-0210-4E3A-9EB6-E96E4CF180F9}" dt="2022-11-15T09:20:36.766" v="745" actId="478"/>
          <ac:picMkLst>
            <pc:docMk/>
            <pc:sldMk cId="1434497820" sldId="281"/>
            <ac:picMk id="5" creationId="{BAFEB2C2-2D87-CADD-AF77-EA786265F6DB}"/>
          </ac:picMkLst>
        </pc:picChg>
        <pc:picChg chg="del">
          <ac:chgData name="Pauline Smyth" userId="de5ce227-53e3-42c9-b7e0-2fb7785ba6f5" providerId="ADAL" clId="{F7010D44-0210-4E3A-9EB6-E96E4CF180F9}" dt="2022-11-15T09:20:38.714" v="746" actId="478"/>
          <ac:picMkLst>
            <pc:docMk/>
            <pc:sldMk cId="1434497820" sldId="281"/>
            <ac:picMk id="7" creationId="{3B5D6CEE-162B-CF76-FE71-BBD09DD3E3AC}"/>
          </ac:picMkLst>
        </pc:picChg>
        <pc:picChg chg="add mod">
          <ac:chgData name="Pauline Smyth" userId="de5ce227-53e3-42c9-b7e0-2fb7785ba6f5" providerId="ADAL" clId="{F7010D44-0210-4E3A-9EB6-E96E4CF180F9}" dt="2022-11-15T09:20:44.992" v="749" actId="14100"/>
          <ac:picMkLst>
            <pc:docMk/>
            <pc:sldMk cId="1434497820" sldId="281"/>
            <ac:picMk id="9" creationId="{33EF235E-D394-751D-446A-259D3F44D3CC}"/>
          </ac:picMkLst>
        </pc:picChg>
      </pc:sldChg>
    </pc:docChg>
  </pc:docChgLst>
  <pc:docChgLst>
    <pc:chgData name="Pauline Smyth" userId="de5ce227-53e3-42c9-b7e0-2fb7785ba6f5" providerId="ADAL" clId="{95D7D696-5497-4998-B532-547A1B0A957F}"/>
    <pc:docChg chg="undo custSel addSld modSld sldOrd">
      <pc:chgData name="Pauline Smyth" userId="de5ce227-53e3-42c9-b7e0-2fb7785ba6f5" providerId="ADAL" clId="{95D7D696-5497-4998-B532-547A1B0A957F}" dt="2021-09-02T10:10:58.790" v="428" actId="1076"/>
      <pc:docMkLst>
        <pc:docMk/>
      </pc:docMkLst>
      <pc:sldChg chg="addSp delSp modSp mod setBg addAnim setClrOvrMap delDesignElem">
        <pc:chgData name="Pauline Smyth" userId="de5ce227-53e3-42c9-b7e0-2fb7785ba6f5" providerId="ADAL" clId="{95D7D696-5497-4998-B532-547A1B0A957F}" dt="2021-09-02T08:12:01.764" v="32"/>
        <pc:sldMkLst>
          <pc:docMk/>
          <pc:sldMk cId="2478781826" sldId="256"/>
        </pc:sldMkLst>
        <pc:spChg chg="mod">
          <ac:chgData name="Pauline Smyth" userId="de5ce227-53e3-42c9-b7e0-2fb7785ba6f5" providerId="ADAL" clId="{95D7D696-5497-4998-B532-547A1B0A957F}" dt="2021-09-02T08:11:16.847" v="28" actId="26606"/>
          <ac:spMkLst>
            <pc:docMk/>
            <pc:sldMk cId="2478781826" sldId="256"/>
            <ac:spMk id="2" creationId="{68A3AD0F-BCD4-4110-9096-05C15011C815}"/>
          </ac:spMkLst>
        </pc:spChg>
        <pc:spChg chg="mod">
          <ac:chgData name="Pauline Smyth" userId="de5ce227-53e3-42c9-b7e0-2fb7785ba6f5" providerId="ADAL" clId="{95D7D696-5497-4998-B532-547A1B0A957F}" dt="2021-09-02T08:11:16.847" v="28" actId="26606"/>
          <ac:spMkLst>
            <pc:docMk/>
            <pc:sldMk cId="2478781826" sldId="256"/>
            <ac:spMk id="3" creationId="{75385BD1-4355-475B-8C68-74742DC51272}"/>
          </ac:spMkLst>
        </pc:spChg>
        <pc:spChg chg="add del">
          <ac:chgData name="Pauline Smyth" userId="de5ce227-53e3-42c9-b7e0-2fb7785ba6f5" providerId="ADAL" clId="{95D7D696-5497-4998-B532-547A1B0A957F}" dt="2021-09-02T08:12:01.764" v="32"/>
          <ac:spMkLst>
            <pc:docMk/>
            <pc:sldMk cId="2478781826" sldId="256"/>
            <ac:spMk id="9" creationId="{E49CC64F-7275-4E33-961B-0C5CDC439875}"/>
          </ac:spMkLst>
        </pc:spChg>
        <pc:picChg chg="add">
          <ac:chgData name="Pauline Smyth" userId="de5ce227-53e3-42c9-b7e0-2fb7785ba6f5" providerId="ADAL" clId="{95D7D696-5497-4998-B532-547A1B0A957F}" dt="2021-09-02T08:11:16.847" v="28" actId="26606"/>
          <ac:picMkLst>
            <pc:docMk/>
            <pc:sldMk cId="2478781826" sldId="256"/>
            <ac:picMk id="5" creationId="{B5078C94-8BA1-447D-B460-83B372480687}"/>
          </ac:picMkLst>
        </pc:picChg>
      </pc:sldChg>
      <pc:sldChg chg="modSp">
        <pc:chgData name="Pauline Smyth" userId="de5ce227-53e3-42c9-b7e0-2fb7785ba6f5" providerId="ADAL" clId="{95D7D696-5497-4998-B532-547A1B0A957F}" dt="2021-09-02T08:13:22.230" v="35"/>
        <pc:sldMkLst>
          <pc:docMk/>
          <pc:sldMk cId="3501169025" sldId="257"/>
        </pc:sldMkLst>
        <pc:spChg chg="mod">
          <ac:chgData name="Pauline Smyth" userId="de5ce227-53e3-42c9-b7e0-2fb7785ba6f5" providerId="ADAL" clId="{95D7D696-5497-4998-B532-547A1B0A957F}" dt="2021-09-02T08:13:22.230" v="35"/>
          <ac:spMkLst>
            <pc:docMk/>
            <pc:sldMk cId="3501169025" sldId="257"/>
            <ac:spMk id="2" creationId="{235431D3-8FA3-4786-A6AE-CB42D63ACE85}"/>
          </ac:spMkLst>
        </pc:spChg>
        <pc:spChg chg="mod">
          <ac:chgData name="Pauline Smyth" userId="de5ce227-53e3-42c9-b7e0-2fb7785ba6f5" providerId="ADAL" clId="{95D7D696-5497-4998-B532-547A1B0A957F}" dt="2021-09-02T08:13:22.230" v="35"/>
          <ac:spMkLst>
            <pc:docMk/>
            <pc:sldMk cId="3501169025" sldId="257"/>
            <ac:spMk id="3" creationId="{26A59EDE-BDDD-4CBD-9810-F2F360A01780}"/>
          </ac:spMkLst>
        </pc:spChg>
      </pc:sldChg>
      <pc:sldChg chg="modSp mod ord">
        <pc:chgData name="Pauline Smyth" userId="de5ce227-53e3-42c9-b7e0-2fb7785ba6f5" providerId="ADAL" clId="{95D7D696-5497-4998-B532-547A1B0A957F}" dt="2021-09-02T08:14:02.514" v="39"/>
        <pc:sldMkLst>
          <pc:docMk/>
          <pc:sldMk cId="2159743499" sldId="258"/>
        </pc:sldMkLst>
        <pc:spChg chg="mod">
          <ac:chgData name="Pauline Smyth" userId="de5ce227-53e3-42c9-b7e0-2fb7785ba6f5" providerId="ADAL" clId="{95D7D696-5497-4998-B532-547A1B0A957F}" dt="2021-09-02T08:13:22.230" v="35"/>
          <ac:spMkLst>
            <pc:docMk/>
            <pc:sldMk cId="2159743499" sldId="258"/>
            <ac:spMk id="2" creationId="{7193DC7C-ACD3-4694-BA54-A143209F5B03}"/>
          </ac:spMkLst>
        </pc:spChg>
        <pc:spChg chg="mod">
          <ac:chgData name="Pauline Smyth" userId="de5ce227-53e3-42c9-b7e0-2fb7785ba6f5" providerId="ADAL" clId="{95D7D696-5497-4998-B532-547A1B0A957F}" dt="2021-09-02T08:13:22.230" v="35"/>
          <ac:spMkLst>
            <pc:docMk/>
            <pc:sldMk cId="2159743499" sldId="258"/>
            <ac:spMk id="3" creationId="{432D2D2A-9E7A-48A4-8FCE-45F7A36F66C6}"/>
          </ac:spMkLst>
        </pc:spChg>
      </pc:sldChg>
      <pc:sldChg chg="addSp delSp modSp mod">
        <pc:chgData name="Pauline Smyth" userId="de5ce227-53e3-42c9-b7e0-2fb7785ba6f5" providerId="ADAL" clId="{95D7D696-5497-4998-B532-547A1B0A957F}" dt="2021-09-02T09:30:09.166" v="301" actId="27636"/>
        <pc:sldMkLst>
          <pc:docMk/>
          <pc:sldMk cId="525146534" sldId="265"/>
        </pc:sldMkLst>
        <pc:spChg chg="del mod">
          <ac:chgData name="Pauline Smyth" userId="de5ce227-53e3-42c9-b7e0-2fb7785ba6f5" providerId="ADAL" clId="{95D7D696-5497-4998-B532-547A1B0A957F}" dt="2021-09-02T09:29:58.139" v="298" actId="478"/>
          <ac:spMkLst>
            <pc:docMk/>
            <pc:sldMk cId="525146534" sldId="265"/>
            <ac:spMk id="2" creationId="{56902424-9569-46C0-ACAE-E4D7D9D329A1}"/>
          </ac:spMkLst>
        </pc:spChg>
        <pc:spChg chg="mod">
          <ac:chgData name="Pauline Smyth" userId="de5ce227-53e3-42c9-b7e0-2fb7785ba6f5" providerId="ADAL" clId="{95D7D696-5497-4998-B532-547A1B0A957F}" dt="2021-09-02T09:30:09.166" v="301" actId="27636"/>
          <ac:spMkLst>
            <pc:docMk/>
            <pc:sldMk cId="525146534" sldId="265"/>
            <ac:spMk id="3" creationId="{C9641203-C4F2-49C2-B21A-D28B6928F66C}"/>
          </ac:spMkLst>
        </pc:spChg>
        <pc:spChg chg="add del mod">
          <ac:chgData name="Pauline Smyth" userId="de5ce227-53e3-42c9-b7e0-2fb7785ba6f5" providerId="ADAL" clId="{95D7D696-5497-4998-B532-547A1B0A957F}" dt="2021-09-02T09:30:04.507" v="299" actId="478"/>
          <ac:spMkLst>
            <pc:docMk/>
            <pc:sldMk cId="525146534" sldId="265"/>
            <ac:spMk id="5" creationId="{4F0BFD53-30F5-47DB-B786-3F4863E524D8}"/>
          </ac:spMkLst>
        </pc:spChg>
      </pc:sldChg>
      <pc:sldChg chg="addSp modSp mod">
        <pc:chgData name="Pauline Smyth" userId="de5ce227-53e3-42c9-b7e0-2fb7785ba6f5" providerId="ADAL" clId="{95D7D696-5497-4998-B532-547A1B0A957F}" dt="2021-09-02T08:23:09.876" v="214" actId="20577"/>
        <pc:sldMkLst>
          <pc:docMk/>
          <pc:sldMk cId="729954629" sldId="266"/>
        </pc:sldMkLst>
        <pc:spChg chg="add mod">
          <ac:chgData name="Pauline Smyth" userId="de5ce227-53e3-42c9-b7e0-2fb7785ba6f5" providerId="ADAL" clId="{95D7D696-5497-4998-B532-547A1B0A957F}" dt="2021-09-02T06:31:23.978" v="2"/>
          <ac:spMkLst>
            <pc:docMk/>
            <pc:sldMk cId="729954629" sldId="266"/>
            <ac:spMk id="2" creationId="{B170C9C0-EA1C-4B35-B1CD-70A87F5E2799}"/>
          </ac:spMkLst>
        </pc:spChg>
        <pc:spChg chg="add mod">
          <ac:chgData name="Pauline Smyth" userId="de5ce227-53e3-42c9-b7e0-2fb7785ba6f5" providerId="ADAL" clId="{95D7D696-5497-4998-B532-547A1B0A957F}" dt="2021-09-02T08:18:22.047" v="75" actId="6549"/>
          <ac:spMkLst>
            <pc:docMk/>
            <pc:sldMk cId="729954629" sldId="266"/>
            <ac:spMk id="3" creationId="{6D2FFF02-631A-4C0B-92EC-0B60F0CF35C3}"/>
          </ac:spMkLst>
        </pc:spChg>
        <pc:spChg chg="add mod">
          <ac:chgData name="Pauline Smyth" userId="de5ce227-53e3-42c9-b7e0-2fb7785ba6f5" providerId="ADAL" clId="{95D7D696-5497-4998-B532-547A1B0A957F}" dt="2021-09-02T08:23:09.876" v="214" actId="20577"/>
          <ac:spMkLst>
            <pc:docMk/>
            <pc:sldMk cId="729954629" sldId="266"/>
            <ac:spMk id="6" creationId="{E99CBB4A-27B6-422A-97DC-29200738A206}"/>
          </ac:spMkLst>
        </pc:spChg>
        <pc:picChg chg="add mod">
          <ac:chgData name="Pauline Smyth" userId="de5ce227-53e3-42c9-b7e0-2fb7785ba6f5" providerId="ADAL" clId="{95D7D696-5497-4998-B532-547A1B0A957F}" dt="2021-09-02T08:18:27.044" v="76" actId="1076"/>
          <ac:picMkLst>
            <pc:docMk/>
            <pc:sldMk cId="729954629" sldId="266"/>
            <ac:picMk id="5" creationId="{B3EAA4A6-D3CB-48F7-B595-0A3EE6541102}"/>
          </ac:picMkLst>
        </pc:picChg>
      </pc:sldChg>
      <pc:sldChg chg="addSp modSp ord modAnim">
        <pc:chgData name="Pauline Smyth" userId="de5ce227-53e3-42c9-b7e0-2fb7785ba6f5" providerId="ADAL" clId="{95D7D696-5497-4998-B532-547A1B0A957F}" dt="2021-09-02T08:26:08.535" v="254"/>
        <pc:sldMkLst>
          <pc:docMk/>
          <pc:sldMk cId="2805418095" sldId="267"/>
        </pc:sldMkLst>
        <pc:spChg chg="add mod">
          <ac:chgData name="Pauline Smyth" userId="de5ce227-53e3-42c9-b7e0-2fb7785ba6f5" providerId="ADAL" clId="{95D7D696-5497-4998-B532-547A1B0A957F}" dt="2021-09-02T06:29:46.933" v="0"/>
          <ac:spMkLst>
            <pc:docMk/>
            <pc:sldMk cId="2805418095" sldId="267"/>
            <ac:spMk id="2" creationId="{EB5DF0E7-2A89-4777-89F6-70FA291386AF}"/>
          </ac:spMkLst>
        </pc:spChg>
        <pc:spChg chg="add mod">
          <ac:chgData name="Pauline Smyth" userId="de5ce227-53e3-42c9-b7e0-2fb7785ba6f5" providerId="ADAL" clId="{95D7D696-5497-4998-B532-547A1B0A957F}" dt="2021-09-02T06:29:46.933" v="0"/>
          <ac:spMkLst>
            <pc:docMk/>
            <pc:sldMk cId="2805418095" sldId="267"/>
            <ac:spMk id="4" creationId="{008870E6-53A4-4F27-A23D-AFD3E34F82F7}"/>
          </ac:spMkLst>
        </pc:spChg>
        <pc:picChg chg="add mod">
          <ac:chgData name="Pauline Smyth" userId="de5ce227-53e3-42c9-b7e0-2fb7785ba6f5" providerId="ADAL" clId="{95D7D696-5497-4998-B532-547A1B0A957F}" dt="2021-09-02T06:29:46.933" v="0"/>
          <ac:picMkLst>
            <pc:docMk/>
            <pc:sldMk cId="2805418095" sldId="267"/>
            <ac:picMk id="3" creationId="{A3B10CD1-2FE1-4AA7-97A6-0B0F3BAA8876}"/>
          </ac:picMkLst>
        </pc:picChg>
        <pc:picChg chg="add mod">
          <ac:chgData name="Pauline Smyth" userId="de5ce227-53e3-42c9-b7e0-2fb7785ba6f5" providerId="ADAL" clId="{95D7D696-5497-4998-B532-547A1B0A957F}" dt="2021-09-02T06:29:46.933" v="0"/>
          <ac:picMkLst>
            <pc:docMk/>
            <pc:sldMk cId="2805418095" sldId="267"/>
            <ac:picMk id="5" creationId="{D45566AF-DA6F-444F-BD51-B9A64BB6E1C3}"/>
          </ac:picMkLst>
        </pc:picChg>
      </pc:sldChg>
      <pc:sldChg chg="addSp modSp mod ord">
        <pc:chgData name="Pauline Smyth" userId="de5ce227-53e3-42c9-b7e0-2fb7785ba6f5" providerId="ADAL" clId="{95D7D696-5497-4998-B532-547A1B0A957F}" dt="2021-09-02T08:26:43.016" v="257" actId="14100"/>
        <pc:sldMkLst>
          <pc:docMk/>
          <pc:sldMk cId="3905793063" sldId="268"/>
        </pc:sldMkLst>
        <pc:spChg chg="add mod">
          <ac:chgData name="Pauline Smyth" userId="de5ce227-53e3-42c9-b7e0-2fb7785ba6f5" providerId="ADAL" clId="{95D7D696-5497-4998-B532-547A1B0A957F}" dt="2021-09-02T06:31:52.785" v="3"/>
          <ac:spMkLst>
            <pc:docMk/>
            <pc:sldMk cId="3905793063" sldId="268"/>
            <ac:spMk id="2" creationId="{D5B51BED-4D41-4654-AD13-2C7D980528CD}"/>
          </ac:spMkLst>
        </pc:spChg>
        <pc:picChg chg="add mod">
          <ac:chgData name="Pauline Smyth" userId="de5ce227-53e3-42c9-b7e0-2fb7785ba6f5" providerId="ADAL" clId="{95D7D696-5497-4998-B532-547A1B0A957F}" dt="2021-09-02T08:26:43.016" v="257" actId="14100"/>
          <ac:picMkLst>
            <pc:docMk/>
            <pc:sldMk cId="3905793063" sldId="268"/>
            <ac:picMk id="3" creationId="{5D5B7034-3DC3-413D-90DE-D13D05FA876F}"/>
          </ac:picMkLst>
        </pc:picChg>
      </pc:sldChg>
      <pc:sldChg chg="addSp modSp new mod ord">
        <pc:chgData name="Pauline Smyth" userId="de5ce227-53e3-42c9-b7e0-2fb7785ba6f5" providerId="ADAL" clId="{95D7D696-5497-4998-B532-547A1B0A957F}" dt="2021-09-02T08:25:17.049" v="244"/>
        <pc:sldMkLst>
          <pc:docMk/>
          <pc:sldMk cId="2088384118" sldId="269"/>
        </pc:sldMkLst>
        <pc:spChg chg="add mod">
          <ac:chgData name="Pauline Smyth" userId="de5ce227-53e3-42c9-b7e0-2fb7785ba6f5" providerId="ADAL" clId="{95D7D696-5497-4998-B532-547A1B0A957F}" dt="2021-09-02T06:33:08.910" v="7"/>
          <ac:spMkLst>
            <pc:docMk/>
            <pc:sldMk cId="2088384118" sldId="269"/>
            <ac:spMk id="2" creationId="{E76F867E-9B3E-47F2-B540-33DFCA0884FA}"/>
          </ac:spMkLst>
        </pc:spChg>
        <pc:spChg chg="add mod">
          <ac:chgData name="Pauline Smyth" userId="de5ce227-53e3-42c9-b7e0-2fb7785ba6f5" providerId="ADAL" clId="{95D7D696-5497-4998-B532-547A1B0A957F}" dt="2021-09-02T06:33:08.910" v="7"/>
          <ac:spMkLst>
            <pc:docMk/>
            <pc:sldMk cId="2088384118" sldId="269"/>
            <ac:spMk id="3" creationId="{D4D09C37-EFAB-43E5-8F91-B46764C58F5E}"/>
          </ac:spMkLst>
        </pc:spChg>
        <pc:picChg chg="add mod">
          <ac:chgData name="Pauline Smyth" userId="de5ce227-53e3-42c9-b7e0-2fb7785ba6f5" providerId="ADAL" clId="{95D7D696-5497-4998-B532-547A1B0A957F}" dt="2021-09-02T08:14:30.762" v="40" actId="1076"/>
          <ac:picMkLst>
            <pc:docMk/>
            <pc:sldMk cId="2088384118" sldId="269"/>
            <ac:picMk id="4" creationId="{2AAA774D-C7C2-4ADB-8F72-A9BE8EB9841C}"/>
          </ac:picMkLst>
        </pc:picChg>
      </pc:sldChg>
      <pc:sldChg chg="addSp delSp modSp new mod ord modAnim modNotesTx">
        <pc:chgData name="Pauline Smyth" userId="de5ce227-53e3-42c9-b7e0-2fb7785ba6f5" providerId="ADAL" clId="{95D7D696-5497-4998-B532-547A1B0A957F}" dt="2021-09-02T10:00:13.060" v="310"/>
        <pc:sldMkLst>
          <pc:docMk/>
          <pc:sldMk cId="2145866083" sldId="270"/>
        </pc:sldMkLst>
        <pc:spChg chg="add del">
          <ac:chgData name="Pauline Smyth" userId="de5ce227-53e3-42c9-b7e0-2fb7785ba6f5" providerId="ADAL" clId="{95D7D696-5497-4998-B532-547A1B0A957F}" dt="2021-09-02T06:34:02.779" v="9" actId="22"/>
          <ac:spMkLst>
            <pc:docMk/>
            <pc:sldMk cId="2145866083" sldId="270"/>
            <ac:spMk id="3" creationId="{C63B416D-EABA-4EDE-8FA2-4F50DE25EAD1}"/>
          </ac:spMkLst>
        </pc:spChg>
        <pc:spChg chg="add del mod">
          <ac:chgData name="Pauline Smyth" userId="de5ce227-53e3-42c9-b7e0-2fb7785ba6f5" providerId="ADAL" clId="{95D7D696-5497-4998-B532-547A1B0A957F}" dt="2021-09-02T09:58:12.179" v="302" actId="478"/>
          <ac:spMkLst>
            <pc:docMk/>
            <pc:sldMk cId="2145866083" sldId="270"/>
            <ac:spMk id="4" creationId="{5762B3FD-E46B-4654-8BCE-FBC5ED0A7C88}"/>
          </ac:spMkLst>
        </pc:spChg>
        <pc:spChg chg="add mod">
          <ac:chgData name="Pauline Smyth" userId="de5ce227-53e3-42c9-b7e0-2fb7785ba6f5" providerId="ADAL" clId="{95D7D696-5497-4998-B532-547A1B0A957F}" dt="2021-09-02T09:58:17.213" v="303" actId="1076"/>
          <ac:spMkLst>
            <pc:docMk/>
            <pc:sldMk cId="2145866083" sldId="270"/>
            <ac:spMk id="6" creationId="{0198CE9D-5A32-45E3-BD10-212F287D8078}"/>
          </ac:spMkLst>
        </pc:spChg>
        <pc:picChg chg="add mod">
          <ac:chgData name="Pauline Smyth" userId="de5ce227-53e3-42c9-b7e0-2fb7785ba6f5" providerId="ADAL" clId="{95D7D696-5497-4998-B532-547A1B0A957F}" dt="2021-09-02T09:58:30.213" v="307" actId="14100"/>
          <ac:picMkLst>
            <pc:docMk/>
            <pc:sldMk cId="2145866083" sldId="270"/>
            <ac:picMk id="5" creationId="{7DE42088-CE92-4D4E-942F-D404BB47DC33}"/>
          </ac:picMkLst>
        </pc:picChg>
        <pc:picChg chg="add mod">
          <ac:chgData name="Pauline Smyth" userId="de5ce227-53e3-42c9-b7e0-2fb7785ba6f5" providerId="ADAL" clId="{95D7D696-5497-4998-B532-547A1B0A957F}" dt="2021-09-02T09:58:40.091" v="309" actId="14100"/>
          <ac:picMkLst>
            <pc:docMk/>
            <pc:sldMk cId="2145866083" sldId="270"/>
            <ac:picMk id="7" creationId="{3723E32C-B223-40F6-B120-D0FA58D85EFA}"/>
          </ac:picMkLst>
        </pc:picChg>
      </pc:sldChg>
      <pc:sldChg chg="addSp modSp new ord">
        <pc:chgData name="Pauline Smyth" userId="de5ce227-53e3-42c9-b7e0-2fb7785ba6f5" providerId="ADAL" clId="{95D7D696-5497-4998-B532-547A1B0A957F}" dt="2021-09-02T08:33:49.674" v="293"/>
        <pc:sldMkLst>
          <pc:docMk/>
          <pc:sldMk cId="1399097920" sldId="271"/>
        </pc:sldMkLst>
        <pc:spChg chg="add mod">
          <ac:chgData name="Pauline Smyth" userId="de5ce227-53e3-42c9-b7e0-2fb7785ba6f5" providerId="ADAL" clId="{95D7D696-5497-4998-B532-547A1B0A957F}" dt="2021-09-02T06:34:54.763" v="12"/>
          <ac:spMkLst>
            <pc:docMk/>
            <pc:sldMk cId="1399097920" sldId="271"/>
            <ac:spMk id="2" creationId="{AB3C8DA1-2A46-401C-BF99-91AEB44CECC7}"/>
          </ac:spMkLst>
        </pc:spChg>
        <pc:spChg chg="add mod">
          <ac:chgData name="Pauline Smyth" userId="de5ce227-53e3-42c9-b7e0-2fb7785ba6f5" providerId="ADAL" clId="{95D7D696-5497-4998-B532-547A1B0A957F}" dt="2021-09-02T06:34:54.763" v="12"/>
          <ac:spMkLst>
            <pc:docMk/>
            <pc:sldMk cId="1399097920" sldId="271"/>
            <ac:spMk id="4" creationId="{6943FE6C-0872-4151-9F98-AC427BAAF3EA}"/>
          </ac:spMkLst>
        </pc:spChg>
        <pc:picChg chg="add mod">
          <ac:chgData name="Pauline Smyth" userId="de5ce227-53e3-42c9-b7e0-2fb7785ba6f5" providerId="ADAL" clId="{95D7D696-5497-4998-B532-547A1B0A957F}" dt="2021-09-02T06:34:54.763" v="12"/>
          <ac:picMkLst>
            <pc:docMk/>
            <pc:sldMk cId="1399097920" sldId="271"/>
            <ac:picMk id="3" creationId="{DE3195D5-A5A4-482C-AF0E-E8E812AF1534}"/>
          </ac:picMkLst>
        </pc:picChg>
      </pc:sldChg>
      <pc:sldChg chg="addSp delSp modSp new mod modNotesTx">
        <pc:chgData name="Pauline Smyth" userId="de5ce227-53e3-42c9-b7e0-2fb7785ba6f5" providerId="ADAL" clId="{95D7D696-5497-4998-B532-547A1B0A957F}" dt="2021-09-02T10:07:33.786" v="422" actId="478"/>
        <pc:sldMkLst>
          <pc:docMk/>
          <pc:sldMk cId="3173069290" sldId="272"/>
        </pc:sldMkLst>
        <pc:spChg chg="add del mod">
          <ac:chgData name="Pauline Smyth" userId="de5ce227-53e3-42c9-b7e0-2fb7785ba6f5" providerId="ADAL" clId="{95D7D696-5497-4998-B532-547A1B0A957F}" dt="2021-09-02T06:36:56.046" v="23"/>
          <ac:spMkLst>
            <pc:docMk/>
            <pc:sldMk cId="3173069290" sldId="272"/>
            <ac:spMk id="2" creationId="{A10480A9-48B8-4709-9DD7-6D15A544271A}"/>
          </ac:spMkLst>
        </pc:spChg>
        <pc:spChg chg="add del mod">
          <ac:chgData name="Pauline Smyth" userId="de5ce227-53e3-42c9-b7e0-2fb7785ba6f5" providerId="ADAL" clId="{95D7D696-5497-4998-B532-547A1B0A957F}" dt="2021-09-02T06:36:56.046" v="23"/>
          <ac:spMkLst>
            <pc:docMk/>
            <pc:sldMk cId="3173069290" sldId="272"/>
            <ac:spMk id="3" creationId="{62A2A77B-AEC7-42BF-8751-009A4906ED0C}"/>
          </ac:spMkLst>
        </pc:spChg>
        <pc:spChg chg="add mod">
          <ac:chgData name="Pauline Smyth" userId="de5ce227-53e3-42c9-b7e0-2fb7785ba6f5" providerId="ADAL" clId="{95D7D696-5497-4998-B532-547A1B0A957F}" dt="2021-09-02T06:37:18.398" v="26"/>
          <ac:spMkLst>
            <pc:docMk/>
            <pc:sldMk cId="3173069290" sldId="272"/>
            <ac:spMk id="9" creationId="{DF216886-62E2-42BC-AC94-D4503AE269FD}"/>
          </ac:spMkLst>
        </pc:spChg>
        <pc:spChg chg="add mod">
          <ac:chgData name="Pauline Smyth" userId="de5ce227-53e3-42c9-b7e0-2fb7785ba6f5" providerId="ADAL" clId="{95D7D696-5497-4998-B532-547A1B0A957F}" dt="2021-09-02T06:37:18.398" v="26"/>
          <ac:spMkLst>
            <pc:docMk/>
            <pc:sldMk cId="3173069290" sldId="272"/>
            <ac:spMk id="10" creationId="{865C9C06-9614-4B34-A70C-ABEAA3B9E835}"/>
          </ac:spMkLst>
        </pc:spChg>
        <pc:picChg chg="add del mod">
          <ac:chgData name="Pauline Smyth" userId="de5ce227-53e3-42c9-b7e0-2fb7785ba6f5" providerId="ADAL" clId="{95D7D696-5497-4998-B532-547A1B0A957F}" dt="2021-09-02T06:36:56.046" v="23"/>
          <ac:picMkLst>
            <pc:docMk/>
            <pc:sldMk cId="3173069290" sldId="272"/>
            <ac:picMk id="4" creationId="{AC9C80CE-917C-43E9-A83E-9CDF22242433}"/>
          </ac:picMkLst>
        </pc:picChg>
        <pc:picChg chg="add del mod">
          <ac:chgData name="Pauline Smyth" userId="de5ce227-53e3-42c9-b7e0-2fb7785ba6f5" providerId="ADAL" clId="{95D7D696-5497-4998-B532-547A1B0A957F}" dt="2021-09-02T06:36:37.459" v="18"/>
          <ac:picMkLst>
            <pc:docMk/>
            <pc:sldMk cId="3173069290" sldId="272"/>
            <ac:picMk id="5" creationId="{BADBC615-70A7-4A9C-97B8-14A2A685AFA5}"/>
          </ac:picMkLst>
        </pc:picChg>
        <pc:picChg chg="add del mod">
          <ac:chgData name="Pauline Smyth" userId="de5ce227-53e3-42c9-b7e0-2fb7785ba6f5" providerId="ADAL" clId="{95D7D696-5497-4998-B532-547A1B0A957F}" dt="2021-09-02T06:36:41.893" v="20"/>
          <ac:picMkLst>
            <pc:docMk/>
            <pc:sldMk cId="3173069290" sldId="272"/>
            <ac:picMk id="6" creationId="{8C06D5A9-CCC4-4702-9BFA-F428136134F2}"/>
          </ac:picMkLst>
        </pc:picChg>
        <pc:picChg chg="add del mod">
          <ac:chgData name="Pauline Smyth" userId="de5ce227-53e3-42c9-b7e0-2fb7785ba6f5" providerId="ADAL" clId="{95D7D696-5497-4998-B532-547A1B0A957F}" dt="2021-09-02T06:36:52.910" v="22"/>
          <ac:picMkLst>
            <pc:docMk/>
            <pc:sldMk cId="3173069290" sldId="272"/>
            <ac:picMk id="7" creationId="{295C349E-5386-419D-BFB1-A8037F5F6C21}"/>
          </ac:picMkLst>
        </pc:picChg>
        <pc:picChg chg="add del mod">
          <ac:chgData name="Pauline Smyth" userId="de5ce227-53e3-42c9-b7e0-2fb7785ba6f5" providerId="ADAL" clId="{95D7D696-5497-4998-B532-547A1B0A957F}" dt="2021-09-02T06:37:04.531" v="25"/>
          <ac:picMkLst>
            <pc:docMk/>
            <pc:sldMk cId="3173069290" sldId="272"/>
            <ac:picMk id="8" creationId="{2E340F7B-E9D8-4789-805B-AA63BE276458}"/>
          </ac:picMkLst>
        </pc:picChg>
        <pc:picChg chg="add del mod">
          <ac:chgData name="Pauline Smyth" userId="de5ce227-53e3-42c9-b7e0-2fb7785ba6f5" providerId="ADAL" clId="{95D7D696-5497-4998-B532-547A1B0A957F}" dt="2021-09-02T10:07:33.786" v="422" actId="478"/>
          <ac:picMkLst>
            <pc:docMk/>
            <pc:sldMk cId="3173069290" sldId="272"/>
            <ac:picMk id="11" creationId="{4AE74362-AAA9-4CB4-839D-C2883FA6B356}"/>
          </ac:picMkLst>
        </pc:picChg>
      </pc:sldChg>
      <pc:sldChg chg="addSp modSp new mod">
        <pc:chgData name="Pauline Smyth" userId="de5ce227-53e3-42c9-b7e0-2fb7785ba6f5" providerId="ADAL" clId="{95D7D696-5497-4998-B532-547A1B0A957F}" dt="2021-09-02T10:10:58.790" v="428" actId="1076"/>
        <pc:sldMkLst>
          <pc:docMk/>
          <pc:sldMk cId="2667301586" sldId="273"/>
        </pc:sldMkLst>
        <pc:spChg chg="add mod">
          <ac:chgData name="Pauline Smyth" userId="de5ce227-53e3-42c9-b7e0-2fb7785ba6f5" providerId="ADAL" clId="{95D7D696-5497-4998-B532-547A1B0A957F}" dt="2021-09-02T10:10:56.662" v="427"/>
          <ac:spMkLst>
            <pc:docMk/>
            <pc:sldMk cId="2667301586" sldId="273"/>
            <ac:spMk id="4" creationId="{B266DAC4-9E86-4BA3-98C8-AB362B119CBF}"/>
          </ac:spMkLst>
        </pc:spChg>
        <pc:picChg chg="add mod">
          <ac:chgData name="Pauline Smyth" userId="de5ce227-53e3-42c9-b7e0-2fb7785ba6f5" providerId="ADAL" clId="{95D7D696-5497-4998-B532-547A1B0A957F}" dt="2021-09-02T10:10:58.790" v="428" actId="1076"/>
          <ac:picMkLst>
            <pc:docMk/>
            <pc:sldMk cId="2667301586" sldId="273"/>
            <ac:picMk id="3" creationId="{D760F7AA-C21F-4866-82D8-7578485FA293}"/>
          </ac:picMkLst>
        </pc:picChg>
      </pc:sldChg>
      <pc:sldChg chg="new">
        <pc:chgData name="Pauline Smyth" userId="de5ce227-53e3-42c9-b7e0-2fb7785ba6f5" providerId="ADAL" clId="{95D7D696-5497-4998-B532-547A1B0A957F}" dt="2021-09-02T06:35:07.234" v="15" actId="680"/>
        <pc:sldMkLst>
          <pc:docMk/>
          <pc:sldMk cId="3156863798" sldId="274"/>
        </pc:sldMkLst>
      </pc:sldChg>
      <pc:sldChg chg="addSp delSp modSp new mod">
        <pc:chgData name="Pauline Smyth" userId="de5ce227-53e3-42c9-b7e0-2fb7785ba6f5" providerId="ADAL" clId="{95D7D696-5497-4998-B532-547A1B0A957F}" dt="2021-09-02T08:24:26.487" v="236" actId="1076"/>
        <pc:sldMkLst>
          <pc:docMk/>
          <pc:sldMk cId="4200762797" sldId="275"/>
        </pc:sldMkLst>
        <pc:spChg chg="mod">
          <ac:chgData name="Pauline Smyth" userId="de5ce227-53e3-42c9-b7e0-2fb7785ba6f5" providerId="ADAL" clId="{95D7D696-5497-4998-B532-547A1B0A957F}" dt="2021-09-02T08:23:35.890" v="231" actId="20577"/>
          <ac:spMkLst>
            <pc:docMk/>
            <pc:sldMk cId="4200762797" sldId="275"/>
            <ac:spMk id="2" creationId="{A1C2D371-AA51-443F-8D28-30727B745FDD}"/>
          </ac:spMkLst>
        </pc:spChg>
        <pc:spChg chg="del">
          <ac:chgData name="Pauline Smyth" userId="de5ce227-53e3-42c9-b7e0-2fb7785ba6f5" providerId="ADAL" clId="{95D7D696-5497-4998-B532-547A1B0A957F}" dt="2021-09-02T08:24:09.837" v="232" actId="22"/>
          <ac:spMkLst>
            <pc:docMk/>
            <pc:sldMk cId="4200762797" sldId="275"/>
            <ac:spMk id="3" creationId="{D47FFAD9-5E06-4A98-A7DF-C4C136A88C61}"/>
          </ac:spMkLst>
        </pc:spChg>
        <pc:picChg chg="add mod ord">
          <ac:chgData name="Pauline Smyth" userId="de5ce227-53e3-42c9-b7e0-2fb7785ba6f5" providerId="ADAL" clId="{95D7D696-5497-4998-B532-547A1B0A957F}" dt="2021-09-02T08:24:26.487" v="236" actId="1076"/>
          <ac:picMkLst>
            <pc:docMk/>
            <pc:sldMk cId="4200762797" sldId="275"/>
            <ac:picMk id="5" creationId="{445ED0DB-CF10-4260-8360-5A9996485C73}"/>
          </ac:picMkLst>
        </pc:picChg>
      </pc:sldChg>
      <pc:sldChg chg="addSp delSp modSp new mod">
        <pc:chgData name="Pauline Smyth" userId="de5ce227-53e3-42c9-b7e0-2fb7785ba6f5" providerId="ADAL" clId="{95D7D696-5497-4998-B532-547A1B0A957F}" dt="2021-09-02T08:31:52.428" v="276" actId="14100"/>
        <pc:sldMkLst>
          <pc:docMk/>
          <pc:sldMk cId="2419304443" sldId="276"/>
        </pc:sldMkLst>
        <pc:spChg chg="mod">
          <ac:chgData name="Pauline Smyth" userId="de5ce227-53e3-42c9-b7e0-2fb7785ba6f5" providerId="ADAL" clId="{95D7D696-5497-4998-B532-547A1B0A957F}" dt="2021-09-02T08:31:38.046" v="273" actId="20577"/>
          <ac:spMkLst>
            <pc:docMk/>
            <pc:sldMk cId="2419304443" sldId="276"/>
            <ac:spMk id="2" creationId="{3F1A427B-9960-4D1B-A072-F37FD611C94B}"/>
          </ac:spMkLst>
        </pc:spChg>
        <pc:spChg chg="del">
          <ac:chgData name="Pauline Smyth" userId="de5ce227-53e3-42c9-b7e0-2fb7785ba6f5" providerId="ADAL" clId="{95D7D696-5497-4998-B532-547A1B0A957F}" dt="2021-09-02T08:31:44.355" v="274" actId="22"/>
          <ac:spMkLst>
            <pc:docMk/>
            <pc:sldMk cId="2419304443" sldId="276"/>
            <ac:spMk id="3" creationId="{E57B4FD1-56BB-4950-AA5F-4BA75DB155CB}"/>
          </ac:spMkLst>
        </pc:spChg>
        <pc:picChg chg="add mod ord">
          <ac:chgData name="Pauline Smyth" userId="de5ce227-53e3-42c9-b7e0-2fb7785ba6f5" providerId="ADAL" clId="{95D7D696-5497-4998-B532-547A1B0A957F}" dt="2021-09-02T08:31:52.428" v="276" actId="14100"/>
          <ac:picMkLst>
            <pc:docMk/>
            <pc:sldMk cId="2419304443" sldId="276"/>
            <ac:picMk id="5" creationId="{B47D0F14-0066-43A0-9F4A-DBF2ED55A319}"/>
          </ac:picMkLst>
        </pc:picChg>
      </pc:sldChg>
      <pc:sldChg chg="addSp delSp modSp new mod">
        <pc:chgData name="Pauline Smyth" userId="de5ce227-53e3-42c9-b7e0-2fb7785ba6f5" providerId="ADAL" clId="{95D7D696-5497-4998-B532-547A1B0A957F}" dt="2021-09-02T08:33:08.865" v="291" actId="14100"/>
        <pc:sldMkLst>
          <pc:docMk/>
          <pc:sldMk cId="2356419802" sldId="277"/>
        </pc:sldMkLst>
        <pc:spChg chg="mod">
          <ac:chgData name="Pauline Smyth" userId="de5ce227-53e3-42c9-b7e0-2fb7785ba6f5" providerId="ADAL" clId="{95D7D696-5497-4998-B532-547A1B0A957F}" dt="2021-09-02T08:33:02.218" v="289" actId="20577"/>
          <ac:spMkLst>
            <pc:docMk/>
            <pc:sldMk cId="2356419802" sldId="277"/>
            <ac:spMk id="2" creationId="{F580F996-EFD6-4EBA-B7BD-F38E5722BF1E}"/>
          </ac:spMkLst>
        </pc:spChg>
        <pc:spChg chg="del">
          <ac:chgData name="Pauline Smyth" userId="de5ce227-53e3-42c9-b7e0-2fb7785ba6f5" providerId="ADAL" clId="{95D7D696-5497-4998-B532-547A1B0A957F}" dt="2021-09-02T08:32:55.404" v="278" actId="22"/>
          <ac:spMkLst>
            <pc:docMk/>
            <pc:sldMk cId="2356419802" sldId="277"/>
            <ac:spMk id="3" creationId="{F114E389-4F2A-4B3F-A78D-D0AEC906CACB}"/>
          </ac:spMkLst>
        </pc:spChg>
        <pc:picChg chg="add mod ord">
          <ac:chgData name="Pauline Smyth" userId="de5ce227-53e3-42c9-b7e0-2fb7785ba6f5" providerId="ADAL" clId="{95D7D696-5497-4998-B532-547A1B0A957F}" dt="2021-09-02T08:33:08.865" v="291" actId="14100"/>
          <ac:picMkLst>
            <pc:docMk/>
            <pc:sldMk cId="2356419802" sldId="277"/>
            <ac:picMk id="5" creationId="{9B457210-3990-41C5-A532-754535AD47FB}"/>
          </ac:picMkLst>
        </pc:picChg>
      </pc:sldChg>
      <pc:sldChg chg="addSp delSp modSp new mod">
        <pc:chgData name="Pauline Smyth" userId="de5ce227-53e3-42c9-b7e0-2fb7785ba6f5" providerId="ADAL" clId="{95D7D696-5497-4998-B532-547A1B0A957F}" dt="2021-09-02T10:06:47.263" v="421" actId="1076"/>
        <pc:sldMkLst>
          <pc:docMk/>
          <pc:sldMk cId="3560241272" sldId="278"/>
        </pc:sldMkLst>
        <pc:spChg chg="mod">
          <ac:chgData name="Pauline Smyth" userId="de5ce227-53e3-42c9-b7e0-2fb7785ba6f5" providerId="ADAL" clId="{95D7D696-5497-4998-B532-547A1B0A957F}" dt="2021-09-02T10:02:32.482" v="399" actId="20577"/>
          <ac:spMkLst>
            <pc:docMk/>
            <pc:sldMk cId="3560241272" sldId="278"/>
            <ac:spMk id="2" creationId="{C602D37A-60F1-4CC0-959B-1614A64553FB}"/>
          </ac:spMkLst>
        </pc:spChg>
        <pc:spChg chg="del mod">
          <ac:chgData name="Pauline Smyth" userId="de5ce227-53e3-42c9-b7e0-2fb7785ba6f5" providerId="ADAL" clId="{95D7D696-5497-4998-B532-547A1B0A957F}" dt="2021-09-02T10:06:32.662" v="418" actId="22"/>
          <ac:spMkLst>
            <pc:docMk/>
            <pc:sldMk cId="3560241272" sldId="278"/>
            <ac:spMk id="3" creationId="{1E64AEE0-5CCD-4013-997B-51B06E561600}"/>
          </ac:spMkLst>
        </pc:spChg>
        <pc:picChg chg="add mod ord">
          <ac:chgData name="Pauline Smyth" userId="de5ce227-53e3-42c9-b7e0-2fb7785ba6f5" providerId="ADAL" clId="{95D7D696-5497-4998-B532-547A1B0A957F}" dt="2021-09-02T10:06:47.263" v="421" actId="1076"/>
          <ac:picMkLst>
            <pc:docMk/>
            <pc:sldMk cId="3560241272" sldId="278"/>
            <ac:picMk id="5" creationId="{2D817340-856F-4A2F-9F98-4BF56F66BAA7}"/>
          </ac:picMkLst>
        </pc:picChg>
      </pc:sldChg>
      <pc:sldChg chg="add">
        <pc:chgData name="Pauline Smyth" userId="de5ce227-53e3-42c9-b7e0-2fb7785ba6f5" providerId="ADAL" clId="{95D7D696-5497-4998-B532-547A1B0A957F}" dt="2021-09-02T10:08:04.121" v="423" actId="2890"/>
        <pc:sldMkLst>
          <pc:docMk/>
          <pc:sldMk cId="2097206569"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36E50-0435-4D38-B37B-EE3FF3DC1E91}" type="datetimeFigureOut">
              <a:rPr lang="en-IE" smtClean="0"/>
              <a:t>15/11/2022</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36C26B-A5F8-45C0-AAE1-8463F5702A2D}" type="slidenum">
              <a:rPr lang="en-IE" smtClean="0"/>
              <a:t>‹#›</a:t>
            </a:fld>
            <a:endParaRPr lang="en-IE"/>
          </a:p>
        </p:txBody>
      </p:sp>
    </p:spTree>
    <p:extLst>
      <p:ext uri="{BB962C8B-B14F-4D97-AF65-F5344CB8AC3E}">
        <p14:creationId xmlns:p14="http://schemas.microsoft.com/office/powerpoint/2010/main" val="1417974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Started by Guido Van Rossum as a hobby</a:t>
            </a:r>
            <a:r>
              <a:rPr lang="en-US" dirty="0">
                <a:cs typeface="Calibri"/>
              </a:rPr>
              <a:t> over the Christmas vacation.</a:t>
            </a:r>
          </a:p>
          <a:p>
            <a:r>
              <a:rPr lang="en-US" dirty="0">
                <a:cs typeface="Calibri"/>
              </a:rPr>
              <a:t>- named after Monty Python's Flying Circus</a:t>
            </a:r>
          </a:p>
          <a:p>
            <a:r>
              <a:rPr lang="en-US" dirty="0">
                <a:cs typeface="Calibri"/>
              </a:rPr>
              <a:t>- First released in 1991, loved by Unix scripters</a:t>
            </a:r>
          </a:p>
          <a:p>
            <a:r>
              <a:rPr lang="en-US" dirty="0">
                <a:cs typeface="Calibri"/>
              </a:rPr>
              <a:t>- Now transformed into the most popular interpreted language. You can build anything with it!</a:t>
            </a:r>
          </a:p>
          <a:p>
            <a:r>
              <a:rPr lang="en-US" dirty="0">
                <a:cs typeface="Calibri"/>
              </a:rPr>
              <a:t>- Facts! Python was the most used language in 2016 and still most likely is!</a:t>
            </a:r>
          </a:p>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5</a:t>
            </a:fld>
            <a:endParaRPr lang="en-IE"/>
          </a:p>
        </p:txBody>
      </p:sp>
    </p:spTree>
    <p:extLst>
      <p:ext uri="{BB962C8B-B14F-4D97-AF65-F5344CB8AC3E}">
        <p14:creationId xmlns:p14="http://schemas.microsoft.com/office/powerpoint/2010/main" val="1314144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choose it instead of MATLAB, R, SAS, Stata and others?</a:t>
            </a:r>
          </a:p>
          <a:p>
            <a:r>
              <a:rPr lang="en-US" dirty="0"/>
              <a:t>- It is free and open source</a:t>
            </a:r>
            <a:endParaRPr lang="en-US" dirty="0">
              <a:cs typeface="Calibri"/>
            </a:endParaRPr>
          </a:p>
          <a:p>
            <a:r>
              <a:rPr lang="en-US" dirty="0"/>
              <a:t>- Intuitive and easy to learn</a:t>
            </a:r>
            <a:endParaRPr lang="en-US" dirty="0">
              <a:cs typeface="Calibri"/>
            </a:endParaRPr>
          </a:p>
          <a:p>
            <a:r>
              <a:rPr lang="en-US" dirty="0"/>
              <a:t>- Extremely versatile – examples</a:t>
            </a:r>
            <a:r>
              <a:rPr lang="en-US" dirty="0">
                <a:cs typeface="Calibri"/>
              </a:rPr>
              <a:t> – websites, planes, robots, data</a:t>
            </a:r>
          </a:p>
          <a:p>
            <a:r>
              <a:rPr lang="en-US" dirty="0"/>
              <a:t>- </a:t>
            </a:r>
            <a:r>
              <a:rPr lang="en-US" dirty="0">
                <a:cs typeface="Calibri"/>
              </a:rPr>
              <a:t>Large and friendly community</a:t>
            </a:r>
          </a:p>
          <a:p>
            <a:r>
              <a:rPr lang="en-US" dirty="0">
                <a:cs typeface="Calibri"/>
              </a:rPr>
              <a:t>- packages</a:t>
            </a:r>
          </a:p>
          <a:p>
            <a:r>
              <a:rPr lang="en-US" dirty="0">
                <a:cs typeface="Calibri"/>
              </a:rPr>
              <a:t>Very important in industry and academia</a:t>
            </a:r>
          </a:p>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6</a:t>
            </a:fld>
            <a:endParaRPr lang="en-IE"/>
          </a:p>
        </p:txBody>
      </p:sp>
    </p:spTree>
    <p:extLst>
      <p:ext uri="{BB962C8B-B14F-4D97-AF65-F5344CB8AC3E}">
        <p14:creationId xmlns:p14="http://schemas.microsoft.com/office/powerpoint/2010/main" val="194713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Let's see if everybody remembers their types</a:t>
            </a:r>
          </a:p>
          <a:p>
            <a:r>
              <a:rPr lang="en-US" dirty="0">
                <a:cs typeface="Calibri"/>
              </a:rPr>
              <a:t>Is there anything wrong with this block or will it execute nicely?</a:t>
            </a:r>
          </a:p>
          <a:p>
            <a:r>
              <a:rPr lang="en-US" dirty="0">
                <a:cs typeface="Calibri"/>
              </a:rPr>
              <a:t>[issue] Any idea how we can fix it?</a:t>
            </a:r>
          </a:p>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14</a:t>
            </a:fld>
            <a:endParaRPr lang="en-IE"/>
          </a:p>
        </p:txBody>
      </p:sp>
    </p:spTree>
    <p:extLst>
      <p:ext uri="{BB962C8B-B14F-4D97-AF65-F5344CB8AC3E}">
        <p14:creationId xmlns:p14="http://schemas.microsoft.com/office/powerpoint/2010/main" val="3890752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17</a:t>
            </a:fld>
            <a:endParaRPr lang="en-IE"/>
          </a:p>
        </p:txBody>
      </p:sp>
    </p:spTree>
    <p:extLst>
      <p:ext uri="{BB962C8B-B14F-4D97-AF65-F5344CB8AC3E}">
        <p14:creationId xmlns:p14="http://schemas.microsoft.com/office/powerpoint/2010/main" val="284205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seen the # symbols in the slides.</a:t>
            </a:r>
          </a:p>
          <a:p>
            <a:r>
              <a:rPr lang="en-US" dirty="0">
                <a:cs typeface="Calibri"/>
              </a:rPr>
              <a:t>I forget what I write; need to remind my future self</a:t>
            </a:r>
          </a:p>
          <a:p>
            <a:r>
              <a:rPr lang="en-US" dirty="0"/>
              <a:t>Programmers though it's better to write explanation in between the code</a:t>
            </a:r>
          </a:p>
          <a:p>
            <a:r>
              <a:rPr lang="en-US">
                <a:cs typeface="Calibri"/>
              </a:rPr>
              <a:t>Show example</a:t>
            </a:r>
          </a:p>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20</a:t>
            </a:fld>
            <a:endParaRPr lang="en-IE"/>
          </a:p>
        </p:txBody>
      </p:sp>
    </p:spTree>
    <p:extLst>
      <p:ext uri="{BB962C8B-B14F-4D97-AF65-F5344CB8AC3E}">
        <p14:creationId xmlns:p14="http://schemas.microsoft.com/office/powerpoint/2010/main" val="383716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seen the # symbols in the slides.</a:t>
            </a:r>
          </a:p>
          <a:p>
            <a:r>
              <a:rPr lang="en-US" dirty="0">
                <a:cs typeface="Calibri"/>
              </a:rPr>
              <a:t>I forget what I write; need to remind my future self</a:t>
            </a:r>
          </a:p>
          <a:p>
            <a:r>
              <a:rPr lang="en-US" dirty="0"/>
              <a:t>Programmers though it's better to write explanation in between the code</a:t>
            </a:r>
          </a:p>
          <a:p>
            <a:r>
              <a:rPr lang="en-US">
                <a:cs typeface="Calibri"/>
              </a:rPr>
              <a:t>Show example</a:t>
            </a:r>
          </a:p>
          <a:p>
            <a:endParaRPr lang="en-IE" dirty="0"/>
          </a:p>
        </p:txBody>
      </p:sp>
      <p:sp>
        <p:nvSpPr>
          <p:cNvPr id="4" name="Slide Number Placeholder 3"/>
          <p:cNvSpPr>
            <a:spLocks noGrp="1"/>
          </p:cNvSpPr>
          <p:nvPr>
            <p:ph type="sldNum" sz="quarter" idx="5"/>
          </p:nvPr>
        </p:nvSpPr>
        <p:spPr/>
        <p:txBody>
          <a:bodyPr/>
          <a:lstStyle/>
          <a:p>
            <a:fld id="{0736C26B-A5F8-45C0-AAE1-8463F5702A2D}" type="slidenum">
              <a:rPr lang="en-IE" smtClean="0"/>
              <a:t>21</a:t>
            </a:fld>
            <a:endParaRPr lang="en-IE"/>
          </a:p>
        </p:txBody>
      </p:sp>
    </p:spTree>
    <p:extLst>
      <p:ext uri="{BB962C8B-B14F-4D97-AF65-F5344CB8AC3E}">
        <p14:creationId xmlns:p14="http://schemas.microsoft.com/office/powerpoint/2010/main" val="3157182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1033397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84642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132495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10010C-85DC-47A5-95F4-9C64D071AE98}" type="datetimeFigureOut">
              <a:rPr lang="en-IE" smtClean="0"/>
              <a:t>15/11/2022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3023499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0010C-85DC-47A5-95F4-9C64D071AE98}" type="datetimeFigureOut">
              <a:rPr lang="en-IE" smtClean="0"/>
              <a:t>15/11/2022</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264315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3"/>
          <p:cNvSpPr>
            <a:spLocks noGrp="1"/>
          </p:cNvSpPr>
          <p:nvPr>
            <p:ph type="ftr" sz="quarter" idx="11"/>
          </p:nvPr>
        </p:nvSpPr>
        <p:spPr/>
        <p:txBody>
          <a:bodyPr/>
          <a:lstStyle/>
          <a:p>
            <a:endParaRPr lang="en-IE"/>
          </a:p>
        </p:txBody>
      </p:sp>
      <p:sp>
        <p:nvSpPr>
          <p:cNvPr id="6" name="Slide Number Placeholder 4"/>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206093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2"/>
          <p:cNvSpPr>
            <a:spLocks noGrp="1"/>
          </p:cNvSpPr>
          <p:nvPr>
            <p:ph type="ftr" sz="quarter" idx="11"/>
          </p:nvPr>
        </p:nvSpPr>
        <p:spPr/>
        <p:txBody>
          <a:bodyPr/>
          <a:lstStyle/>
          <a:p>
            <a:endParaRPr lang="en-IE"/>
          </a:p>
        </p:txBody>
      </p:sp>
      <p:sp>
        <p:nvSpPr>
          <p:cNvPr id="6" name="Slide Number Placeholder 3"/>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2518145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5"/>
          <p:cNvSpPr>
            <a:spLocks noGrp="1"/>
          </p:cNvSpPr>
          <p:nvPr>
            <p:ph type="ftr" sz="quarter" idx="11"/>
          </p:nvPr>
        </p:nvSpPr>
        <p:spPr/>
        <p:txBody>
          <a:bodyPr/>
          <a:lstStyle/>
          <a:p>
            <a:endParaRPr lang="en-IE"/>
          </a:p>
        </p:txBody>
      </p:sp>
      <p:sp>
        <p:nvSpPr>
          <p:cNvPr id="6" name="Slide Number Placeholder 6"/>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3831352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0010C-85DC-47A5-95F4-9C64D071AE98}" type="datetimeFigureOut">
              <a:rPr lang="en-IE" smtClean="0"/>
              <a:t>15/11/2022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1882284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0010C-85DC-47A5-95F4-9C64D071AE98}" type="datetimeFigureOut">
              <a:rPr lang="en-IE" smtClean="0"/>
              <a:t>15/11/2022</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4230847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472996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1330339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3060846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4"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3357519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4"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1678007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2049222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0010C-85DC-47A5-95F4-9C64D071AE98}" type="datetimeFigureOut">
              <a:rPr lang="en-IE" smtClean="0"/>
              <a:t>15/11/2022</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13526224-E6E0-42B8-A269-252147F9E9F8}" type="slidenum">
              <a:rPr lang="en-IE" smtClean="0"/>
              <a:t>‹#›</a:t>
            </a:fld>
            <a:endParaRPr lang="en-IE"/>
          </a:p>
        </p:txBody>
      </p:sp>
    </p:spTree>
    <p:extLst>
      <p:ext uri="{BB962C8B-B14F-4D97-AF65-F5344CB8AC3E}">
        <p14:creationId xmlns:p14="http://schemas.microsoft.com/office/powerpoint/2010/main" val="3214357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C10010C-85DC-47A5-95F4-9C64D071AE98}" type="datetimeFigureOut">
              <a:rPr lang="en-IE" smtClean="0"/>
              <a:t>15/11/2022</a:t>
            </a:fld>
            <a:endParaRPr lang="en-I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3526224-E6E0-42B8-A269-252147F9E9F8}" type="slidenum">
              <a:rPr lang="en-IE" smtClean="0"/>
              <a:t>‹#›</a:t>
            </a:fld>
            <a:endParaRPr lang="en-IE"/>
          </a:p>
        </p:txBody>
      </p:sp>
    </p:spTree>
    <p:extLst>
      <p:ext uri="{BB962C8B-B14F-4D97-AF65-F5344CB8AC3E}">
        <p14:creationId xmlns:p14="http://schemas.microsoft.com/office/powerpoint/2010/main" val="154623684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flic.kr/p/iDw8D" TargetMode="Externa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3AD0F-BCD4-4110-9096-05C15011C815}"/>
              </a:ext>
            </a:extLst>
          </p:cNvPr>
          <p:cNvSpPr>
            <a:spLocks noGrp="1"/>
          </p:cNvSpPr>
          <p:nvPr>
            <p:ph type="ctrTitle"/>
          </p:nvPr>
        </p:nvSpPr>
        <p:spPr>
          <a:xfrm>
            <a:off x="7464614" y="1783959"/>
            <a:ext cx="4087306" cy="2889114"/>
          </a:xfrm>
        </p:spPr>
        <p:txBody>
          <a:bodyPr anchor="b">
            <a:normAutofit/>
          </a:bodyPr>
          <a:lstStyle/>
          <a:p>
            <a:pPr algn="l"/>
            <a:r>
              <a:rPr lang="en-IE" sz="5400"/>
              <a:t>Introduction To Python</a:t>
            </a:r>
          </a:p>
        </p:txBody>
      </p:sp>
      <p:sp>
        <p:nvSpPr>
          <p:cNvPr id="3" name="Subtitle 2">
            <a:extLst>
              <a:ext uri="{FF2B5EF4-FFF2-40B4-BE49-F238E27FC236}">
                <a16:creationId xmlns:a16="http://schemas.microsoft.com/office/drawing/2014/main" id="{75385BD1-4355-475B-8C68-74742DC51272}"/>
              </a:ext>
            </a:extLst>
          </p:cNvPr>
          <p:cNvSpPr>
            <a:spLocks noGrp="1"/>
          </p:cNvSpPr>
          <p:nvPr>
            <p:ph type="subTitle" idx="1"/>
          </p:nvPr>
        </p:nvSpPr>
        <p:spPr>
          <a:xfrm>
            <a:off x="7464612" y="4750893"/>
            <a:ext cx="4087305" cy="1147863"/>
          </a:xfrm>
        </p:spPr>
        <p:txBody>
          <a:bodyPr anchor="t">
            <a:normAutofit/>
          </a:bodyPr>
          <a:lstStyle/>
          <a:p>
            <a:pPr algn="l"/>
            <a:r>
              <a:rPr lang="en-IE" sz="2000"/>
              <a:t>5</a:t>
            </a:r>
            <a:r>
              <a:rPr lang="en-IE" sz="2000" baseline="30000"/>
              <a:t>th</a:t>
            </a:r>
            <a:r>
              <a:rPr lang="en-IE" sz="2000"/>
              <a:t> Computer Science</a:t>
            </a:r>
          </a:p>
        </p:txBody>
      </p:sp>
      <p:pic>
        <p:nvPicPr>
          <p:cNvPr id="5" name="Picture 4" descr="Computer script on a screen">
            <a:extLst>
              <a:ext uri="{FF2B5EF4-FFF2-40B4-BE49-F238E27FC236}">
                <a16:creationId xmlns:a16="http://schemas.microsoft.com/office/drawing/2014/main" id="{B5078C94-8BA1-447D-B460-83B372480687}"/>
              </a:ext>
            </a:extLst>
          </p:cNvPr>
          <p:cNvPicPr>
            <a:picLocks noChangeAspect="1"/>
          </p:cNvPicPr>
          <p:nvPr/>
        </p:nvPicPr>
        <p:blipFill rotWithShape="1">
          <a:blip r:embed="rId2"/>
          <a:srcRect r="31589"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24787818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31D3-8FA3-4786-A6AE-CB42D63ACE85}"/>
              </a:ext>
            </a:extLst>
          </p:cNvPr>
          <p:cNvSpPr>
            <a:spLocks noGrp="1"/>
          </p:cNvSpPr>
          <p:nvPr>
            <p:ph type="title"/>
          </p:nvPr>
        </p:nvSpPr>
        <p:spPr/>
        <p:txBody>
          <a:bodyPr/>
          <a:lstStyle/>
          <a:p>
            <a:r>
              <a:rPr lang="en-IE" dirty="0"/>
              <a:t>Learning Intentions </a:t>
            </a:r>
          </a:p>
        </p:txBody>
      </p:sp>
      <p:sp>
        <p:nvSpPr>
          <p:cNvPr id="3" name="Content Placeholder 2">
            <a:extLst>
              <a:ext uri="{FF2B5EF4-FFF2-40B4-BE49-F238E27FC236}">
                <a16:creationId xmlns:a16="http://schemas.microsoft.com/office/drawing/2014/main" id="{26A59EDE-BDDD-4CBD-9810-F2F360A01780}"/>
              </a:ext>
            </a:extLst>
          </p:cNvPr>
          <p:cNvSpPr>
            <a:spLocks noGrp="1"/>
          </p:cNvSpPr>
          <p:nvPr>
            <p:ph idx="1"/>
          </p:nvPr>
        </p:nvSpPr>
        <p:spPr/>
        <p:txBody>
          <a:bodyPr/>
          <a:lstStyle/>
          <a:p>
            <a:r>
              <a:rPr lang="en-IE" dirty="0"/>
              <a:t>Understand the difference between syntax &amp; logical error</a:t>
            </a:r>
          </a:p>
          <a:p>
            <a:r>
              <a:rPr lang="en-IE" dirty="0"/>
              <a:t>Demonstrate the use of escape characters</a:t>
            </a:r>
          </a:p>
          <a:p>
            <a:r>
              <a:rPr lang="en-US" dirty="0"/>
              <a:t>Demonstrate the use of both single line comment &amp; multiline comments</a:t>
            </a:r>
            <a:endParaRPr lang="en-IE" dirty="0"/>
          </a:p>
        </p:txBody>
      </p:sp>
    </p:spTree>
    <p:extLst>
      <p:ext uri="{BB962C8B-B14F-4D97-AF65-F5344CB8AC3E}">
        <p14:creationId xmlns:p14="http://schemas.microsoft.com/office/powerpoint/2010/main" val="3501169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31D3-8FA3-4786-A6AE-CB42D63ACE85}"/>
              </a:ext>
            </a:extLst>
          </p:cNvPr>
          <p:cNvSpPr>
            <a:spLocks noGrp="1"/>
          </p:cNvSpPr>
          <p:nvPr>
            <p:ph type="title"/>
          </p:nvPr>
        </p:nvSpPr>
        <p:spPr>
          <a:xfrm>
            <a:off x="1034315" y="358933"/>
            <a:ext cx="9404723" cy="1400530"/>
          </a:xfrm>
        </p:spPr>
        <p:txBody>
          <a:bodyPr/>
          <a:lstStyle/>
          <a:p>
            <a:r>
              <a:rPr lang="en-IE" dirty="0"/>
              <a:t>High Level vs Low Level languages</a:t>
            </a:r>
          </a:p>
        </p:txBody>
      </p:sp>
      <p:sp>
        <p:nvSpPr>
          <p:cNvPr id="3" name="Content Placeholder 2">
            <a:extLst>
              <a:ext uri="{FF2B5EF4-FFF2-40B4-BE49-F238E27FC236}">
                <a16:creationId xmlns:a16="http://schemas.microsoft.com/office/drawing/2014/main" id="{26A59EDE-BDDD-4CBD-9810-F2F360A01780}"/>
              </a:ext>
            </a:extLst>
          </p:cNvPr>
          <p:cNvSpPr>
            <a:spLocks noGrp="1"/>
          </p:cNvSpPr>
          <p:nvPr>
            <p:ph idx="1"/>
          </p:nvPr>
        </p:nvSpPr>
        <p:spPr/>
        <p:txBody>
          <a:bodyPr/>
          <a:lstStyle/>
          <a:p>
            <a:r>
              <a:rPr lang="en-IE" dirty="0"/>
              <a:t>Python is a high level language. </a:t>
            </a:r>
          </a:p>
          <a:p>
            <a:r>
              <a:rPr lang="en-IE" dirty="0"/>
              <a:t>A high level language is a programming language whose source code is easy for humans to read as it is similar to our natural language. Computers need to translate it before they can read and run it.</a:t>
            </a:r>
          </a:p>
          <a:p>
            <a:r>
              <a:rPr lang="en-IE" dirty="0">
                <a:solidFill>
                  <a:schemeClr val="bg1"/>
                </a:solidFill>
                <a:highlight>
                  <a:srgbClr val="C0C0C0"/>
                </a:highlight>
              </a:rPr>
              <a:t>print(“Hello World”)</a:t>
            </a:r>
          </a:p>
          <a:p>
            <a:endParaRPr lang="en-IE" dirty="0"/>
          </a:p>
          <a:p>
            <a:r>
              <a:rPr lang="en-IE" dirty="0"/>
              <a:t>A low level programming language are difficult for humans to read and write but easier for a computer to run.  They consist of </a:t>
            </a:r>
            <a:r>
              <a:rPr lang="en-IE" b="1" dirty="0"/>
              <a:t>machine code </a:t>
            </a:r>
            <a:r>
              <a:rPr lang="en-IE" dirty="0"/>
              <a:t>and </a:t>
            </a:r>
            <a:r>
              <a:rPr lang="en-IE" b="1" dirty="0"/>
              <a:t>Assembly </a:t>
            </a:r>
            <a:r>
              <a:rPr lang="en-IE" dirty="0"/>
              <a:t>language</a:t>
            </a:r>
          </a:p>
          <a:p>
            <a:endParaRPr lang="en-IE" dirty="0"/>
          </a:p>
          <a:p>
            <a:endParaRPr lang="en-IE" dirty="0"/>
          </a:p>
        </p:txBody>
      </p:sp>
      <p:pic>
        <p:nvPicPr>
          <p:cNvPr id="5" name="Picture 4">
            <a:extLst>
              <a:ext uri="{FF2B5EF4-FFF2-40B4-BE49-F238E27FC236}">
                <a16:creationId xmlns:a16="http://schemas.microsoft.com/office/drawing/2014/main" id="{BAFEB2C2-2D87-CADD-AF77-EA786265F6DB}"/>
              </a:ext>
            </a:extLst>
          </p:cNvPr>
          <p:cNvPicPr>
            <a:picLocks noChangeAspect="1"/>
          </p:cNvPicPr>
          <p:nvPr/>
        </p:nvPicPr>
        <p:blipFill>
          <a:blip r:embed="rId2"/>
          <a:stretch>
            <a:fillRect/>
          </a:stretch>
        </p:blipFill>
        <p:spPr>
          <a:xfrm>
            <a:off x="1434611" y="5813914"/>
            <a:ext cx="4000500" cy="247650"/>
          </a:xfrm>
          <a:prstGeom prst="rect">
            <a:avLst/>
          </a:prstGeom>
        </p:spPr>
      </p:pic>
      <p:pic>
        <p:nvPicPr>
          <p:cNvPr id="7" name="Picture 6">
            <a:extLst>
              <a:ext uri="{FF2B5EF4-FFF2-40B4-BE49-F238E27FC236}">
                <a16:creationId xmlns:a16="http://schemas.microsoft.com/office/drawing/2014/main" id="{3B5D6CEE-162B-CF76-FE71-BBD09DD3E3AC}"/>
              </a:ext>
            </a:extLst>
          </p:cNvPr>
          <p:cNvPicPr>
            <a:picLocks noChangeAspect="1"/>
          </p:cNvPicPr>
          <p:nvPr/>
        </p:nvPicPr>
        <p:blipFill>
          <a:blip r:embed="rId3"/>
          <a:stretch>
            <a:fillRect/>
          </a:stretch>
        </p:blipFill>
        <p:spPr>
          <a:xfrm>
            <a:off x="6540011" y="5752368"/>
            <a:ext cx="1714500" cy="323850"/>
          </a:xfrm>
          <a:prstGeom prst="rect">
            <a:avLst/>
          </a:prstGeom>
        </p:spPr>
      </p:pic>
    </p:spTree>
    <p:extLst>
      <p:ext uri="{BB962C8B-B14F-4D97-AF65-F5344CB8AC3E}">
        <p14:creationId xmlns:p14="http://schemas.microsoft.com/office/powerpoint/2010/main" val="4132119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431D3-8FA3-4786-A6AE-CB42D63ACE85}"/>
              </a:ext>
            </a:extLst>
          </p:cNvPr>
          <p:cNvSpPr>
            <a:spLocks noGrp="1"/>
          </p:cNvSpPr>
          <p:nvPr>
            <p:ph type="title"/>
          </p:nvPr>
        </p:nvSpPr>
        <p:spPr>
          <a:xfrm>
            <a:off x="1034315" y="358933"/>
            <a:ext cx="9404723" cy="1400530"/>
          </a:xfrm>
        </p:spPr>
        <p:txBody>
          <a:bodyPr/>
          <a:lstStyle/>
          <a:p>
            <a:r>
              <a:rPr lang="en-IE" dirty="0"/>
              <a:t>High Level vs Low Level languages</a:t>
            </a:r>
          </a:p>
        </p:txBody>
      </p:sp>
      <p:pic>
        <p:nvPicPr>
          <p:cNvPr id="9" name="Picture 8">
            <a:extLst>
              <a:ext uri="{FF2B5EF4-FFF2-40B4-BE49-F238E27FC236}">
                <a16:creationId xmlns:a16="http://schemas.microsoft.com/office/drawing/2014/main" id="{33EF235E-D394-751D-446A-259D3F44D3CC}"/>
              </a:ext>
            </a:extLst>
          </p:cNvPr>
          <p:cNvPicPr>
            <a:picLocks noChangeAspect="1"/>
          </p:cNvPicPr>
          <p:nvPr/>
        </p:nvPicPr>
        <p:blipFill>
          <a:blip r:embed="rId2"/>
          <a:stretch>
            <a:fillRect/>
          </a:stretch>
        </p:blipFill>
        <p:spPr>
          <a:xfrm>
            <a:off x="580663" y="1380758"/>
            <a:ext cx="11025989" cy="4293211"/>
          </a:xfrm>
          <a:prstGeom prst="rect">
            <a:avLst/>
          </a:prstGeom>
        </p:spPr>
      </p:pic>
    </p:spTree>
    <p:extLst>
      <p:ext uri="{BB962C8B-B14F-4D97-AF65-F5344CB8AC3E}">
        <p14:creationId xmlns:p14="http://schemas.microsoft.com/office/powerpoint/2010/main" val="143449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85F11-F616-4C11-8144-91A36EDD361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cs typeface="Calibri Light"/>
              </a:rPr>
              <a:t>History of Python</a:t>
            </a:r>
            <a:endParaRPr lang="en-US" dirty="0"/>
          </a:p>
        </p:txBody>
      </p:sp>
      <p:sp>
        <p:nvSpPr>
          <p:cNvPr id="3" name="Content Placeholder 2">
            <a:extLst>
              <a:ext uri="{FF2B5EF4-FFF2-40B4-BE49-F238E27FC236}">
                <a16:creationId xmlns:a16="http://schemas.microsoft.com/office/drawing/2014/main" id="{F8058F01-61FB-4845-AB25-B7D9666DC318}"/>
              </a:ext>
            </a:extLst>
          </p:cNvPr>
          <p:cNvSpPr txBox="1">
            <a:spLocks/>
          </p:cNvSpPr>
          <p:nvPr/>
        </p:nvSpPr>
        <p:spPr>
          <a:xfrm>
            <a:off x="838200" y="1825625"/>
            <a:ext cx="4595446"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alibri"/>
              </a:rPr>
              <a:t>Started by Guido Van Rossum as a hobby</a:t>
            </a:r>
            <a:endParaRPr lang="en-US"/>
          </a:p>
          <a:p>
            <a:r>
              <a:rPr lang="en-US">
                <a:cs typeface="Calibri"/>
              </a:rPr>
              <a:t>Now widely spread</a:t>
            </a:r>
          </a:p>
          <a:p>
            <a:r>
              <a:rPr lang="en-US">
                <a:cs typeface="Calibri"/>
              </a:rPr>
              <a:t>Open Source! Free!</a:t>
            </a:r>
          </a:p>
          <a:p>
            <a:r>
              <a:rPr lang="en-US">
                <a:cs typeface="Calibri"/>
              </a:rPr>
              <a:t>Versatile</a:t>
            </a:r>
            <a:endParaRPr lang="en-US" dirty="0">
              <a:cs typeface="Calibri"/>
            </a:endParaRPr>
          </a:p>
        </p:txBody>
      </p:sp>
      <p:pic>
        <p:nvPicPr>
          <p:cNvPr id="4" name="Picture 3" title="Photograph of Guido Van Rossum">
            <a:extLst>
              <a:ext uri="{FF2B5EF4-FFF2-40B4-BE49-F238E27FC236}">
                <a16:creationId xmlns:a16="http://schemas.microsoft.com/office/drawing/2014/main" id="{15A221CA-4466-4F55-A4EA-03D60CCA419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10110643" y="0"/>
            <a:ext cx="2081357" cy="1988488"/>
          </a:xfrm>
          <a:prstGeom prst="rect">
            <a:avLst/>
          </a:prstGeom>
        </p:spPr>
      </p:pic>
      <p:pic>
        <p:nvPicPr>
          <p:cNvPr id="5" name="Picture 6" title="Graphic showing most popular coding languages of 2016">
            <a:extLst>
              <a:ext uri="{FF2B5EF4-FFF2-40B4-BE49-F238E27FC236}">
                <a16:creationId xmlns:a16="http://schemas.microsoft.com/office/drawing/2014/main" id="{7B9D37A6-412C-4544-85C0-C8D8171AA0C7}"/>
              </a:ext>
            </a:extLst>
          </p:cNvPr>
          <p:cNvPicPr>
            <a:picLocks noChangeAspect="1"/>
          </p:cNvPicPr>
          <p:nvPr/>
        </p:nvPicPr>
        <p:blipFill>
          <a:blip r:embed="rId4"/>
          <a:stretch>
            <a:fillRect/>
          </a:stretch>
        </p:blipFill>
        <p:spPr>
          <a:xfrm>
            <a:off x="4003349" y="1419277"/>
            <a:ext cx="6882594" cy="5164033"/>
          </a:xfrm>
          <a:prstGeom prst="rect">
            <a:avLst/>
          </a:prstGeom>
        </p:spPr>
      </p:pic>
      <p:sp>
        <p:nvSpPr>
          <p:cNvPr id="6" name="TextBox 5">
            <a:extLst>
              <a:ext uri="{FF2B5EF4-FFF2-40B4-BE49-F238E27FC236}">
                <a16:creationId xmlns:a16="http://schemas.microsoft.com/office/drawing/2014/main" id="{052680FE-DD8C-44AA-9F34-7EEAEC6712B9}"/>
              </a:ext>
            </a:extLst>
          </p:cNvPr>
          <p:cNvSpPr txBox="1"/>
          <p:nvPr/>
        </p:nvSpPr>
        <p:spPr>
          <a:xfrm>
            <a:off x="10603345" y="1988488"/>
            <a:ext cx="1588655" cy="738664"/>
          </a:xfrm>
          <a:prstGeom prst="rect">
            <a:avLst/>
          </a:prstGeom>
          <a:noFill/>
        </p:spPr>
        <p:txBody>
          <a:bodyPr wrap="square" rtlCol="0">
            <a:spAutoFit/>
          </a:bodyPr>
          <a:lstStyle/>
          <a:p>
            <a:r>
              <a:rPr lang="en-GB" sz="1400" dirty="0"/>
              <a:t>Guido Van Rossum by </a:t>
            </a:r>
            <a:r>
              <a:rPr lang="en-GB" sz="1400" dirty="0">
                <a:hlinkClick r:id="rId5"/>
              </a:rPr>
              <a:t>Doc </a:t>
            </a:r>
            <a:r>
              <a:rPr lang="en-GB" sz="1400" dirty="0" err="1">
                <a:hlinkClick r:id="rId5"/>
              </a:rPr>
              <a:t>Searls</a:t>
            </a:r>
            <a:r>
              <a:rPr lang="en-GB" sz="1400" dirty="0">
                <a:hlinkClick r:id="rId5"/>
              </a:rPr>
              <a:t> on Flickr</a:t>
            </a:r>
            <a:r>
              <a:rPr lang="en-GB" sz="1400" dirty="0"/>
              <a:t> CC-BY-SA</a:t>
            </a:r>
          </a:p>
        </p:txBody>
      </p:sp>
    </p:spTree>
    <p:extLst>
      <p:ext uri="{BB962C8B-B14F-4D97-AF65-F5344CB8AC3E}">
        <p14:creationId xmlns:p14="http://schemas.microsoft.com/office/powerpoint/2010/main" val="176414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6AA42-6F4A-4754-B380-5AD00E91C4F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Python today</a:t>
            </a:r>
            <a:endParaRPr lang="en-US"/>
          </a:p>
        </p:txBody>
      </p:sp>
      <p:sp>
        <p:nvSpPr>
          <p:cNvPr id="3" name="Content Placeholder 2">
            <a:extLst>
              <a:ext uri="{FF2B5EF4-FFF2-40B4-BE49-F238E27FC236}">
                <a16:creationId xmlns:a16="http://schemas.microsoft.com/office/drawing/2014/main" id="{2A73AE36-F216-4615-9F2D-8AA660B808D0}"/>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cs typeface="Calibri"/>
              </a:rPr>
              <a:t>Developed a large and active scientific computing and data analysis community</a:t>
            </a:r>
            <a:endParaRPr lang="en-US" dirty="0"/>
          </a:p>
          <a:p>
            <a:r>
              <a:rPr lang="en-US" dirty="0">
                <a:cs typeface="Calibri"/>
              </a:rPr>
              <a:t>Now one of the most important languages for</a:t>
            </a:r>
          </a:p>
          <a:p>
            <a:pPr lvl="1"/>
            <a:r>
              <a:rPr lang="en-US" dirty="0">
                <a:cs typeface="Calibri"/>
              </a:rPr>
              <a:t>Data science</a:t>
            </a:r>
          </a:p>
          <a:p>
            <a:pPr lvl="1"/>
            <a:r>
              <a:rPr lang="en-US" dirty="0">
                <a:cs typeface="Calibri"/>
              </a:rPr>
              <a:t>Machine learning</a:t>
            </a:r>
          </a:p>
          <a:p>
            <a:pPr lvl="1"/>
            <a:r>
              <a:rPr lang="en-US" dirty="0">
                <a:cs typeface="Calibri"/>
              </a:rPr>
              <a:t>General software development</a:t>
            </a:r>
          </a:p>
          <a:p>
            <a:r>
              <a:rPr lang="en-US" dirty="0">
                <a:cs typeface="Calibri"/>
              </a:rPr>
              <a:t>Packages: NumPy, pandas, matplotlib, SciPy, scikit-learn, </a:t>
            </a:r>
            <a:r>
              <a:rPr lang="en-US" dirty="0" err="1">
                <a:cs typeface="Calibri"/>
              </a:rPr>
              <a:t>statsmodels</a:t>
            </a:r>
            <a:endParaRPr lang="en-US" dirty="0">
              <a:cs typeface="Calibri"/>
            </a:endParaRPr>
          </a:p>
          <a:p>
            <a:pPr lvl="1"/>
            <a:endParaRPr lang="en-US" dirty="0">
              <a:cs typeface="Calibri"/>
            </a:endParaRPr>
          </a:p>
          <a:p>
            <a:pPr marL="0" indent="0">
              <a:lnSpc>
                <a:spcPct val="100000"/>
              </a:lnSpc>
              <a:spcBef>
                <a:spcPts val="0"/>
              </a:spcBef>
            </a:pPr>
            <a:endParaRPr lang="en-US" dirty="0">
              <a:cs typeface="Calibri"/>
            </a:endParaRPr>
          </a:p>
        </p:txBody>
      </p:sp>
    </p:spTree>
    <p:extLst>
      <p:ext uri="{BB962C8B-B14F-4D97-AF65-F5344CB8AC3E}">
        <p14:creationId xmlns:p14="http://schemas.microsoft.com/office/powerpoint/2010/main" val="812931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641203-C4F2-49C2-B21A-D28B6928F66C}"/>
              </a:ext>
            </a:extLst>
          </p:cNvPr>
          <p:cNvSpPr>
            <a:spLocks noGrp="1"/>
          </p:cNvSpPr>
          <p:nvPr>
            <p:ph idx="1"/>
          </p:nvPr>
        </p:nvSpPr>
        <p:spPr>
          <a:xfrm>
            <a:off x="488515" y="325677"/>
            <a:ext cx="10865285" cy="5736919"/>
          </a:xfrm>
        </p:spPr>
        <p:txBody>
          <a:bodyPr>
            <a:normAutofit lnSpcReduction="10000"/>
          </a:bodyPr>
          <a:lstStyle/>
          <a:p>
            <a:pPr>
              <a:lnSpc>
                <a:spcPct val="150000"/>
              </a:lnSpc>
            </a:pPr>
            <a:r>
              <a:rPr lang="en-US" sz="2400" b="0" i="0" dirty="0">
                <a:effectLst/>
              </a:rPr>
              <a:t>Python’s syntax is </a:t>
            </a:r>
            <a:r>
              <a:rPr lang="en-US" sz="2400" b="1" i="0" dirty="0">
                <a:effectLst/>
              </a:rPr>
              <a:t>simple</a:t>
            </a:r>
            <a:r>
              <a:rPr lang="en-US" sz="2400" b="0" i="0" dirty="0">
                <a:effectLst/>
              </a:rPr>
              <a:t>. It’s much like writing in English, and this is why it is easy to read (and understand) and write code in Python. </a:t>
            </a:r>
          </a:p>
          <a:p>
            <a:pPr>
              <a:lnSpc>
                <a:spcPct val="150000"/>
              </a:lnSpc>
            </a:pPr>
            <a:r>
              <a:rPr lang="en-US" sz="2400" b="0" i="0" dirty="0">
                <a:effectLst/>
              </a:rPr>
              <a:t>Python code is </a:t>
            </a:r>
            <a:r>
              <a:rPr lang="en-US" sz="2400" b="1" i="0" dirty="0">
                <a:effectLst/>
              </a:rPr>
              <a:t>concise</a:t>
            </a:r>
            <a:r>
              <a:rPr lang="en-US" sz="2400" b="0" i="0" dirty="0">
                <a:effectLst/>
              </a:rPr>
              <a:t>. Unlike Java, you can get things done in less lines of code.</a:t>
            </a:r>
          </a:p>
          <a:p>
            <a:pPr>
              <a:lnSpc>
                <a:spcPct val="150000"/>
              </a:lnSpc>
            </a:pPr>
            <a:r>
              <a:rPr lang="en-US" sz="2400" b="0" i="0" dirty="0">
                <a:effectLst/>
              </a:rPr>
              <a:t>Python is </a:t>
            </a:r>
            <a:r>
              <a:rPr lang="en-US" sz="2400" b="1" i="0" dirty="0">
                <a:effectLst/>
              </a:rPr>
              <a:t>open-source</a:t>
            </a:r>
            <a:r>
              <a:rPr lang="en-US" sz="2400" b="0" i="0" dirty="0">
                <a:effectLst/>
              </a:rPr>
              <a:t> and its source code is available to the public for </a:t>
            </a:r>
            <a:r>
              <a:rPr lang="en-US" sz="2400" b="1" i="0" dirty="0">
                <a:effectLst/>
              </a:rPr>
              <a:t>free</a:t>
            </a:r>
          </a:p>
          <a:p>
            <a:pPr>
              <a:lnSpc>
                <a:spcPct val="150000"/>
              </a:lnSpc>
            </a:pPr>
            <a:r>
              <a:rPr lang="en-US" sz="2400" b="1" dirty="0"/>
              <a:t>Portable: </a:t>
            </a:r>
            <a:r>
              <a:rPr lang="en-US" sz="2400" b="0" i="0" dirty="0">
                <a:effectLst/>
              </a:rPr>
              <a:t>Code you write on Windows can be transferred to Mac as it is and the other way around</a:t>
            </a:r>
          </a:p>
          <a:p>
            <a:pPr>
              <a:lnSpc>
                <a:spcPct val="150000"/>
              </a:lnSpc>
            </a:pPr>
            <a:r>
              <a:rPr lang="en-US" sz="2400" b="0" i="0" dirty="0">
                <a:effectLst/>
              </a:rPr>
              <a:t>Come with an excellent library of tools to help you write programs quickly and easily.</a:t>
            </a:r>
            <a:endParaRPr lang="en-IE" sz="2400" dirty="0"/>
          </a:p>
        </p:txBody>
      </p:sp>
    </p:spTree>
    <p:extLst>
      <p:ext uri="{BB962C8B-B14F-4D97-AF65-F5344CB8AC3E}">
        <p14:creationId xmlns:p14="http://schemas.microsoft.com/office/powerpoint/2010/main" val="525146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8B787740-93F4-4DB2-AAF4-7F0107BA3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00063"/>
            <a:ext cx="11430000" cy="585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295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DC7C-ACD3-4694-BA54-A143209F5B03}"/>
              </a:ext>
            </a:extLst>
          </p:cNvPr>
          <p:cNvSpPr>
            <a:spLocks noGrp="1"/>
          </p:cNvSpPr>
          <p:nvPr>
            <p:ph type="title"/>
          </p:nvPr>
        </p:nvSpPr>
        <p:spPr/>
        <p:txBody>
          <a:bodyPr>
            <a:normAutofit/>
          </a:bodyPr>
          <a:lstStyle/>
          <a:p>
            <a:r>
              <a:rPr lang="en-IE" sz="5400" dirty="0"/>
              <a:t>Recap from last Class</a:t>
            </a:r>
          </a:p>
        </p:txBody>
      </p:sp>
      <p:sp>
        <p:nvSpPr>
          <p:cNvPr id="3" name="Content Placeholder 2">
            <a:extLst>
              <a:ext uri="{FF2B5EF4-FFF2-40B4-BE49-F238E27FC236}">
                <a16:creationId xmlns:a16="http://schemas.microsoft.com/office/drawing/2014/main" id="{432D2D2A-9E7A-48A4-8FCE-45F7A36F66C6}"/>
              </a:ext>
            </a:extLst>
          </p:cNvPr>
          <p:cNvSpPr>
            <a:spLocks noGrp="1"/>
          </p:cNvSpPr>
          <p:nvPr>
            <p:ph idx="1"/>
          </p:nvPr>
        </p:nvSpPr>
        <p:spPr/>
        <p:txBody>
          <a:bodyPr>
            <a:normAutofit fontScale="92500" lnSpcReduction="10000"/>
          </a:bodyPr>
          <a:lstStyle/>
          <a:p>
            <a:r>
              <a:rPr lang="en-IE" sz="3600" dirty="0"/>
              <a:t>In your documents, create a folder called computer Science. In the computer </a:t>
            </a:r>
            <a:r>
              <a:rPr lang="en-IE" sz="3600" dirty="0" err="1"/>
              <a:t>Computer</a:t>
            </a:r>
            <a:r>
              <a:rPr lang="en-IE" sz="3600" dirty="0"/>
              <a:t> Science folder create a folder called python</a:t>
            </a:r>
          </a:p>
          <a:p>
            <a:r>
              <a:rPr lang="en-IE" sz="3600" dirty="0"/>
              <a:t>Open </a:t>
            </a:r>
            <a:r>
              <a:rPr lang="en-IE" sz="3600" dirty="0" err="1"/>
              <a:t>Thonny</a:t>
            </a:r>
            <a:r>
              <a:rPr lang="en-IE" sz="3600" dirty="0"/>
              <a:t> Python</a:t>
            </a:r>
          </a:p>
          <a:p>
            <a:r>
              <a:rPr lang="en-IE" sz="3600" dirty="0"/>
              <a:t>Create a new file</a:t>
            </a:r>
          </a:p>
          <a:p>
            <a:r>
              <a:rPr lang="en-IE" sz="3600" dirty="0"/>
              <a:t>Save the file as String.py in the folder                             OneDrive\Computer Science\Python</a:t>
            </a:r>
          </a:p>
        </p:txBody>
      </p:sp>
    </p:spTree>
    <p:extLst>
      <p:ext uri="{BB962C8B-B14F-4D97-AF65-F5344CB8AC3E}">
        <p14:creationId xmlns:p14="http://schemas.microsoft.com/office/powerpoint/2010/main" val="215974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867E-9B3E-47F2-B540-33DFCA0884FA}"/>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Printing</a:t>
            </a:r>
            <a:endParaRPr lang="en-US"/>
          </a:p>
        </p:txBody>
      </p:sp>
      <p:sp>
        <p:nvSpPr>
          <p:cNvPr id="3" name="Content Placeholder 2">
            <a:extLst>
              <a:ext uri="{FF2B5EF4-FFF2-40B4-BE49-F238E27FC236}">
                <a16:creationId xmlns:a16="http://schemas.microsoft.com/office/drawing/2014/main" id="{D4D09C37-EFAB-43E5-8F91-B46764C58F5E}"/>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cs typeface="Calibri"/>
              </a:rPr>
              <a:t>When writing scripts, your outcomes aren't printed on the terminal.</a:t>
            </a:r>
          </a:p>
          <a:p>
            <a:r>
              <a:rPr lang="en-US">
                <a:cs typeface="Calibri"/>
              </a:rPr>
              <a:t>Thus, you must print them yourself with the print() function.</a:t>
            </a:r>
          </a:p>
          <a:p>
            <a:r>
              <a:rPr lang="en-US">
                <a:cs typeface="Calibri"/>
              </a:rPr>
              <a:t>Beware to not mix up the different type of variables!</a:t>
            </a:r>
          </a:p>
        </p:txBody>
      </p:sp>
      <p:pic>
        <p:nvPicPr>
          <p:cNvPr id="4" name="Picture 9" descr="A screenshot of a cell phone&#10;&#10;Description generated with very high confidence">
            <a:extLst>
              <a:ext uri="{FF2B5EF4-FFF2-40B4-BE49-F238E27FC236}">
                <a16:creationId xmlns:a16="http://schemas.microsoft.com/office/drawing/2014/main" id="{2AAA774D-C7C2-4ADB-8F72-A9BE8EB9841C}"/>
              </a:ext>
            </a:extLst>
          </p:cNvPr>
          <p:cNvPicPr>
            <a:picLocks noChangeAspect="1"/>
          </p:cNvPicPr>
          <p:nvPr/>
        </p:nvPicPr>
        <p:blipFill>
          <a:blip r:embed="rId2"/>
          <a:stretch>
            <a:fillRect/>
          </a:stretch>
        </p:blipFill>
        <p:spPr>
          <a:xfrm>
            <a:off x="1177477" y="4001294"/>
            <a:ext cx="8646015" cy="2323414"/>
          </a:xfrm>
          <a:prstGeom prst="rect">
            <a:avLst/>
          </a:prstGeom>
        </p:spPr>
      </p:pic>
    </p:spTree>
    <p:extLst>
      <p:ext uri="{BB962C8B-B14F-4D97-AF65-F5344CB8AC3E}">
        <p14:creationId xmlns:p14="http://schemas.microsoft.com/office/powerpoint/2010/main" val="2088384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A427B-9960-4D1B-A072-F37FD611C94B}"/>
              </a:ext>
            </a:extLst>
          </p:cNvPr>
          <p:cNvSpPr>
            <a:spLocks noGrp="1"/>
          </p:cNvSpPr>
          <p:nvPr>
            <p:ph type="title"/>
          </p:nvPr>
        </p:nvSpPr>
        <p:spPr/>
        <p:txBody>
          <a:bodyPr/>
          <a:lstStyle/>
          <a:p>
            <a:r>
              <a:rPr lang="en-IE" dirty="0"/>
              <a:t>Control of Flow</a:t>
            </a:r>
          </a:p>
        </p:txBody>
      </p:sp>
      <p:pic>
        <p:nvPicPr>
          <p:cNvPr id="5" name="Content Placeholder 4">
            <a:extLst>
              <a:ext uri="{FF2B5EF4-FFF2-40B4-BE49-F238E27FC236}">
                <a16:creationId xmlns:a16="http://schemas.microsoft.com/office/drawing/2014/main" id="{B47D0F14-0066-43A0-9F4A-DBF2ED55A319}"/>
              </a:ext>
            </a:extLst>
          </p:cNvPr>
          <p:cNvPicPr>
            <a:picLocks noGrp="1" noChangeAspect="1"/>
          </p:cNvPicPr>
          <p:nvPr>
            <p:ph idx="1"/>
          </p:nvPr>
        </p:nvPicPr>
        <p:blipFill>
          <a:blip r:embed="rId2"/>
          <a:stretch>
            <a:fillRect/>
          </a:stretch>
        </p:blipFill>
        <p:spPr>
          <a:xfrm>
            <a:off x="641037" y="2002666"/>
            <a:ext cx="9880826" cy="3143216"/>
          </a:xfrm>
        </p:spPr>
      </p:pic>
    </p:spTree>
    <p:extLst>
      <p:ext uri="{BB962C8B-B14F-4D97-AF65-F5344CB8AC3E}">
        <p14:creationId xmlns:p14="http://schemas.microsoft.com/office/powerpoint/2010/main" val="2419304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C9C0-EA1C-4B35-B1CD-70A87F5E279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Strings</a:t>
            </a:r>
            <a:endParaRPr lang="en-US"/>
          </a:p>
        </p:txBody>
      </p:sp>
      <p:sp>
        <p:nvSpPr>
          <p:cNvPr id="3" name="Content Placeholder 2">
            <a:extLst>
              <a:ext uri="{FF2B5EF4-FFF2-40B4-BE49-F238E27FC236}">
                <a16:creationId xmlns:a16="http://schemas.microsoft.com/office/drawing/2014/main" id="{6D2FFF02-631A-4C0B-92EC-0B60F0CF35C3}"/>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cs typeface="Calibri"/>
            </a:endParaRPr>
          </a:p>
        </p:txBody>
      </p:sp>
      <p:pic>
        <p:nvPicPr>
          <p:cNvPr id="5" name="Picture 4">
            <a:extLst>
              <a:ext uri="{FF2B5EF4-FFF2-40B4-BE49-F238E27FC236}">
                <a16:creationId xmlns:a16="http://schemas.microsoft.com/office/drawing/2014/main" id="{B3EAA4A6-D3CB-48F7-B595-0A3EE6541102}"/>
              </a:ext>
            </a:extLst>
          </p:cNvPr>
          <p:cNvPicPr>
            <a:picLocks noChangeAspect="1"/>
          </p:cNvPicPr>
          <p:nvPr/>
        </p:nvPicPr>
        <p:blipFill>
          <a:blip r:embed="rId2"/>
          <a:stretch>
            <a:fillRect/>
          </a:stretch>
        </p:blipFill>
        <p:spPr>
          <a:xfrm>
            <a:off x="712940" y="1825625"/>
            <a:ext cx="10410173" cy="1572430"/>
          </a:xfrm>
          <a:prstGeom prst="rect">
            <a:avLst/>
          </a:prstGeom>
        </p:spPr>
      </p:pic>
      <p:sp>
        <p:nvSpPr>
          <p:cNvPr id="6" name="TextBox 5">
            <a:extLst>
              <a:ext uri="{FF2B5EF4-FFF2-40B4-BE49-F238E27FC236}">
                <a16:creationId xmlns:a16="http://schemas.microsoft.com/office/drawing/2014/main" id="{E99CBB4A-27B6-422A-97DC-29200738A206}"/>
              </a:ext>
            </a:extLst>
          </p:cNvPr>
          <p:cNvSpPr txBox="1"/>
          <p:nvPr/>
        </p:nvSpPr>
        <p:spPr>
          <a:xfrm>
            <a:off x="1139868" y="3670126"/>
            <a:ext cx="10213932" cy="279089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E" sz="2400" dirty="0"/>
              <a:t>Strings are </a:t>
            </a:r>
            <a:r>
              <a:rPr lang="en-IE" sz="2400" b="1" dirty="0"/>
              <a:t>enclosed </a:t>
            </a:r>
            <a:r>
              <a:rPr lang="en-IE" sz="2400" dirty="0"/>
              <a:t>by 2 quotation marks “ ”</a:t>
            </a:r>
          </a:p>
          <a:p>
            <a:pPr marL="285750" indent="-285750">
              <a:lnSpc>
                <a:spcPct val="150000"/>
              </a:lnSpc>
              <a:buFont typeface="Arial" panose="020B0604020202020204" pitchFamily="34" charset="0"/>
              <a:buChar char="•"/>
            </a:pPr>
            <a:r>
              <a:rPr lang="en-IE" sz="2400" dirty="0"/>
              <a:t>print(“hello world”)</a:t>
            </a:r>
          </a:p>
          <a:p>
            <a:pPr marL="285750" indent="-285750">
              <a:lnSpc>
                <a:spcPct val="150000"/>
              </a:lnSpc>
              <a:buFont typeface="Arial" panose="020B0604020202020204" pitchFamily="34" charset="0"/>
              <a:buChar char="•"/>
            </a:pPr>
            <a:r>
              <a:rPr lang="en-IE" sz="2400" dirty="0"/>
              <a:t>print(“7”)</a:t>
            </a:r>
          </a:p>
          <a:p>
            <a:pPr marL="285750" indent="-285750">
              <a:lnSpc>
                <a:spcPct val="150000"/>
              </a:lnSpc>
              <a:buFont typeface="Arial" panose="020B0604020202020204" pitchFamily="34" charset="0"/>
              <a:buChar char="•"/>
            </a:pPr>
            <a:r>
              <a:rPr lang="en-IE" sz="2400" dirty="0"/>
              <a:t>print(7)</a:t>
            </a:r>
          </a:p>
          <a:p>
            <a:pPr marL="285750" indent="-285750">
              <a:lnSpc>
                <a:spcPct val="150000"/>
              </a:lnSpc>
              <a:buFont typeface="Arial" panose="020B0604020202020204" pitchFamily="34" charset="0"/>
              <a:buChar char="•"/>
            </a:pPr>
            <a:endParaRPr lang="en-IE" sz="2400" b="1" dirty="0"/>
          </a:p>
        </p:txBody>
      </p:sp>
    </p:spTree>
    <p:extLst>
      <p:ext uri="{BB962C8B-B14F-4D97-AF65-F5344CB8AC3E}">
        <p14:creationId xmlns:p14="http://schemas.microsoft.com/office/powerpoint/2010/main" val="729954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DF0E7-2A89-4777-89F6-70FA291386A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Quick quiz</a:t>
            </a:r>
            <a:endParaRPr lang="en-US"/>
          </a:p>
        </p:txBody>
      </p:sp>
      <p:pic>
        <p:nvPicPr>
          <p:cNvPr id="3" name="Picture 4" descr="A close up of a logo&#10;&#10;Description generated with very high confidence">
            <a:extLst>
              <a:ext uri="{FF2B5EF4-FFF2-40B4-BE49-F238E27FC236}">
                <a16:creationId xmlns:a16="http://schemas.microsoft.com/office/drawing/2014/main" id="{A3B10CD1-2FE1-4AA7-97A6-0B0F3BAA8876}"/>
              </a:ext>
            </a:extLst>
          </p:cNvPr>
          <p:cNvPicPr>
            <a:picLocks noChangeAspect="1"/>
          </p:cNvPicPr>
          <p:nvPr/>
        </p:nvPicPr>
        <p:blipFill>
          <a:blip r:embed="rId2"/>
          <a:stretch>
            <a:fillRect/>
          </a:stretch>
        </p:blipFill>
        <p:spPr>
          <a:xfrm>
            <a:off x="835852" y="1941211"/>
            <a:ext cx="9264605" cy="1061433"/>
          </a:xfrm>
          <a:prstGeom prst="rect">
            <a:avLst/>
          </a:prstGeom>
        </p:spPr>
      </p:pic>
      <p:sp>
        <p:nvSpPr>
          <p:cNvPr id="4" name="TextBox 3">
            <a:extLst>
              <a:ext uri="{FF2B5EF4-FFF2-40B4-BE49-F238E27FC236}">
                <a16:creationId xmlns:a16="http://schemas.microsoft.com/office/drawing/2014/main" id="{008870E6-53A4-4F27-A23D-AFD3E34F82F7}"/>
              </a:ext>
            </a:extLst>
          </p:cNvPr>
          <p:cNvSpPr txBox="1"/>
          <p:nvPr/>
        </p:nvSpPr>
        <p:spPr>
          <a:xfrm>
            <a:off x="839272" y="3184301"/>
            <a:ext cx="3966692"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What will be the result</a:t>
            </a:r>
            <a:r>
              <a:rPr lang="en-US" sz="2400">
                <a:cs typeface="Calibri"/>
              </a:rPr>
              <a:t>?</a:t>
            </a:r>
          </a:p>
        </p:txBody>
      </p:sp>
      <p:pic>
        <p:nvPicPr>
          <p:cNvPr id="5" name="Picture 7" descr="A close up of a logo&#10;&#10;Description generated with very high confidence">
            <a:extLst>
              <a:ext uri="{FF2B5EF4-FFF2-40B4-BE49-F238E27FC236}">
                <a16:creationId xmlns:a16="http://schemas.microsoft.com/office/drawing/2014/main" id="{D45566AF-DA6F-444F-BD51-B9A64BB6E1C3}"/>
              </a:ext>
            </a:extLst>
          </p:cNvPr>
          <p:cNvPicPr>
            <a:picLocks noChangeAspect="1"/>
          </p:cNvPicPr>
          <p:nvPr/>
        </p:nvPicPr>
        <p:blipFill>
          <a:blip r:embed="rId3"/>
          <a:stretch>
            <a:fillRect/>
          </a:stretch>
        </p:blipFill>
        <p:spPr>
          <a:xfrm>
            <a:off x="839272" y="3826409"/>
            <a:ext cx="9204100" cy="321352"/>
          </a:xfrm>
          <a:prstGeom prst="rect">
            <a:avLst/>
          </a:prstGeom>
        </p:spPr>
      </p:pic>
    </p:spTree>
    <p:extLst>
      <p:ext uri="{BB962C8B-B14F-4D97-AF65-F5344CB8AC3E}">
        <p14:creationId xmlns:p14="http://schemas.microsoft.com/office/powerpoint/2010/main" val="280541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generated with very high confidence">
            <a:extLst>
              <a:ext uri="{FF2B5EF4-FFF2-40B4-BE49-F238E27FC236}">
                <a16:creationId xmlns:a16="http://schemas.microsoft.com/office/drawing/2014/main" id="{7DE42088-CE92-4D4E-942F-D404BB47DC33}"/>
              </a:ext>
            </a:extLst>
          </p:cNvPr>
          <p:cNvPicPr>
            <a:picLocks noChangeAspect="1"/>
          </p:cNvPicPr>
          <p:nvPr/>
        </p:nvPicPr>
        <p:blipFill>
          <a:blip r:embed="rId3"/>
          <a:stretch>
            <a:fillRect/>
          </a:stretch>
        </p:blipFill>
        <p:spPr>
          <a:xfrm>
            <a:off x="111390" y="1290180"/>
            <a:ext cx="11625498" cy="1720227"/>
          </a:xfrm>
          <a:prstGeom prst="rect">
            <a:avLst/>
          </a:prstGeom>
        </p:spPr>
      </p:pic>
      <p:sp>
        <p:nvSpPr>
          <p:cNvPr id="6" name="TextBox 5">
            <a:extLst>
              <a:ext uri="{FF2B5EF4-FFF2-40B4-BE49-F238E27FC236}">
                <a16:creationId xmlns:a16="http://schemas.microsoft.com/office/drawing/2014/main" id="{0198CE9D-5A32-45E3-BD10-212F287D8078}"/>
              </a:ext>
            </a:extLst>
          </p:cNvPr>
          <p:cNvSpPr txBox="1"/>
          <p:nvPr/>
        </p:nvSpPr>
        <p:spPr>
          <a:xfrm>
            <a:off x="779506" y="457630"/>
            <a:ext cx="9740721" cy="52322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t>Do you see anything</a:t>
            </a:r>
            <a:r>
              <a:rPr lang="en-US" sz="2800" dirty="0">
                <a:cs typeface="Calibri"/>
              </a:rPr>
              <a:t> wrong with this block?</a:t>
            </a:r>
          </a:p>
        </p:txBody>
      </p:sp>
      <p:pic>
        <p:nvPicPr>
          <p:cNvPr id="7" name="Picture 7" descr="A screenshot of a cell phone&#10;&#10;Description generated with high confidence">
            <a:extLst>
              <a:ext uri="{FF2B5EF4-FFF2-40B4-BE49-F238E27FC236}">
                <a16:creationId xmlns:a16="http://schemas.microsoft.com/office/drawing/2014/main" id="{3723E32C-B223-40F6-B120-D0FA58D85EFA}"/>
              </a:ext>
            </a:extLst>
          </p:cNvPr>
          <p:cNvPicPr>
            <a:picLocks noChangeAspect="1"/>
          </p:cNvPicPr>
          <p:nvPr/>
        </p:nvPicPr>
        <p:blipFill>
          <a:blip r:embed="rId4"/>
          <a:stretch>
            <a:fillRect/>
          </a:stretch>
        </p:blipFill>
        <p:spPr>
          <a:xfrm>
            <a:off x="111390" y="3010407"/>
            <a:ext cx="10561766" cy="3152398"/>
          </a:xfrm>
          <a:prstGeom prst="rect">
            <a:avLst/>
          </a:prstGeom>
        </p:spPr>
      </p:pic>
    </p:spTree>
    <p:extLst>
      <p:ext uri="{BB962C8B-B14F-4D97-AF65-F5344CB8AC3E}">
        <p14:creationId xmlns:p14="http://schemas.microsoft.com/office/powerpoint/2010/main" val="214586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51BED-4D41-4654-AD13-2C7D980528C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Strings</a:t>
            </a:r>
          </a:p>
        </p:txBody>
      </p:sp>
      <p:pic>
        <p:nvPicPr>
          <p:cNvPr id="3" name="Picture 4" descr="A screenshot of a cell phone&#10;&#10;Description generated with very high confidence">
            <a:extLst>
              <a:ext uri="{FF2B5EF4-FFF2-40B4-BE49-F238E27FC236}">
                <a16:creationId xmlns:a16="http://schemas.microsoft.com/office/drawing/2014/main" id="{5D5B7034-3DC3-413D-90DE-D13D05FA876F}"/>
              </a:ext>
            </a:extLst>
          </p:cNvPr>
          <p:cNvPicPr>
            <a:picLocks noChangeAspect="1"/>
          </p:cNvPicPr>
          <p:nvPr/>
        </p:nvPicPr>
        <p:blipFill>
          <a:blip r:embed="rId2"/>
          <a:stretch>
            <a:fillRect/>
          </a:stretch>
        </p:blipFill>
        <p:spPr>
          <a:xfrm>
            <a:off x="487020" y="2024455"/>
            <a:ext cx="10866780" cy="3468569"/>
          </a:xfrm>
          <a:prstGeom prst="rect">
            <a:avLst/>
          </a:prstGeom>
        </p:spPr>
      </p:pic>
    </p:spTree>
    <p:extLst>
      <p:ext uri="{BB962C8B-B14F-4D97-AF65-F5344CB8AC3E}">
        <p14:creationId xmlns:p14="http://schemas.microsoft.com/office/powerpoint/2010/main" val="3905793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C8DA1-2A46-401C-BF99-91AEB44CECC7}"/>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Another more generic way to fix it</a:t>
            </a:r>
            <a:endParaRPr lang="en-US"/>
          </a:p>
        </p:txBody>
      </p:sp>
      <p:pic>
        <p:nvPicPr>
          <p:cNvPr id="3" name="Picture 5" descr="A close up of a logo&#10;&#10;Description generated with very high confidence">
            <a:extLst>
              <a:ext uri="{FF2B5EF4-FFF2-40B4-BE49-F238E27FC236}">
                <a16:creationId xmlns:a16="http://schemas.microsoft.com/office/drawing/2014/main" id="{DE3195D5-A5A4-482C-AF0E-E8E812AF1534}"/>
              </a:ext>
            </a:extLst>
          </p:cNvPr>
          <p:cNvPicPr>
            <a:picLocks noChangeAspect="1"/>
          </p:cNvPicPr>
          <p:nvPr/>
        </p:nvPicPr>
        <p:blipFill>
          <a:blip r:embed="rId2"/>
          <a:stretch>
            <a:fillRect/>
          </a:stretch>
        </p:blipFill>
        <p:spPr>
          <a:xfrm>
            <a:off x="841822" y="1865214"/>
            <a:ext cx="8973623" cy="1631993"/>
          </a:xfrm>
          <a:prstGeom prst="rect">
            <a:avLst/>
          </a:prstGeom>
        </p:spPr>
      </p:pic>
      <p:sp>
        <p:nvSpPr>
          <p:cNvPr id="4" name="TextBox 3">
            <a:extLst>
              <a:ext uri="{FF2B5EF4-FFF2-40B4-BE49-F238E27FC236}">
                <a16:creationId xmlns:a16="http://schemas.microsoft.com/office/drawing/2014/main" id="{6943FE6C-0872-4151-9F98-AC427BAAF3EA}"/>
              </a:ext>
            </a:extLst>
          </p:cNvPr>
          <p:cNvSpPr txBox="1"/>
          <p:nvPr/>
        </p:nvSpPr>
        <p:spPr>
          <a:xfrm>
            <a:off x="839272" y="3817512"/>
            <a:ext cx="9311425" cy="954107"/>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If we comma separate statements in a print function we can have different variables printing</a:t>
            </a:r>
            <a:r>
              <a:rPr lang="en-US" sz="2800">
                <a:cs typeface="Calibri"/>
              </a:rPr>
              <a:t>!</a:t>
            </a:r>
          </a:p>
        </p:txBody>
      </p:sp>
    </p:spTree>
    <p:extLst>
      <p:ext uri="{BB962C8B-B14F-4D97-AF65-F5344CB8AC3E}">
        <p14:creationId xmlns:p14="http://schemas.microsoft.com/office/powerpoint/2010/main" val="1399097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D371-AA51-443F-8D28-30727B745FDD}"/>
              </a:ext>
            </a:extLst>
          </p:cNvPr>
          <p:cNvSpPr>
            <a:spLocks noGrp="1"/>
          </p:cNvSpPr>
          <p:nvPr>
            <p:ph type="title"/>
          </p:nvPr>
        </p:nvSpPr>
        <p:spPr/>
        <p:txBody>
          <a:bodyPr/>
          <a:lstStyle/>
          <a:p>
            <a:r>
              <a:rPr lang="en-IE" dirty="0"/>
              <a:t>Escape Characters</a:t>
            </a:r>
          </a:p>
        </p:txBody>
      </p:sp>
      <p:pic>
        <p:nvPicPr>
          <p:cNvPr id="5" name="Content Placeholder 4">
            <a:extLst>
              <a:ext uri="{FF2B5EF4-FFF2-40B4-BE49-F238E27FC236}">
                <a16:creationId xmlns:a16="http://schemas.microsoft.com/office/drawing/2014/main" id="{445ED0DB-CF10-4260-8360-5A9996485C73}"/>
              </a:ext>
            </a:extLst>
          </p:cNvPr>
          <p:cNvPicPr>
            <a:picLocks noGrp="1" noChangeAspect="1"/>
          </p:cNvPicPr>
          <p:nvPr>
            <p:ph idx="1"/>
          </p:nvPr>
        </p:nvPicPr>
        <p:blipFill>
          <a:blip r:embed="rId3"/>
          <a:stretch>
            <a:fillRect/>
          </a:stretch>
        </p:blipFill>
        <p:spPr>
          <a:xfrm>
            <a:off x="1206739" y="1853248"/>
            <a:ext cx="9404722" cy="4015366"/>
          </a:xfrm>
        </p:spPr>
      </p:pic>
    </p:spTree>
    <p:extLst>
      <p:ext uri="{BB962C8B-B14F-4D97-AF65-F5344CB8AC3E}">
        <p14:creationId xmlns:p14="http://schemas.microsoft.com/office/powerpoint/2010/main" val="420076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D37A-60F1-4CC0-959B-1614A64553FB}"/>
              </a:ext>
            </a:extLst>
          </p:cNvPr>
          <p:cNvSpPr>
            <a:spLocks noGrp="1"/>
          </p:cNvSpPr>
          <p:nvPr>
            <p:ph type="title"/>
          </p:nvPr>
        </p:nvSpPr>
        <p:spPr/>
        <p:txBody>
          <a:bodyPr/>
          <a:lstStyle/>
          <a:p>
            <a:r>
              <a:rPr lang="en-IE" dirty="0"/>
              <a:t>Create a program that prints this out. </a:t>
            </a:r>
          </a:p>
        </p:txBody>
      </p:sp>
      <p:pic>
        <p:nvPicPr>
          <p:cNvPr id="5" name="Content Placeholder 4">
            <a:extLst>
              <a:ext uri="{FF2B5EF4-FFF2-40B4-BE49-F238E27FC236}">
                <a16:creationId xmlns:a16="http://schemas.microsoft.com/office/drawing/2014/main" id="{2D817340-856F-4A2F-9F98-4BF56F66BAA7}"/>
              </a:ext>
            </a:extLst>
          </p:cNvPr>
          <p:cNvPicPr>
            <a:picLocks noGrp="1" noChangeAspect="1"/>
          </p:cNvPicPr>
          <p:nvPr>
            <p:ph idx="1"/>
          </p:nvPr>
        </p:nvPicPr>
        <p:blipFill>
          <a:blip r:embed="rId2"/>
          <a:stretch>
            <a:fillRect/>
          </a:stretch>
        </p:blipFill>
        <p:spPr>
          <a:xfrm>
            <a:off x="2141166" y="1475169"/>
            <a:ext cx="3657600" cy="3529584"/>
          </a:xfrm>
        </p:spPr>
      </p:pic>
    </p:spTree>
    <p:extLst>
      <p:ext uri="{BB962C8B-B14F-4D97-AF65-F5344CB8AC3E}">
        <p14:creationId xmlns:p14="http://schemas.microsoft.com/office/powerpoint/2010/main" val="3560241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F996-EFD6-4EBA-B7BD-F38E5722BF1E}"/>
              </a:ext>
            </a:extLst>
          </p:cNvPr>
          <p:cNvSpPr>
            <a:spLocks noGrp="1"/>
          </p:cNvSpPr>
          <p:nvPr>
            <p:ph type="title"/>
          </p:nvPr>
        </p:nvSpPr>
        <p:spPr/>
        <p:txBody>
          <a:bodyPr/>
          <a:lstStyle/>
          <a:p>
            <a:r>
              <a:rPr lang="en-IE" dirty="0"/>
              <a:t>Indentation</a:t>
            </a:r>
          </a:p>
        </p:txBody>
      </p:sp>
      <p:pic>
        <p:nvPicPr>
          <p:cNvPr id="5" name="Content Placeholder 4">
            <a:extLst>
              <a:ext uri="{FF2B5EF4-FFF2-40B4-BE49-F238E27FC236}">
                <a16:creationId xmlns:a16="http://schemas.microsoft.com/office/drawing/2014/main" id="{9B457210-3990-41C5-A532-754535AD47FB}"/>
              </a:ext>
            </a:extLst>
          </p:cNvPr>
          <p:cNvPicPr>
            <a:picLocks noGrp="1" noChangeAspect="1"/>
          </p:cNvPicPr>
          <p:nvPr>
            <p:ph idx="1"/>
          </p:nvPr>
        </p:nvPicPr>
        <p:blipFill>
          <a:blip r:embed="rId2"/>
          <a:stretch>
            <a:fillRect/>
          </a:stretch>
        </p:blipFill>
        <p:spPr>
          <a:xfrm>
            <a:off x="420051" y="2367419"/>
            <a:ext cx="10614237" cy="3670126"/>
          </a:xfrm>
        </p:spPr>
      </p:pic>
    </p:spTree>
    <p:extLst>
      <p:ext uri="{BB962C8B-B14F-4D97-AF65-F5344CB8AC3E}">
        <p14:creationId xmlns:p14="http://schemas.microsoft.com/office/powerpoint/2010/main" val="2356419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F216886-62E2-42BC-AC94-D4503AE269F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cs typeface="Calibri Light"/>
              </a:rPr>
              <a:t>Commenting</a:t>
            </a:r>
            <a:endParaRPr lang="en-US"/>
          </a:p>
        </p:txBody>
      </p:sp>
      <p:sp>
        <p:nvSpPr>
          <p:cNvPr id="10" name="Content Placeholder 2">
            <a:extLst>
              <a:ext uri="{FF2B5EF4-FFF2-40B4-BE49-F238E27FC236}">
                <a16:creationId xmlns:a16="http://schemas.microsoft.com/office/drawing/2014/main" id="{865C9C06-9614-4B34-A70C-ABEAA3B9E835}"/>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Useful when your code needs further explanation. Either for your future self and anybody else.</a:t>
            </a:r>
          </a:p>
          <a:p>
            <a:r>
              <a:rPr lang="en-US">
                <a:cs typeface="Calibri"/>
              </a:rPr>
              <a:t>Useful when you want to remove the code from execution but not permanently</a:t>
            </a:r>
            <a:endParaRPr lang="en-US"/>
          </a:p>
          <a:p>
            <a:r>
              <a:rPr lang="en-US"/>
              <a:t>Comments in Python are done with #</a:t>
            </a:r>
            <a:endParaRPr lang="en-US" dirty="0">
              <a:cs typeface="Calibri"/>
            </a:endParaRPr>
          </a:p>
        </p:txBody>
      </p:sp>
    </p:spTree>
    <p:extLst>
      <p:ext uri="{BB962C8B-B14F-4D97-AF65-F5344CB8AC3E}">
        <p14:creationId xmlns:p14="http://schemas.microsoft.com/office/powerpoint/2010/main" val="3173069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F216886-62E2-42BC-AC94-D4503AE269FD}"/>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cs typeface="Calibri Light"/>
              </a:rPr>
              <a:t>Commenting</a:t>
            </a:r>
            <a:endParaRPr lang="en-US" dirty="0"/>
          </a:p>
        </p:txBody>
      </p:sp>
      <p:sp>
        <p:nvSpPr>
          <p:cNvPr id="10" name="Content Placeholder 2">
            <a:extLst>
              <a:ext uri="{FF2B5EF4-FFF2-40B4-BE49-F238E27FC236}">
                <a16:creationId xmlns:a16="http://schemas.microsoft.com/office/drawing/2014/main" id="{865C9C06-9614-4B34-A70C-ABEAA3B9E835}"/>
              </a:ext>
            </a:extLst>
          </p:cNvPr>
          <p:cNvSpPr txBox="1">
            <a:spLocks/>
          </p:cNvSpPr>
          <p:nvPr/>
        </p:nvSpPr>
        <p:spPr>
          <a:xfrm>
            <a:off x="838200" y="1825625"/>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Useful when your code needs further explanation. Either for your future self and anybody else.</a:t>
            </a:r>
          </a:p>
          <a:p>
            <a:r>
              <a:rPr lang="en-US" dirty="0">
                <a:cs typeface="Calibri"/>
              </a:rPr>
              <a:t>Useful when you want to remove the code from execution but not permanently</a:t>
            </a:r>
            <a:endParaRPr lang="en-US" dirty="0"/>
          </a:p>
          <a:p>
            <a:r>
              <a:rPr lang="en-US" dirty="0"/>
              <a:t>Comments in Python are done with #</a:t>
            </a:r>
            <a:endParaRPr lang="en-US" dirty="0">
              <a:cs typeface="Calibri"/>
            </a:endParaRPr>
          </a:p>
        </p:txBody>
      </p:sp>
    </p:spTree>
    <p:extLst>
      <p:ext uri="{BB962C8B-B14F-4D97-AF65-F5344CB8AC3E}">
        <p14:creationId xmlns:p14="http://schemas.microsoft.com/office/powerpoint/2010/main" val="2097206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60F7AA-C21F-4866-82D8-7578485FA293}"/>
              </a:ext>
            </a:extLst>
          </p:cNvPr>
          <p:cNvPicPr>
            <a:picLocks noChangeAspect="1"/>
          </p:cNvPicPr>
          <p:nvPr/>
        </p:nvPicPr>
        <p:blipFill>
          <a:blip r:embed="rId2"/>
          <a:stretch>
            <a:fillRect/>
          </a:stretch>
        </p:blipFill>
        <p:spPr>
          <a:xfrm>
            <a:off x="1207619" y="1941534"/>
            <a:ext cx="9439504" cy="4178452"/>
          </a:xfrm>
          <a:prstGeom prst="rect">
            <a:avLst/>
          </a:prstGeom>
        </p:spPr>
      </p:pic>
      <p:sp>
        <p:nvSpPr>
          <p:cNvPr id="4" name="Title 1">
            <a:extLst>
              <a:ext uri="{FF2B5EF4-FFF2-40B4-BE49-F238E27FC236}">
                <a16:creationId xmlns:a16="http://schemas.microsoft.com/office/drawing/2014/main" id="{B266DAC4-9E86-4BA3-98C8-AB362B119CBF}"/>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cs typeface="Calibri Light"/>
              </a:rPr>
              <a:t>Commenting</a:t>
            </a:r>
            <a:endParaRPr lang="en-US" dirty="0"/>
          </a:p>
        </p:txBody>
      </p:sp>
    </p:spTree>
    <p:extLst>
      <p:ext uri="{BB962C8B-B14F-4D97-AF65-F5344CB8AC3E}">
        <p14:creationId xmlns:p14="http://schemas.microsoft.com/office/powerpoint/2010/main" val="2667301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8637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a24f1cd-5e3a-428d-a962-0c0266cdec1f">
      <Terms xmlns="http://schemas.microsoft.com/office/infopath/2007/PartnerControls"/>
    </lcf76f155ced4ddcb4097134ff3c332f>
    <TaxCatchAll xmlns="2522d011-583a-4cec-893b-a3e4ebe7a88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A4AA84E-37C8-45FB-BA58-097F13082CBB}"/>
</file>

<file path=customXml/itemProps2.xml><?xml version="1.0" encoding="utf-8"?>
<ds:datastoreItem xmlns:ds="http://schemas.openxmlformats.org/officeDocument/2006/customXml" ds:itemID="{020A461F-42CE-4E73-B1D0-30FF66BCD765}"/>
</file>

<file path=customXml/itemProps3.xml><?xml version="1.0" encoding="utf-8"?>
<ds:datastoreItem xmlns:ds="http://schemas.openxmlformats.org/officeDocument/2006/customXml" ds:itemID="{449FB5B2-3B42-47E9-A010-FCEEFD341153}"/>
</file>

<file path=docProps/app.xml><?xml version="1.0" encoding="utf-8"?>
<Properties xmlns="http://schemas.openxmlformats.org/officeDocument/2006/extended-properties" xmlns:vt="http://schemas.openxmlformats.org/officeDocument/2006/docPropsVTypes">
  <Template>Ion</Template>
  <TotalTime>0</TotalTime>
  <Words>759</Words>
  <Application>Microsoft Office PowerPoint</Application>
  <PresentationFormat>Widescreen</PresentationFormat>
  <Paragraphs>93</Paragraphs>
  <Slides>23</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Century Gothic</vt:lpstr>
      <vt:lpstr>Wingdings 3</vt:lpstr>
      <vt:lpstr>Ion</vt:lpstr>
      <vt:lpstr>Introduction To Python</vt:lpstr>
      <vt:lpstr>Learning Intentions </vt:lpstr>
      <vt:lpstr>High Level vs Low Level languages</vt:lpstr>
      <vt:lpstr>High Level vs Low Level languages</vt:lpstr>
      <vt:lpstr>PowerPoint Presentation</vt:lpstr>
      <vt:lpstr>PowerPoint Presentation</vt:lpstr>
      <vt:lpstr>PowerPoint Presentation</vt:lpstr>
      <vt:lpstr>PowerPoint Presentation</vt:lpstr>
      <vt:lpstr>Recap from last Class</vt:lpstr>
      <vt:lpstr>PowerPoint Presentation</vt:lpstr>
      <vt:lpstr>Control of Flow</vt:lpstr>
      <vt:lpstr>PowerPoint Presentation</vt:lpstr>
      <vt:lpstr>PowerPoint Presentation</vt:lpstr>
      <vt:lpstr>PowerPoint Presentation</vt:lpstr>
      <vt:lpstr>PowerPoint Presentation</vt:lpstr>
      <vt:lpstr>PowerPoint Presentation</vt:lpstr>
      <vt:lpstr>Escape Characters</vt:lpstr>
      <vt:lpstr>Create a program that prints this out. </vt:lpstr>
      <vt:lpstr>Indentation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dc:title>
  <dc:creator>Pauline Smyth</dc:creator>
  <cp:lastModifiedBy>Pauline Smyth</cp:lastModifiedBy>
  <cp:revision>5</cp:revision>
  <dcterms:created xsi:type="dcterms:W3CDTF">2021-09-02T05:46:51Z</dcterms:created>
  <dcterms:modified xsi:type="dcterms:W3CDTF">2022-11-15T09:20:46Z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ies>
</file>