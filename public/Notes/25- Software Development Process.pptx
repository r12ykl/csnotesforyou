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2" r:id="rId5"/>
    <p:sldId id="274" r:id="rId6"/>
    <p:sldId id="273" r:id="rId7"/>
    <p:sldId id="282" r:id="rId8"/>
    <p:sldId id="268" r:id="rId9"/>
    <p:sldId id="275" r:id="rId10"/>
    <p:sldId id="283" r:id="rId11"/>
    <p:sldId id="276" r:id="rId12"/>
    <p:sldId id="290" r:id="rId13"/>
    <p:sldId id="291" r:id="rId14"/>
    <p:sldId id="277" r:id="rId15"/>
    <p:sldId id="284" r:id="rId16"/>
    <p:sldId id="285" r:id="rId17"/>
    <p:sldId id="286" r:id="rId18"/>
    <p:sldId id="287" r:id="rId19"/>
    <p:sldId id="289" r:id="rId20"/>
    <p:sldId id="278" r:id="rId21"/>
    <p:sldId id="297" r:id="rId22"/>
    <p:sldId id="298" r:id="rId23"/>
    <p:sldId id="293" r:id="rId24"/>
    <p:sldId id="300" r:id="rId25"/>
    <p:sldId id="299" r:id="rId26"/>
    <p:sldId id="294" r:id="rId27"/>
    <p:sldId id="302" r:id="rId28"/>
    <p:sldId id="301" r:id="rId29"/>
    <p:sldId id="279" r:id="rId30"/>
    <p:sldId id="280" r:id="rId31"/>
    <p:sldId id="309" r:id="rId32"/>
    <p:sldId id="310" r:id="rId33"/>
    <p:sldId id="311" r:id="rId34"/>
    <p:sldId id="312" r:id="rId35"/>
    <p:sldId id="313" r:id="rId36"/>
    <p:sldId id="314" r:id="rId37"/>
    <p:sldId id="315" r:id="rId38"/>
    <p:sldId id="303" r:id="rId39"/>
    <p:sldId id="304" r:id="rId40"/>
    <p:sldId id="306" r:id="rId41"/>
    <p:sldId id="307" r:id="rId42"/>
    <p:sldId id="305" r:id="rId43"/>
    <p:sldId id="30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1D038E-DB1E-4773-B4B8-4A94060C9575}" v="2" dt="2024-04-29T11:19:50.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e Smyth" userId="S::psmyth.spc@lmetb.ie::de5ce227-53e3-42c9-b7e0-2fb7785ba6f5" providerId="AD" clId="Web-{E68B03B9-9F51-67B3-94C0-0620DBF23C68}"/>
    <pc:docChg chg="addSld modSld sldOrd">
      <pc:chgData name="Pauline Smyth" userId="S::psmyth.spc@lmetb.ie::de5ce227-53e3-42c9-b7e0-2fb7785ba6f5" providerId="AD" clId="Web-{E68B03B9-9F51-67B3-94C0-0620DBF23C68}" dt="2024-04-25T09:08:42.905" v="1064" actId="20577"/>
      <pc:docMkLst>
        <pc:docMk/>
      </pc:docMkLst>
      <pc:sldChg chg="modSp">
        <pc:chgData name="Pauline Smyth" userId="S::psmyth.spc@lmetb.ie::de5ce227-53e3-42c9-b7e0-2fb7785ba6f5" providerId="AD" clId="Web-{E68B03B9-9F51-67B3-94C0-0620DBF23C68}" dt="2024-04-25T09:00:42.063" v="634" actId="20577"/>
        <pc:sldMkLst>
          <pc:docMk/>
          <pc:sldMk cId="4175178460" sldId="277"/>
        </pc:sldMkLst>
        <pc:spChg chg="mod">
          <ac:chgData name="Pauline Smyth" userId="S::psmyth.spc@lmetb.ie::de5ce227-53e3-42c9-b7e0-2fb7785ba6f5" providerId="AD" clId="Web-{E68B03B9-9F51-67B3-94C0-0620DBF23C68}" dt="2024-04-25T09:00:42.063" v="634" actId="20577"/>
          <ac:spMkLst>
            <pc:docMk/>
            <pc:sldMk cId="4175178460" sldId="277"/>
            <ac:spMk id="3" creationId="{6989E06F-71AB-D93A-3EF7-4C8FEB1D3B86}"/>
          </ac:spMkLst>
        </pc:spChg>
      </pc:sldChg>
      <pc:sldChg chg="modSp">
        <pc:chgData name="Pauline Smyth" userId="S::psmyth.spc@lmetb.ie::de5ce227-53e3-42c9-b7e0-2fb7785ba6f5" providerId="AD" clId="Web-{E68B03B9-9F51-67B3-94C0-0620DBF23C68}" dt="2024-04-25T08:16:41.815" v="46" actId="20577"/>
        <pc:sldMkLst>
          <pc:docMk/>
          <pc:sldMk cId="1521228233" sldId="278"/>
        </pc:sldMkLst>
        <pc:spChg chg="mod">
          <ac:chgData name="Pauline Smyth" userId="S::psmyth.spc@lmetb.ie::de5ce227-53e3-42c9-b7e0-2fb7785ba6f5" providerId="AD" clId="Web-{E68B03B9-9F51-67B3-94C0-0620DBF23C68}" dt="2024-04-25T08:16:41.815" v="46" actId="20577"/>
          <ac:spMkLst>
            <pc:docMk/>
            <pc:sldMk cId="1521228233" sldId="278"/>
            <ac:spMk id="3" creationId="{6989E06F-71AB-D93A-3EF7-4C8FEB1D3B86}"/>
          </ac:spMkLst>
        </pc:spChg>
      </pc:sldChg>
      <pc:sldChg chg="modSp">
        <pc:chgData name="Pauline Smyth" userId="S::psmyth.spc@lmetb.ie::de5ce227-53e3-42c9-b7e0-2fb7785ba6f5" providerId="AD" clId="Web-{E68B03B9-9F51-67B3-94C0-0620DBF23C68}" dt="2024-04-25T09:08:42.905" v="1064" actId="20577"/>
        <pc:sldMkLst>
          <pc:docMk/>
          <pc:sldMk cId="547095005" sldId="284"/>
        </pc:sldMkLst>
        <pc:spChg chg="mod">
          <ac:chgData name="Pauline Smyth" userId="S::psmyth.spc@lmetb.ie::de5ce227-53e3-42c9-b7e0-2fb7785ba6f5" providerId="AD" clId="Web-{E68B03B9-9F51-67B3-94C0-0620DBF23C68}" dt="2024-04-25T09:08:42.905" v="1064" actId="20577"/>
          <ac:spMkLst>
            <pc:docMk/>
            <pc:sldMk cId="547095005" sldId="284"/>
            <ac:spMk id="3" creationId="{6989E06F-71AB-D93A-3EF7-4C8FEB1D3B86}"/>
          </ac:spMkLst>
        </pc:spChg>
      </pc:sldChg>
      <pc:sldChg chg="addSp delSp modSp new mod ord setBg">
        <pc:chgData name="Pauline Smyth" userId="S::psmyth.spc@lmetb.ie::de5ce227-53e3-42c9-b7e0-2fb7785ba6f5" providerId="AD" clId="Web-{E68B03B9-9F51-67B3-94C0-0620DBF23C68}" dt="2024-04-25T08:42:46.454" v="215" actId="14100"/>
        <pc:sldMkLst>
          <pc:docMk/>
          <pc:sldMk cId="1371097163" sldId="290"/>
        </pc:sldMkLst>
        <pc:spChg chg="mod">
          <ac:chgData name="Pauline Smyth" userId="S::psmyth.spc@lmetb.ie::de5ce227-53e3-42c9-b7e0-2fb7785ba6f5" providerId="AD" clId="Web-{E68B03B9-9F51-67B3-94C0-0620DBF23C68}" dt="2024-04-25T08:42:41.422" v="214"/>
          <ac:spMkLst>
            <pc:docMk/>
            <pc:sldMk cId="1371097163" sldId="290"/>
            <ac:spMk id="2" creationId="{7E23BD48-EEFD-57E4-1684-F647EAB0959D}"/>
          </ac:spMkLst>
        </pc:spChg>
        <pc:spChg chg="mod">
          <ac:chgData name="Pauline Smyth" userId="S::psmyth.spc@lmetb.ie::de5ce227-53e3-42c9-b7e0-2fb7785ba6f5" providerId="AD" clId="Web-{E68B03B9-9F51-67B3-94C0-0620DBF23C68}" dt="2024-04-25T08:42:41.422" v="214"/>
          <ac:spMkLst>
            <pc:docMk/>
            <pc:sldMk cId="1371097163" sldId="290"/>
            <ac:spMk id="3" creationId="{1CB01C78-B46F-B12C-D368-A112042F5F28}"/>
          </ac:spMkLst>
        </pc:spChg>
        <pc:spChg chg="add del">
          <ac:chgData name="Pauline Smyth" userId="S::psmyth.spc@lmetb.ie::de5ce227-53e3-42c9-b7e0-2fb7785ba6f5" providerId="AD" clId="Web-{E68B03B9-9F51-67B3-94C0-0620DBF23C68}" dt="2024-04-25T08:42:41.422" v="214"/>
          <ac:spMkLst>
            <pc:docMk/>
            <pc:sldMk cId="1371097163" sldId="290"/>
            <ac:spMk id="9" creationId="{7FF47CB7-972F-479F-A36D-9E72D26EC8DA}"/>
          </ac:spMkLst>
        </pc:spChg>
        <pc:spChg chg="add del">
          <ac:chgData name="Pauline Smyth" userId="S::psmyth.spc@lmetb.ie::de5ce227-53e3-42c9-b7e0-2fb7785ba6f5" providerId="AD" clId="Web-{E68B03B9-9F51-67B3-94C0-0620DBF23C68}" dt="2024-04-25T08:42:41.422" v="214"/>
          <ac:spMkLst>
            <pc:docMk/>
            <pc:sldMk cId="1371097163" sldId="290"/>
            <ac:spMk id="11" creationId="{0D153B68-5844-490D-8E67-F616D6D721CA}"/>
          </ac:spMkLst>
        </pc:spChg>
        <pc:spChg chg="add del">
          <ac:chgData name="Pauline Smyth" userId="S::psmyth.spc@lmetb.ie::de5ce227-53e3-42c9-b7e0-2fb7785ba6f5" providerId="AD" clId="Web-{E68B03B9-9F51-67B3-94C0-0620DBF23C68}" dt="2024-04-25T08:42:41.422" v="214"/>
          <ac:spMkLst>
            <pc:docMk/>
            <pc:sldMk cId="1371097163" sldId="290"/>
            <ac:spMk id="13" creationId="{9A0D773F-7A7D-4DBB-9DEA-86BB8B8F4BC8}"/>
          </ac:spMkLst>
        </pc:spChg>
        <pc:picChg chg="add mod">
          <ac:chgData name="Pauline Smyth" userId="S::psmyth.spc@lmetb.ie::de5ce227-53e3-42c9-b7e0-2fb7785ba6f5" providerId="AD" clId="Web-{E68B03B9-9F51-67B3-94C0-0620DBF23C68}" dt="2024-04-25T08:42:46.454" v="215" actId="14100"/>
          <ac:picMkLst>
            <pc:docMk/>
            <pc:sldMk cId="1371097163" sldId="290"/>
            <ac:picMk id="4" creationId="{494F7410-1BC0-E9FA-8371-3205858C9B11}"/>
          </ac:picMkLst>
        </pc:picChg>
      </pc:sldChg>
      <pc:sldChg chg="delSp modSp add replId">
        <pc:chgData name="Pauline Smyth" userId="S::psmyth.spc@lmetb.ie::de5ce227-53e3-42c9-b7e0-2fb7785ba6f5" providerId="AD" clId="Web-{E68B03B9-9F51-67B3-94C0-0620DBF23C68}" dt="2024-04-25T08:54:32.552" v="487" actId="20577"/>
        <pc:sldMkLst>
          <pc:docMk/>
          <pc:sldMk cId="2772042811" sldId="291"/>
        </pc:sldMkLst>
        <pc:spChg chg="mod">
          <ac:chgData name="Pauline Smyth" userId="S::psmyth.spc@lmetb.ie::de5ce227-53e3-42c9-b7e0-2fb7785ba6f5" providerId="AD" clId="Web-{E68B03B9-9F51-67B3-94C0-0620DBF23C68}" dt="2024-04-25T08:54:32.552" v="487" actId="20577"/>
          <ac:spMkLst>
            <pc:docMk/>
            <pc:sldMk cId="2772042811" sldId="291"/>
            <ac:spMk id="3" creationId="{1CB01C78-B46F-B12C-D368-A112042F5F28}"/>
          </ac:spMkLst>
        </pc:spChg>
        <pc:picChg chg="del">
          <ac:chgData name="Pauline Smyth" userId="S::psmyth.spc@lmetb.ie::de5ce227-53e3-42c9-b7e0-2fb7785ba6f5" providerId="AD" clId="Web-{E68B03B9-9F51-67B3-94C0-0620DBF23C68}" dt="2024-04-25T08:48:32.886" v="285"/>
          <ac:picMkLst>
            <pc:docMk/>
            <pc:sldMk cId="2772042811" sldId="291"/>
            <ac:picMk id="4" creationId="{494F7410-1BC0-E9FA-8371-3205858C9B11}"/>
          </ac:picMkLst>
        </pc:picChg>
      </pc:sldChg>
    </pc:docChg>
  </pc:docChgLst>
  <pc:docChgLst>
    <pc:chgData name="Pauline Smyth" userId="de5ce227-53e3-42c9-b7e0-2fb7785ba6f5" providerId="ADAL" clId="{781D038E-DB1E-4773-B4B8-4A94060C9575}"/>
    <pc:docChg chg="custSel addSld delSld modSld">
      <pc:chgData name="Pauline Smyth" userId="de5ce227-53e3-42c9-b7e0-2fb7785ba6f5" providerId="ADAL" clId="{781D038E-DB1E-4773-B4B8-4A94060C9575}" dt="2024-04-29T11:11:08.283" v="653" actId="6549"/>
      <pc:docMkLst>
        <pc:docMk/>
      </pc:docMkLst>
      <pc:sldChg chg="modSp mod">
        <pc:chgData name="Pauline Smyth" userId="de5ce227-53e3-42c9-b7e0-2fb7785ba6f5" providerId="ADAL" clId="{781D038E-DB1E-4773-B4B8-4A94060C9575}" dt="2024-04-25T14:07:43.092" v="491" actId="20577"/>
        <pc:sldMkLst>
          <pc:docMk/>
          <pc:sldMk cId="1521228233" sldId="278"/>
        </pc:sldMkLst>
        <pc:spChg chg="mod">
          <ac:chgData name="Pauline Smyth" userId="de5ce227-53e3-42c9-b7e0-2fb7785ba6f5" providerId="ADAL" clId="{781D038E-DB1E-4773-B4B8-4A94060C9575}" dt="2024-04-25T14:07:43.092" v="491" actId="20577"/>
          <ac:spMkLst>
            <pc:docMk/>
            <pc:sldMk cId="1521228233" sldId="278"/>
            <ac:spMk id="3" creationId="{6989E06F-71AB-D93A-3EF7-4C8FEB1D3B86}"/>
          </ac:spMkLst>
        </pc:spChg>
      </pc:sldChg>
      <pc:sldChg chg="modSp mod">
        <pc:chgData name="Pauline Smyth" userId="de5ce227-53e3-42c9-b7e0-2fb7785ba6f5" providerId="ADAL" clId="{781D038E-DB1E-4773-B4B8-4A94060C9575}" dt="2024-04-29T11:01:11.981" v="651" actId="20577"/>
        <pc:sldMkLst>
          <pc:docMk/>
          <pc:sldMk cId="1727374819" sldId="285"/>
        </pc:sldMkLst>
        <pc:spChg chg="mod">
          <ac:chgData name="Pauline Smyth" userId="de5ce227-53e3-42c9-b7e0-2fb7785ba6f5" providerId="ADAL" clId="{781D038E-DB1E-4773-B4B8-4A94060C9575}" dt="2024-04-29T11:01:11.981" v="651" actId="20577"/>
          <ac:spMkLst>
            <pc:docMk/>
            <pc:sldMk cId="1727374819" sldId="285"/>
            <ac:spMk id="3" creationId="{6989E06F-71AB-D93A-3EF7-4C8FEB1D3B86}"/>
          </ac:spMkLst>
        </pc:spChg>
      </pc:sldChg>
      <pc:sldChg chg="modSp mod">
        <pc:chgData name="Pauline Smyth" userId="de5ce227-53e3-42c9-b7e0-2fb7785ba6f5" providerId="ADAL" clId="{781D038E-DB1E-4773-B4B8-4A94060C9575}" dt="2024-04-29T11:11:08.283" v="653" actId="6549"/>
        <pc:sldMkLst>
          <pc:docMk/>
          <pc:sldMk cId="1613860154" sldId="287"/>
        </pc:sldMkLst>
        <pc:spChg chg="mod">
          <ac:chgData name="Pauline Smyth" userId="de5ce227-53e3-42c9-b7e0-2fb7785ba6f5" providerId="ADAL" clId="{781D038E-DB1E-4773-B4B8-4A94060C9575}" dt="2024-04-29T11:11:08.283" v="653" actId="6549"/>
          <ac:spMkLst>
            <pc:docMk/>
            <pc:sldMk cId="1613860154" sldId="287"/>
            <ac:spMk id="3" creationId="{6989E06F-71AB-D93A-3EF7-4C8FEB1D3B86}"/>
          </ac:spMkLst>
        </pc:spChg>
      </pc:sldChg>
      <pc:sldChg chg="del">
        <pc:chgData name="Pauline Smyth" userId="de5ce227-53e3-42c9-b7e0-2fb7785ba6f5" providerId="ADAL" clId="{781D038E-DB1E-4773-B4B8-4A94060C9575}" dt="2024-04-29T11:10:52.838" v="652" actId="47"/>
        <pc:sldMkLst>
          <pc:docMk/>
          <pc:sldMk cId="3682441353" sldId="288"/>
        </pc:sldMkLst>
      </pc:sldChg>
      <pc:sldChg chg="modSp mod">
        <pc:chgData name="Pauline Smyth" userId="de5ce227-53e3-42c9-b7e0-2fb7785ba6f5" providerId="ADAL" clId="{781D038E-DB1E-4773-B4B8-4A94060C9575}" dt="2024-04-29T10:56:03.704" v="647" actId="6549"/>
        <pc:sldMkLst>
          <pc:docMk/>
          <pc:sldMk cId="2772042811" sldId="291"/>
        </pc:sldMkLst>
        <pc:spChg chg="mod">
          <ac:chgData name="Pauline Smyth" userId="de5ce227-53e3-42c9-b7e0-2fb7785ba6f5" providerId="ADAL" clId="{781D038E-DB1E-4773-B4B8-4A94060C9575}" dt="2024-04-29T10:56:03.704" v="647" actId="6549"/>
          <ac:spMkLst>
            <pc:docMk/>
            <pc:sldMk cId="2772042811" sldId="291"/>
            <ac:spMk id="3" creationId="{1CB01C78-B46F-B12C-D368-A112042F5F28}"/>
          </ac:spMkLst>
        </pc:spChg>
      </pc:sldChg>
      <pc:sldChg chg="modSp add mod">
        <pc:chgData name="Pauline Smyth" userId="de5ce227-53e3-42c9-b7e0-2fb7785ba6f5" providerId="ADAL" clId="{781D038E-DB1E-4773-B4B8-4A94060C9575}" dt="2024-04-25T14:08:42.850" v="522" actId="20577"/>
        <pc:sldMkLst>
          <pc:docMk/>
          <pc:sldMk cId="2391800989" sldId="292"/>
        </pc:sldMkLst>
        <pc:spChg chg="mod">
          <ac:chgData name="Pauline Smyth" userId="de5ce227-53e3-42c9-b7e0-2fb7785ba6f5" providerId="ADAL" clId="{781D038E-DB1E-4773-B4B8-4A94060C9575}" dt="2024-04-25T14:08:02.530" v="507" actId="20577"/>
          <ac:spMkLst>
            <pc:docMk/>
            <pc:sldMk cId="2391800989" sldId="292"/>
            <ac:spMk id="2" creationId="{3FDD2B19-E137-EE52-F6B5-06733A405EF7}"/>
          </ac:spMkLst>
        </pc:spChg>
        <pc:spChg chg="mod">
          <ac:chgData name="Pauline Smyth" userId="de5ce227-53e3-42c9-b7e0-2fb7785ba6f5" providerId="ADAL" clId="{781D038E-DB1E-4773-B4B8-4A94060C9575}" dt="2024-04-25T14:08:42.850" v="522" actId="20577"/>
          <ac:spMkLst>
            <pc:docMk/>
            <pc:sldMk cId="2391800989" sldId="292"/>
            <ac:spMk id="3" creationId="{6989E06F-71AB-D93A-3EF7-4C8FEB1D3B86}"/>
          </ac:spMkLst>
        </pc:spChg>
      </pc:sldChg>
      <pc:sldChg chg="modSp add mod">
        <pc:chgData name="Pauline Smyth" userId="de5ce227-53e3-42c9-b7e0-2fb7785ba6f5" providerId="ADAL" clId="{781D038E-DB1E-4773-B4B8-4A94060C9575}" dt="2024-04-25T14:08:57.134" v="532" actId="6549"/>
        <pc:sldMkLst>
          <pc:docMk/>
          <pc:sldMk cId="3772486147" sldId="293"/>
        </pc:sldMkLst>
        <pc:spChg chg="mod">
          <ac:chgData name="Pauline Smyth" userId="de5ce227-53e3-42c9-b7e0-2fb7785ba6f5" providerId="ADAL" clId="{781D038E-DB1E-4773-B4B8-4A94060C9575}" dt="2024-04-25T14:08:57.134" v="532" actId="6549"/>
          <ac:spMkLst>
            <pc:docMk/>
            <pc:sldMk cId="3772486147" sldId="293"/>
            <ac:spMk id="3" creationId="{6989E06F-71AB-D93A-3EF7-4C8FEB1D3B86}"/>
          </ac:spMkLst>
        </pc:spChg>
      </pc:sldChg>
      <pc:sldChg chg="modSp add mod">
        <pc:chgData name="Pauline Smyth" userId="de5ce227-53e3-42c9-b7e0-2fb7785ba6f5" providerId="ADAL" clId="{781D038E-DB1E-4773-B4B8-4A94060C9575}" dt="2024-04-25T14:09:07.977" v="539" actId="20577"/>
        <pc:sldMkLst>
          <pc:docMk/>
          <pc:sldMk cId="1474888540" sldId="294"/>
        </pc:sldMkLst>
        <pc:spChg chg="mod">
          <ac:chgData name="Pauline Smyth" userId="de5ce227-53e3-42c9-b7e0-2fb7785ba6f5" providerId="ADAL" clId="{781D038E-DB1E-4773-B4B8-4A94060C9575}" dt="2024-04-25T14:09:07.977" v="539" actId="20577"/>
          <ac:spMkLst>
            <pc:docMk/>
            <pc:sldMk cId="1474888540" sldId="294"/>
            <ac:spMk id="3" creationId="{6989E06F-71AB-D93A-3EF7-4C8FEB1D3B86}"/>
          </ac:spMkLst>
        </pc:spChg>
      </pc:sldChg>
      <pc:sldChg chg="addSp modSp add mod">
        <pc:chgData name="Pauline Smyth" userId="de5ce227-53e3-42c9-b7e0-2fb7785ba6f5" providerId="ADAL" clId="{781D038E-DB1E-4773-B4B8-4A94060C9575}" dt="2024-04-25T14:13:40.863" v="582" actId="14100"/>
        <pc:sldMkLst>
          <pc:docMk/>
          <pc:sldMk cId="767619317" sldId="295"/>
        </pc:sldMkLst>
        <pc:spChg chg="mod">
          <ac:chgData name="Pauline Smyth" userId="de5ce227-53e3-42c9-b7e0-2fb7785ba6f5" providerId="ADAL" clId="{781D038E-DB1E-4773-B4B8-4A94060C9575}" dt="2024-04-25T14:12:05.192" v="578" actId="20577"/>
          <ac:spMkLst>
            <pc:docMk/>
            <pc:sldMk cId="767619317" sldId="295"/>
            <ac:spMk id="3" creationId="{6989E06F-71AB-D93A-3EF7-4C8FEB1D3B86}"/>
          </ac:spMkLst>
        </pc:spChg>
        <pc:picChg chg="add mod">
          <ac:chgData name="Pauline Smyth" userId="de5ce227-53e3-42c9-b7e0-2fb7785ba6f5" providerId="ADAL" clId="{781D038E-DB1E-4773-B4B8-4A94060C9575}" dt="2024-04-25T14:13:40.863" v="582" actId="14100"/>
          <ac:picMkLst>
            <pc:docMk/>
            <pc:sldMk cId="767619317" sldId="295"/>
            <ac:picMk id="5" creationId="{6CD254BA-64A2-040D-8C8A-2D2EFB44454A}"/>
          </ac:picMkLst>
        </pc:picChg>
      </pc:sldChg>
    </pc:docChg>
  </pc:docChgLst>
  <pc:docChgLst>
    <pc:chgData name="Pauline Smyth" userId="S::psmyth.spc@lmetb.ie::de5ce227-53e3-42c9-b7e0-2fb7785ba6f5" providerId="AD" clId="Web-{5180AF5E-ECB9-DB68-E6AD-1F5BD15A0FA5}"/>
    <pc:docChg chg="addSld modSld">
      <pc:chgData name="Pauline Smyth" userId="S::psmyth.spc@lmetb.ie::de5ce227-53e3-42c9-b7e0-2fb7785ba6f5" providerId="AD" clId="Web-{5180AF5E-ECB9-DB68-E6AD-1F5BD15A0FA5}" dt="2024-04-24T21:15:57.120" v="507" actId="20577"/>
      <pc:docMkLst>
        <pc:docMk/>
      </pc:docMkLst>
      <pc:sldChg chg="modSp">
        <pc:chgData name="Pauline Smyth" userId="S::psmyth.spc@lmetb.ie::de5ce227-53e3-42c9-b7e0-2fb7785ba6f5" providerId="AD" clId="Web-{5180AF5E-ECB9-DB68-E6AD-1F5BD15A0FA5}" dt="2024-04-24T20:53:16.290" v="165" actId="20577"/>
        <pc:sldMkLst>
          <pc:docMk/>
          <pc:sldMk cId="2755409882" sldId="276"/>
        </pc:sldMkLst>
        <pc:spChg chg="mod">
          <ac:chgData name="Pauline Smyth" userId="S::psmyth.spc@lmetb.ie::de5ce227-53e3-42c9-b7e0-2fb7785ba6f5" providerId="AD" clId="Web-{5180AF5E-ECB9-DB68-E6AD-1F5BD15A0FA5}" dt="2024-04-24T20:46:48.792" v="1" actId="1076"/>
          <ac:spMkLst>
            <pc:docMk/>
            <pc:sldMk cId="2755409882" sldId="276"/>
            <ac:spMk id="2" creationId="{3FDD2B19-E137-EE52-F6B5-06733A405EF7}"/>
          </ac:spMkLst>
        </pc:spChg>
        <pc:spChg chg="mod">
          <ac:chgData name="Pauline Smyth" userId="S::psmyth.spc@lmetb.ie::de5ce227-53e3-42c9-b7e0-2fb7785ba6f5" providerId="AD" clId="Web-{5180AF5E-ECB9-DB68-E6AD-1F5BD15A0FA5}" dt="2024-04-24T20:53:16.290" v="165" actId="20577"/>
          <ac:spMkLst>
            <pc:docMk/>
            <pc:sldMk cId="2755409882" sldId="276"/>
            <ac:spMk id="3" creationId="{6989E06F-71AB-D93A-3EF7-4C8FEB1D3B86}"/>
          </ac:spMkLst>
        </pc:spChg>
      </pc:sldChg>
      <pc:sldChg chg="modSp">
        <pc:chgData name="Pauline Smyth" userId="S::psmyth.spc@lmetb.ie::de5ce227-53e3-42c9-b7e0-2fb7785ba6f5" providerId="AD" clId="Web-{5180AF5E-ECB9-DB68-E6AD-1F5BD15A0FA5}" dt="2024-04-24T21:06:40.491" v="309" actId="14100"/>
        <pc:sldMkLst>
          <pc:docMk/>
          <pc:sldMk cId="4175178460" sldId="277"/>
        </pc:sldMkLst>
        <pc:spChg chg="mod">
          <ac:chgData name="Pauline Smyth" userId="S::psmyth.spc@lmetb.ie::de5ce227-53e3-42c9-b7e0-2fb7785ba6f5" providerId="AD" clId="Web-{5180AF5E-ECB9-DB68-E6AD-1F5BD15A0FA5}" dt="2024-04-24T20:53:55.229" v="166" actId="1076"/>
          <ac:spMkLst>
            <pc:docMk/>
            <pc:sldMk cId="4175178460" sldId="277"/>
            <ac:spMk id="2" creationId="{3FDD2B19-E137-EE52-F6B5-06733A405EF7}"/>
          </ac:spMkLst>
        </pc:spChg>
        <pc:spChg chg="mod">
          <ac:chgData name="Pauline Smyth" userId="S::psmyth.spc@lmetb.ie::de5ce227-53e3-42c9-b7e0-2fb7785ba6f5" providerId="AD" clId="Web-{5180AF5E-ECB9-DB68-E6AD-1F5BD15A0FA5}" dt="2024-04-24T21:06:40.491" v="309" actId="14100"/>
          <ac:spMkLst>
            <pc:docMk/>
            <pc:sldMk cId="4175178460" sldId="277"/>
            <ac:spMk id="3" creationId="{6989E06F-71AB-D93A-3EF7-4C8FEB1D3B86}"/>
          </ac:spMkLst>
        </pc:spChg>
      </pc:sldChg>
      <pc:sldChg chg="modSp add replId">
        <pc:chgData name="Pauline Smyth" userId="S::psmyth.spc@lmetb.ie::de5ce227-53e3-42c9-b7e0-2fb7785ba6f5" providerId="AD" clId="Web-{5180AF5E-ECB9-DB68-E6AD-1F5BD15A0FA5}" dt="2024-04-24T21:07:02.460" v="315" actId="20577"/>
        <pc:sldMkLst>
          <pc:docMk/>
          <pc:sldMk cId="547095005" sldId="284"/>
        </pc:sldMkLst>
        <pc:spChg chg="mod">
          <ac:chgData name="Pauline Smyth" userId="S::psmyth.spc@lmetb.ie::de5ce227-53e3-42c9-b7e0-2fb7785ba6f5" providerId="AD" clId="Web-{5180AF5E-ECB9-DB68-E6AD-1F5BD15A0FA5}" dt="2024-04-24T21:07:02.460" v="315" actId="20577"/>
          <ac:spMkLst>
            <pc:docMk/>
            <pc:sldMk cId="547095005" sldId="284"/>
            <ac:spMk id="3" creationId="{6989E06F-71AB-D93A-3EF7-4C8FEB1D3B86}"/>
          </ac:spMkLst>
        </pc:spChg>
      </pc:sldChg>
      <pc:sldChg chg="modSp add replId">
        <pc:chgData name="Pauline Smyth" userId="S::psmyth.spc@lmetb.ie::de5ce227-53e3-42c9-b7e0-2fb7785ba6f5" providerId="AD" clId="Web-{5180AF5E-ECB9-DB68-E6AD-1F5BD15A0FA5}" dt="2024-04-24T21:15:57.120" v="507" actId="20577"/>
        <pc:sldMkLst>
          <pc:docMk/>
          <pc:sldMk cId="1727374819" sldId="285"/>
        </pc:sldMkLst>
        <pc:spChg chg="mod">
          <ac:chgData name="Pauline Smyth" userId="S::psmyth.spc@lmetb.ie::de5ce227-53e3-42c9-b7e0-2fb7785ba6f5" providerId="AD" clId="Web-{5180AF5E-ECB9-DB68-E6AD-1F5BD15A0FA5}" dt="2024-04-24T21:09:33.528" v="328" actId="20577"/>
          <ac:spMkLst>
            <pc:docMk/>
            <pc:sldMk cId="1727374819" sldId="285"/>
            <ac:spMk id="2" creationId="{3FDD2B19-E137-EE52-F6B5-06733A405EF7}"/>
          </ac:spMkLst>
        </pc:spChg>
        <pc:spChg chg="mod">
          <ac:chgData name="Pauline Smyth" userId="S::psmyth.spc@lmetb.ie::de5ce227-53e3-42c9-b7e0-2fb7785ba6f5" providerId="AD" clId="Web-{5180AF5E-ECB9-DB68-E6AD-1F5BD15A0FA5}" dt="2024-04-24T21:15:57.120" v="507" actId="20577"/>
          <ac:spMkLst>
            <pc:docMk/>
            <pc:sldMk cId="1727374819" sldId="285"/>
            <ac:spMk id="3" creationId="{6989E06F-71AB-D93A-3EF7-4C8FEB1D3B86}"/>
          </ac:spMkLst>
        </pc:spChg>
      </pc:sldChg>
    </pc:docChg>
  </pc:docChgLst>
  <pc:docChgLst>
    <pc:chgData name="Pauline Smyth" userId="de5ce227-53e3-42c9-b7e0-2fb7785ba6f5" providerId="ADAL" clId="{F5DF5FF7-A657-47BB-BA51-045B00EB2A71}"/>
    <pc:docChg chg="undo redo custSel addSld delSld modSld sldOrd">
      <pc:chgData name="Pauline Smyth" userId="de5ce227-53e3-42c9-b7e0-2fb7785ba6f5" providerId="ADAL" clId="{F5DF5FF7-A657-47BB-BA51-045B00EB2A71}" dt="2024-04-27T21:47:08.277" v="7017" actId="1076"/>
      <pc:docMkLst>
        <pc:docMk/>
      </pc:docMkLst>
      <pc:sldChg chg="modSp mod ord">
        <pc:chgData name="Pauline Smyth" userId="de5ce227-53e3-42c9-b7e0-2fb7785ba6f5" providerId="ADAL" clId="{F5DF5FF7-A657-47BB-BA51-045B00EB2A71}" dt="2024-04-24T19:35:04.612" v="1448" actId="20577"/>
        <pc:sldMkLst>
          <pc:docMk/>
          <pc:sldMk cId="854244853" sldId="268"/>
        </pc:sldMkLst>
        <pc:spChg chg="mod">
          <ac:chgData name="Pauline Smyth" userId="de5ce227-53e3-42c9-b7e0-2fb7785ba6f5" providerId="ADAL" clId="{F5DF5FF7-A657-47BB-BA51-045B00EB2A71}" dt="2024-04-24T19:35:04.612" v="1448" actId="20577"/>
          <ac:spMkLst>
            <pc:docMk/>
            <pc:sldMk cId="854244853" sldId="268"/>
            <ac:spMk id="2" creationId="{0060EAF0-0EDF-14BC-71C7-87ABF45ACFC6}"/>
          </ac:spMkLst>
        </pc:spChg>
      </pc:sldChg>
      <pc:sldChg chg="del">
        <pc:chgData name="Pauline Smyth" userId="de5ce227-53e3-42c9-b7e0-2fb7785ba6f5" providerId="ADAL" clId="{F5DF5FF7-A657-47BB-BA51-045B00EB2A71}" dt="2024-04-24T19:13:38.091" v="946" actId="47"/>
        <pc:sldMkLst>
          <pc:docMk/>
          <pc:sldMk cId="1158553829" sldId="270"/>
        </pc:sldMkLst>
      </pc:sldChg>
      <pc:sldChg chg="del">
        <pc:chgData name="Pauline Smyth" userId="de5ce227-53e3-42c9-b7e0-2fb7785ba6f5" providerId="ADAL" clId="{F5DF5FF7-A657-47BB-BA51-045B00EB2A71}" dt="2024-04-24T19:13:39.726" v="947" actId="47"/>
        <pc:sldMkLst>
          <pc:docMk/>
          <pc:sldMk cId="946917011" sldId="271"/>
        </pc:sldMkLst>
      </pc:sldChg>
      <pc:sldChg chg="modSp new mod ord">
        <pc:chgData name="Pauline Smyth" userId="de5ce227-53e3-42c9-b7e0-2fb7785ba6f5" providerId="ADAL" clId="{F5DF5FF7-A657-47BB-BA51-045B00EB2A71}" dt="2024-04-24T19:37:38.835" v="1470" actId="113"/>
        <pc:sldMkLst>
          <pc:docMk/>
          <pc:sldMk cId="1286770263" sldId="273"/>
        </pc:sldMkLst>
        <pc:spChg chg="mod">
          <ac:chgData name="Pauline Smyth" userId="de5ce227-53e3-42c9-b7e0-2fb7785ba6f5" providerId="ADAL" clId="{F5DF5FF7-A657-47BB-BA51-045B00EB2A71}" dt="2024-04-24T19:32:52.500" v="1408" actId="1076"/>
          <ac:spMkLst>
            <pc:docMk/>
            <pc:sldMk cId="1286770263" sldId="273"/>
            <ac:spMk id="2" creationId="{C22EC27C-55E6-21CA-D5F2-69AE94269646}"/>
          </ac:spMkLst>
        </pc:spChg>
        <pc:spChg chg="mod">
          <ac:chgData name="Pauline Smyth" userId="de5ce227-53e3-42c9-b7e0-2fb7785ba6f5" providerId="ADAL" clId="{F5DF5FF7-A657-47BB-BA51-045B00EB2A71}" dt="2024-04-24T19:37:38.835" v="1470" actId="113"/>
          <ac:spMkLst>
            <pc:docMk/>
            <pc:sldMk cId="1286770263" sldId="273"/>
            <ac:spMk id="3" creationId="{B6917C47-89D8-1A02-2F08-8490B99954DE}"/>
          </ac:spMkLst>
        </pc:spChg>
      </pc:sldChg>
      <pc:sldChg chg="modSp add mod">
        <pc:chgData name="Pauline Smyth" userId="de5ce227-53e3-42c9-b7e0-2fb7785ba6f5" providerId="ADAL" clId="{F5DF5FF7-A657-47BB-BA51-045B00EB2A71}" dt="2024-04-24T19:33:32.743" v="1419" actId="27636"/>
        <pc:sldMkLst>
          <pc:docMk/>
          <pc:sldMk cId="3755123446" sldId="274"/>
        </pc:sldMkLst>
        <pc:spChg chg="mod">
          <ac:chgData name="Pauline Smyth" userId="de5ce227-53e3-42c9-b7e0-2fb7785ba6f5" providerId="ADAL" clId="{F5DF5FF7-A657-47BB-BA51-045B00EB2A71}" dt="2024-04-24T19:33:32.743" v="1419" actId="27636"/>
          <ac:spMkLst>
            <pc:docMk/>
            <pc:sldMk cId="3755123446" sldId="274"/>
            <ac:spMk id="3" creationId="{B6917C47-89D8-1A02-2F08-8490B99954DE}"/>
          </ac:spMkLst>
        </pc:spChg>
      </pc:sldChg>
      <pc:sldChg chg="modSp new mod ord">
        <pc:chgData name="Pauline Smyth" userId="de5ce227-53e3-42c9-b7e0-2fb7785ba6f5" providerId="ADAL" clId="{F5DF5FF7-A657-47BB-BA51-045B00EB2A71}" dt="2024-04-24T19:39:39.939" v="1520" actId="2710"/>
        <pc:sldMkLst>
          <pc:docMk/>
          <pc:sldMk cId="1170816698" sldId="275"/>
        </pc:sldMkLst>
        <pc:spChg chg="mod">
          <ac:chgData name="Pauline Smyth" userId="de5ce227-53e3-42c9-b7e0-2fb7785ba6f5" providerId="ADAL" clId="{F5DF5FF7-A657-47BB-BA51-045B00EB2A71}" dt="2024-04-24T19:39:30.809" v="1518" actId="1076"/>
          <ac:spMkLst>
            <pc:docMk/>
            <pc:sldMk cId="1170816698" sldId="275"/>
            <ac:spMk id="2" creationId="{3FDD2B19-E137-EE52-F6B5-06733A405EF7}"/>
          </ac:spMkLst>
        </pc:spChg>
        <pc:spChg chg="mod">
          <ac:chgData name="Pauline Smyth" userId="de5ce227-53e3-42c9-b7e0-2fb7785ba6f5" providerId="ADAL" clId="{F5DF5FF7-A657-47BB-BA51-045B00EB2A71}" dt="2024-04-24T19:39:39.939" v="1520" actId="2710"/>
          <ac:spMkLst>
            <pc:docMk/>
            <pc:sldMk cId="1170816698" sldId="275"/>
            <ac:spMk id="3" creationId="{6989E06F-71AB-D93A-3EF7-4C8FEB1D3B86}"/>
          </ac:spMkLst>
        </pc:spChg>
      </pc:sldChg>
      <pc:sldChg chg="modSp add mod">
        <pc:chgData name="Pauline Smyth" userId="de5ce227-53e3-42c9-b7e0-2fb7785ba6f5" providerId="ADAL" clId="{F5DF5FF7-A657-47BB-BA51-045B00EB2A71}" dt="2024-04-24T19:11:46.194" v="927"/>
        <pc:sldMkLst>
          <pc:docMk/>
          <pc:sldMk cId="2755409882" sldId="276"/>
        </pc:sldMkLst>
        <pc:spChg chg="mod">
          <ac:chgData name="Pauline Smyth" userId="de5ce227-53e3-42c9-b7e0-2fb7785ba6f5" providerId="ADAL" clId="{F5DF5FF7-A657-47BB-BA51-045B00EB2A71}" dt="2024-04-24T19:08:46.851" v="877" actId="20577"/>
          <ac:spMkLst>
            <pc:docMk/>
            <pc:sldMk cId="2755409882" sldId="276"/>
            <ac:spMk id="2" creationId="{3FDD2B19-E137-EE52-F6B5-06733A405EF7}"/>
          </ac:spMkLst>
        </pc:spChg>
        <pc:spChg chg="mod">
          <ac:chgData name="Pauline Smyth" userId="de5ce227-53e3-42c9-b7e0-2fb7785ba6f5" providerId="ADAL" clId="{F5DF5FF7-A657-47BB-BA51-045B00EB2A71}" dt="2024-04-24T19:11:46.194" v="927"/>
          <ac:spMkLst>
            <pc:docMk/>
            <pc:sldMk cId="2755409882" sldId="276"/>
            <ac:spMk id="3" creationId="{6989E06F-71AB-D93A-3EF7-4C8FEB1D3B86}"/>
          </ac:spMkLst>
        </pc:spChg>
      </pc:sldChg>
      <pc:sldChg chg="modSp add mod">
        <pc:chgData name="Pauline Smyth" userId="de5ce227-53e3-42c9-b7e0-2fb7785ba6f5" providerId="ADAL" clId="{F5DF5FF7-A657-47BB-BA51-045B00EB2A71}" dt="2024-04-24T19:12:03.058" v="929"/>
        <pc:sldMkLst>
          <pc:docMk/>
          <pc:sldMk cId="4175178460" sldId="277"/>
        </pc:sldMkLst>
        <pc:spChg chg="mod">
          <ac:chgData name="Pauline Smyth" userId="de5ce227-53e3-42c9-b7e0-2fb7785ba6f5" providerId="ADAL" clId="{F5DF5FF7-A657-47BB-BA51-045B00EB2A71}" dt="2024-04-24T19:09:03.733" v="885" actId="20577"/>
          <ac:spMkLst>
            <pc:docMk/>
            <pc:sldMk cId="4175178460" sldId="277"/>
            <ac:spMk id="2" creationId="{3FDD2B19-E137-EE52-F6B5-06733A405EF7}"/>
          </ac:spMkLst>
        </pc:spChg>
        <pc:spChg chg="mod">
          <ac:chgData name="Pauline Smyth" userId="de5ce227-53e3-42c9-b7e0-2fb7785ba6f5" providerId="ADAL" clId="{F5DF5FF7-A657-47BB-BA51-045B00EB2A71}" dt="2024-04-24T19:12:03.058" v="929"/>
          <ac:spMkLst>
            <pc:docMk/>
            <pc:sldMk cId="4175178460" sldId="277"/>
            <ac:spMk id="3" creationId="{6989E06F-71AB-D93A-3EF7-4C8FEB1D3B86}"/>
          </ac:spMkLst>
        </pc:spChg>
      </pc:sldChg>
      <pc:sldChg chg="modSp add mod">
        <pc:chgData name="Pauline Smyth" userId="de5ce227-53e3-42c9-b7e0-2fb7785ba6f5" providerId="ADAL" clId="{F5DF5FF7-A657-47BB-BA51-045B00EB2A71}" dt="2024-04-27T16:35:52.049" v="2452" actId="403"/>
        <pc:sldMkLst>
          <pc:docMk/>
          <pc:sldMk cId="1521228233" sldId="278"/>
        </pc:sldMkLst>
        <pc:spChg chg="mod">
          <ac:chgData name="Pauline Smyth" userId="de5ce227-53e3-42c9-b7e0-2fb7785ba6f5" providerId="ADAL" clId="{F5DF5FF7-A657-47BB-BA51-045B00EB2A71}" dt="2024-04-24T19:09:20.289" v="893" actId="20577"/>
          <ac:spMkLst>
            <pc:docMk/>
            <pc:sldMk cId="1521228233" sldId="278"/>
            <ac:spMk id="2" creationId="{3FDD2B19-E137-EE52-F6B5-06733A405EF7}"/>
          </ac:spMkLst>
        </pc:spChg>
        <pc:spChg chg="mod">
          <ac:chgData name="Pauline Smyth" userId="de5ce227-53e3-42c9-b7e0-2fb7785ba6f5" providerId="ADAL" clId="{F5DF5FF7-A657-47BB-BA51-045B00EB2A71}" dt="2024-04-27T16:35:52.049" v="2452" actId="403"/>
          <ac:spMkLst>
            <pc:docMk/>
            <pc:sldMk cId="1521228233" sldId="278"/>
            <ac:spMk id="3" creationId="{6989E06F-71AB-D93A-3EF7-4C8FEB1D3B86}"/>
          </ac:spMkLst>
        </pc:spChg>
      </pc:sldChg>
      <pc:sldChg chg="modSp add mod">
        <pc:chgData name="Pauline Smyth" userId="de5ce227-53e3-42c9-b7e0-2fb7785ba6f5" providerId="ADAL" clId="{F5DF5FF7-A657-47BB-BA51-045B00EB2A71}" dt="2024-04-27T18:49:10.469" v="4576" actId="27636"/>
        <pc:sldMkLst>
          <pc:docMk/>
          <pc:sldMk cId="2174003361" sldId="279"/>
        </pc:sldMkLst>
        <pc:spChg chg="mod">
          <ac:chgData name="Pauline Smyth" userId="de5ce227-53e3-42c9-b7e0-2fb7785ba6f5" providerId="ADAL" clId="{F5DF5FF7-A657-47BB-BA51-045B00EB2A71}" dt="2024-04-24T19:09:35.226" v="903" actId="20577"/>
          <ac:spMkLst>
            <pc:docMk/>
            <pc:sldMk cId="2174003361" sldId="279"/>
            <ac:spMk id="2" creationId="{3FDD2B19-E137-EE52-F6B5-06733A405EF7}"/>
          </ac:spMkLst>
        </pc:spChg>
        <pc:spChg chg="mod">
          <ac:chgData name="Pauline Smyth" userId="de5ce227-53e3-42c9-b7e0-2fb7785ba6f5" providerId="ADAL" clId="{F5DF5FF7-A657-47BB-BA51-045B00EB2A71}" dt="2024-04-27T18:49:10.469" v="4576" actId="27636"/>
          <ac:spMkLst>
            <pc:docMk/>
            <pc:sldMk cId="2174003361" sldId="279"/>
            <ac:spMk id="3" creationId="{6989E06F-71AB-D93A-3EF7-4C8FEB1D3B86}"/>
          </ac:spMkLst>
        </pc:spChg>
      </pc:sldChg>
      <pc:sldChg chg="modSp add mod">
        <pc:chgData name="Pauline Smyth" userId="de5ce227-53e3-42c9-b7e0-2fb7785ba6f5" providerId="ADAL" clId="{F5DF5FF7-A657-47BB-BA51-045B00EB2A71}" dt="2024-04-27T18:56:29.081" v="5138" actId="1076"/>
        <pc:sldMkLst>
          <pc:docMk/>
          <pc:sldMk cId="2215953518" sldId="280"/>
        </pc:sldMkLst>
        <pc:spChg chg="mod">
          <ac:chgData name="Pauline Smyth" userId="de5ce227-53e3-42c9-b7e0-2fb7785ba6f5" providerId="ADAL" clId="{F5DF5FF7-A657-47BB-BA51-045B00EB2A71}" dt="2024-04-27T18:56:29.081" v="5138" actId="1076"/>
          <ac:spMkLst>
            <pc:docMk/>
            <pc:sldMk cId="2215953518" sldId="280"/>
            <ac:spMk id="2" creationId="{3FDD2B19-E137-EE52-F6B5-06733A405EF7}"/>
          </ac:spMkLst>
        </pc:spChg>
        <pc:spChg chg="mod">
          <ac:chgData name="Pauline Smyth" userId="de5ce227-53e3-42c9-b7e0-2fb7785ba6f5" providerId="ADAL" clId="{F5DF5FF7-A657-47BB-BA51-045B00EB2A71}" dt="2024-04-27T18:56:06.409" v="5135" actId="27636"/>
          <ac:spMkLst>
            <pc:docMk/>
            <pc:sldMk cId="2215953518" sldId="280"/>
            <ac:spMk id="3" creationId="{6989E06F-71AB-D93A-3EF7-4C8FEB1D3B86}"/>
          </ac:spMkLst>
        </pc:spChg>
      </pc:sldChg>
      <pc:sldChg chg="modSp add del mod">
        <pc:chgData name="Pauline Smyth" userId="de5ce227-53e3-42c9-b7e0-2fb7785ba6f5" providerId="ADAL" clId="{F5DF5FF7-A657-47BB-BA51-045B00EB2A71}" dt="2024-04-27T18:56:35.928" v="5139" actId="47"/>
        <pc:sldMkLst>
          <pc:docMk/>
          <pc:sldMk cId="1464863962" sldId="281"/>
        </pc:sldMkLst>
        <pc:spChg chg="mod">
          <ac:chgData name="Pauline Smyth" userId="de5ce227-53e3-42c9-b7e0-2fb7785ba6f5" providerId="ADAL" clId="{F5DF5FF7-A657-47BB-BA51-045B00EB2A71}" dt="2024-04-24T19:13:31.980" v="943" actId="20577"/>
          <ac:spMkLst>
            <pc:docMk/>
            <pc:sldMk cId="1464863962" sldId="281"/>
            <ac:spMk id="2" creationId="{3FDD2B19-E137-EE52-F6B5-06733A405EF7}"/>
          </ac:spMkLst>
        </pc:spChg>
        <pc:spChg chg="mod">
          <ac:chgData name="Pauline Smyth" userId="de5ce227-53e3-42c9-b7e0-2fb7785ba6f5" providerId="ADAL" clId="{F5DF5FF7-A657-47BB-BA51-045B00EB2A71}" dt="2024-04-24T19:13:35.015" v="945"/>
          <ac:spMkLst>
            <pc:docMk/>
            <pc:sldMk cId="1464863962" sldId="281"/>
            <ac:spMk id="3" creationId="{6989E06F-71AB-D93A-3EF7-4C8FEB1D3B86}"/>
          </ac:spMkLst>
        </pc:spChg>
      </pc:sldChg>
      <pc:sldChg chg="modSp add mod">
        <pc:chgData name="Pauline Smyth" userId="de5ce227-53e3-42c9-b7e0-2fb7785ba6f5" providerId="ADAL" clId="{F5DF5FF7-A657-47BB-BA51-045B00EB2A71}" dt="2024-04-24T20:05:31.710" v="1798" actId="20577"/>
        <pc:sldMkLst>
          <pc:docMk/>
          <pc:sldMk cId="10083964" sldId="282"/>
        </pc:sldMkLst>
        <pc:spChg chg="mod">
          <ac:chgData name="Pauline Smyth" userId="de5ce227-53e3-42c9-b7e0-2fb7785ba6f5" providerId="ADAL" clId="{F5DF5FF7-A657-47BB-BA51-045B00EB2A71}" dt="2024-04-24T19:40:26.804" v="1545" actId="20577"/>
          <ac:spMkLst>
            <pc:docMk/>
            <pc:sldMk cId="10083964" sldId="282"/>
            <ac:spMk id="2" creationId="{C22EC27C-55E6-21CA-D5F2-69AE94269646}"/>
          </ac:spMkLst>
        </pc:spChg>
        <pc:spChg chg="mod">
          <ac:chgData name="Pauline Smyth" userId="de5ce227-53e3-42c9-b7e0-2fb7785ba6f5" providerId="ADAL" clId="{F5DF5FF7-A657-47BB-BA51-045B00EB2A71}" dt="2024-04-24T20:05:31.710" v="1798" actId="20577"/>
          <ac:spMkLst>
            <pc:docMk/>
            <pc:sldMk cId="10083964" sldId="282"/>
            <ac:spMk id="3" creationId="{B6917C47-89D8-1A02-2F08-8490B99954DE}"/>
          </ac:spMkLst>
        </pc:spChg>
      </pc:sldChg>
      <pc:sldChg chg="del">
        <pc:chgData name="Pauline Smyth" userId="de5ce227-53e3-42c9-b7e0-2fb7785ba6f5" providerId="ADAL" clId="{F5DF5FF7-A657-47BB-BA51-045B00EB2A71}" dt="2024-04-27T16:36:58.239" v="2469" actId="47"/>
        <pc:sldMkLst>
          <pc:docMk/>
          <pc:sldMk cId="2391800989" sldId="292"/>
        </pc:sldMkLst>
      </pc:sldChg>
      <pc:sldChg chg="modSp mod">
        <pc:chgData name="Pauline Smyth" userId="de5ce227-53e3-42c9-b7e0-2fb7785ba6f5" providerId="ADAL" clId="{F5DF5FF7-A657-47BB-BA51-045B00EB2A71}" dt="2024-04-27T18:28:13.183" v="4237" actId="14100"/>
        <pc:sldMkLst>
          <pc:docMk/>
          <pc:sldMk cId="3772486147" sldId="293"/>
        </pc:sldMkLst>
        <pc:spChg chg="mod">
          <ac:chgData name="Pauline Smyth" userId="de5ce227-53e3-42c9-b7e0-2fb7785ba6f5" providerId="ADAL" clId="{F5DF5FF7-A657-47BB-BA51-045B00EB2A71}" dt="2024-04-27T18:24:35.956" v="4202" actId="14100"/>
          <ac:spMkLst>
            <pc:docMk/>
            <pc:sldMk cId="3772486147" sldId="293"/>
            <ac:spMk id="2" creationId="{3FDD2B19-E137-EE52-F6B5-06733A405EF7}"/>
          </ac:spMkLst>
        </pc:spChg>
        <pc:spChg chg="mod">
          <ac:chgData name="Pauline Smyth" userId="de5ce227-53e3-42c9-b7e0-2fb7785ba6f5" providerId="ADAL" clId="{F5DF5FF7-A657-47BB-BA51-045B00EB2A71}" dt="2024-04-27T18:28:13.183" v="4237" actId="14100"/>
          <ac:spMkLst>
            <pc:docMk/>
            <pc:sldMk cId="3772486147" sldId="293"/>
            <ac:spMk id="3" creationId="{6989E06F-71AB-D93A-3EF7-4C8FEB1D3B86}"/>
          </ac:spMkLst>
        </pc:spChg>
      </pc:sldChg>
      <pc:sldChg chg="modSp mod">
        <pc:chgData name="Pauline Smyth" userId="de5ce227-53e3-42c9-b7e0-2fb7785ba6f5" providerId="ADAL" clId="{F5DF5FF7-A657-47BB-BA51-045B00EB2A71}" dt="2024-04-27T18:29:54.997" v="4244" actId="20577"/>
        <pc:sldMkLst>
          <pc:docMk/>
          <pc:sldMk cId="1474888540" sldId="294"/>
        </pc:sldMkLst>
        <pc:spChg chg="mod">
          <ac:chgData name="Pauline Smyth" userId="de5ce227-53e3-42c9-b7e0-2fb7785ba6f5" providerId="ADAL" clId="{F5DF5FF7-A657-47BB-BA51-045B00EB2A71}" dt="2024-04-27T18:29:54.997" v="4244" actId="20577"/>
          <ac:spMkLst>
            <pc:docMk/>
            <pc:sldMk cId="1474888540" sldId="294"/>
            <ac:spMk id="2" creationId="{3FDD2B19-E137-EE52-F6B5-06733A405EF7}"/>
          </ac:spMkLst>
        </pc:spChg>
        <pc:spChg chg="mod">
          <ac:chgData name="Pauline Smyth" userId="de5ce227-53e3-42c9-b7e0-2fb7785ba6f5" providerId="ADAL" clId="{F5DF5FF7-A657-47BB-BA51-045B00EB2A71}" dt="2024-04-27T18:24:02.900" v="4177" actId="20577"/>
          <ac:spMkLst>
            <pc:docMk/>
            <pc:sldMk cId="1474888540" sldId="294"/>
            <ac:spMk id="3" creationId="{6989E06F-71AB-D93A-3EF7-4C8FEB1D3B86}"/>
          </ac:spMkLst>
        </pc:spChg>
      </pc:sldChg>
      <pc:sldChg chg="del">
        <pc:chgData name="Pauline Smyth" userId="de5ce227-53e3-42c9-b7e0-2fb7785ba6f5" providerId="ADAL" clId="{F5DF5FF7-A657-47BB-BA51-045B00EB2A71}" dt="2024-04-27T18:44:07.393" v="4386" actId="47"/>
        <pc:sldMkLst>
          <pc:docMk/>
          <pc:sldMk cId="767619317" sldId="295"/>
        </pc:sldMkLst>
      </pc:sldChg>
      <pc:sldChg chg="modSp add del mod">
        <pc:chgData name="Pauline Smyth" userId="de5ce227-53e3-42c9-b7e0-2fb7785ba6f5" providerId="ADAL" clId="{F5DF5FF7-A657-47BB-BA51-045B00EB2A71}" dt="2024-04-27T16:56:53.641" v="3147" actId="47"/>
        <pc:sldMkLst>
          <pc:docMk/>
          <pc:sldMk cId="1267186652" sldId="296"/>
        </pc:sldMkLst>
        <pc:spChg chg="mod">
          <ac:chgData name="Pauline Smyth" userId="de5ce227-53e3-42c9-b7e0-2fb7785ba6f5" providerId="ADAL" clId="{F5DF5FF7-A657-47BB-BA51-045B00EB2A71}" dt="2024-04-27T16:36:35.662" v="2467" actId="20577"/>
          <ac:spMkLst>
            <pc:docMk/>
            <pc:sldMk cId="1267186652" sldId="296"/>
            <ac:spMk id="2" creationId="{3FDD2B19-E137-EE52-F6B5-06733A405EF7}"/>
          </ac:spMkLst>
        </pc:spChg>
        <pc:spChg chg="mod">
          <ac:chgData name="Pauline Smyth" userId="de5ce227-53e3-42c9-b7e0-2fb7785ba6f5" providerId="ADAL" clId="{F5DF5FF7-A657-47BB-BA51-045B00EB2A71}" dt="2024-04-27T16:36:51.810" v="2468" actId="6549"/>
          <ac:spMkLst>
            <pc:docMk/>
            <pc:sldMk cId="1267186652" sldId="296"/>
            <ac:spMk id="3" creationId="{6989E06F-71AB-D93A-3EF7-4C8FEB1D3B86}"/>
          </ac:spMkLst>
        </pc:spChg>
      </pc:sldChg>
      <pc:sldChg chg="new del">
        <pc:chgData name="Pauline Smyth" userId="de5ce227-53e3-42c9-b7e0-2fb7785ba6f5" providerId="ADAL" clId="{F5DF5FF7-A657-47BB-BA51-045B00EB2A71}" dt="2024-04-27T16:36:14.329" v="2456" actId="47"/>
        <pc:sldMkLst>
          <pc:docMk/>
          <pc:sldMk cId="2374789296" sldId="296"/>
        </pc:sldMkLst>
      </pc:sldChg>
      <pc:sldChg chg="new del">
        <pc:chgData name="Pauline Smyth" userId="de5ce227-53e3-42c9-b7e0-2fb7785ba6f5" providerId="ADAL" clId="{F5DF5FF7-A657-47BB-BA51-045B00EB2A71}" dt="2024-04-27T16:36:12.330" v="2455" actId="47"/>
        <pc:sldMkLst>
          <pc:docMk/>
          <pc:sldMk cId="1689360361" sldId="297"/>
        </pc:sldMkLst>
      </pc:sldChg>
      <pc:sldChg chg="modSp add mod ord">
        <pc:chgData name="Pauline Smyth" userId="de5ce227-53e3-42c9-b7e0-2fb7785ba6f5" providerId="ADAL" clId="{F5DF5FF7-A657-47BB-BA51-045B00EB2A71}" dt="2024-04-27T18:17:41.857" v="4077" actId="14100"/>
        <pc:sldMkLst>
          <pc:docMk/>
          <pc:sldMk cId="3477949826" sldId="297"/>
        </pc:sldMkLst>
        <pc:spChg chg="mod">
          <ac:chgData name="Pauline Smyth" userId="de5ce227-53e3-42c9-b7e0-2fb7785ba6f5" providerId="ADAL" clId="{F5DF5FF7-A657-47BB-BA51-045B00EB2A71}" dt="2024-04-27T18:17:41.857" v="4077" actId="14100"/>
          <ac:spMkLst>
            <pc:docMk/>
            <pc:sldMk cId="3477949826" sldId="297"/>
            <ac:spMk id="2" creationId="{3FDD2B19-E137-EE52-F6B5-06733A405EF7}"/>
          </ac:spMkLst>
        </pc:spChg>
        <pc:spChg chg="mod">
          <ac:chgData name="Pauline Smyth" userId="de5ce227-53e3-42c9-b7e0-2fb7785ba6f5" providerId="ADAL" clId="{F5DF5FF7-A657-47BB-BA51-045B00EB2A71}" dt="2024-04-27T16:57:28.043" v="3153" actId="20577"/>
          <ac:spMkLst>
            <pc:docMk/>
            <pc:sldMk cId="3477949826" sldId="297"/>
            <ac:spMk id="3" creationId="{6989E06F-71AB-D93A-3EF7-4C8FEB1D3B86}"/>
          </ac:spMkLst>
        </pc:spChg>
      </pc:sldChg>
      <pc:sldChg chg="modSp add mod">
        <pc:chgData name="Pauline Smyth" userId="de5ce227-53e3-42c9-b7e0-2fb7785ba6f5" providerId="ADAL" clId="{F5DF5FF7-A657-47BB-BA51-045B00EB2A71}" dt="2024-04-27T18:18:00.606" v="4087" actId="14100"/>
        <pc:sldMkLst>
          <pc:docMk/>
          <pc:sldMk cId="1032535366" sldId="298"/>
        </pc:sldMkLst>
        <pc:spChg chg="mod">
          <ac:chgData name="Pauline Smyth" userId="de5ce227-53e3-42c9-b7e0-2fb7785ba6f5" providerId="ADAL" clId="{F5DF5FF7-A657-47BB-BA51-045B00EB2A71}" dt="2024-04-27T18:18:00.606" v="4087" actId="14100"/>
          <ac:spMkLst>
            <pc:docMk/>
            <pc:sldMk cId="1032535366" sldId="298"/>
            <ac:spMk id="2" creationId="{3FDD2B19-E137-EE52-F6B5-06733A405EF7}"/>
          </ac:spMkLst>
        </pc:spChg>
        <pc:spChg chg="mod">
          <ac:chgData name="Pauline Smyth" userId="de5ce227-53e3-42c9-b7e0-2fb7785ba6f5" providerId="ADAL" clId="{F5DF5FF7-A657-47BB-BA51-045B00EB2A71}" dt="2024-04-27T16:58:10.067" v="3172" actId="20577"/>
          <ac:spMkLst>
            <pc:docMk/>
            <pc:sldMk cId="1032535366" sldId="298"/>
            <ac:spMk id="3" creationId="{6989E06F-71AB-D93A-3EF7-4C8FEB1D3B86}"/>
          </ac:spMkLst>
        </pc:spChg>
      </pc:sldChg>
      <pc:sldChg chg="add">
        <pc:chgData name="Pauline Smyth" userId="de5ce227-53e3-42c9-b7e0-2fb7785ba6f5" providerId="ADAL" clId="{F5DF5FF7-A657-47BB-BA51-045B00EB2A71}" dt="2024-04-27T18:20:43.492" v="4088" actId="2890"/>
        <pc:sldMkLst>
          <pc:docMk/>
          <pc:sldMk cId="861587562" sldId="299"/>
        </pc:sldMkLst>
      </pc:sldChg>
      <pc:sldChg chg="modSp add mod ord">
        <pc:chgData name="Pauline Smyth" userId="de5ce227-53e3-42c9-b7e0-2fb7785ba6f5" providerId="ADAL" clId="{F5DF5FF7-A657-47BB-BA51-045B00EB2A71}" dt="2024-04-27T18:38:56.912" v="4321"/>
        <pc:sldMkLst>
          <pc:docMk/>
          <pc:sldMk cId="906833054" sldId="300"/>
        </pc:sldMkLst>
        <pc:spChg chg="mod">
          <ac:chgData name="Pauline Smyth" userId="de5ce227-53e3-42c9-b7e0-2fb7785ba6f5" providerId="ADAL" clId="{F5DF5FF7-A657-47BB-BA51-045B00EB2A71}" dt="2024-04-27T18:34:01.976" v="4299" actId="6549"/>
          <ac:spMkLst>
            <pc:docMk/>
            <pc:sldMk cId="906833054" sldId="300"/>
            <ac:spMk id="2" creationId="{3FDD2B19-E137-EE52-F6B5-06733A405EF7}"/>
          </ac:spMkLst>
        </pc:spChg>
        <pc:spChg chg="mod">
          <ac:chgData name="Pauline Smyth" userId="de5ce227-53e3-42c9-b7e0-2fb7785ba6f5" providerId="ADAL" clId="{F5DF5FF7-A657-47BB-BA51-045B00EB2A71}" dt="2024-04-27T18:38:29.932" v="4319" actId="27636"/>
          <ac:spMkLst>
            <pc:docMk/>
            <pc:sldMk cId="906833054" sldId="300"/>
            <ac:spMk id="3" creationId="{6989E06F-71AB-D93A-3EF7-4C8FEB1D3B86}"/>
          </ac:spMkLst>
        </pc:spChg>
      </pc:sldChg>
      <pc:sldChg chg="modSp add mod">
        <pc:chgData name="Pauline Smyth" userId="de5ce227-53e3-42c9-b7e0-2fb7785ba6f5" providerId="ADAL" clId="{F5DF5FF7-A657-47BB-BA51-045B00EB2A71}" dt="2024-04-27T18:40:29.043" v="4346"/>
        <pc:sldMkLst>
          <pc:docMk/>
          <pc:sldMk cId="2361693732" sldId="301"/>
        </pc:sldMkLst>
        <pc:spChg chg="mod">
          <ac:chgData name="Pauline Smyth" userId="de5ce227-53e3-42c9-b7e0-2fb7785ba6f5" providerId="ADAL" clId="{F5DF5FF7-A657-47BB-BA51-045B00EB2A71}" dt="2024-04-27T18:39:42.350" v="4333" actId="20577"/>
          <ac:spMkLst>
            <pc:docMk/>
            <pc:sldMk cId="2361693732" sldId="301"/>
            <ac:spMk id="2" creationId="{3FDD2B19-E137-EE52-F6B5-06733A405EF7}"/>
          </ac:spMkLst>
        </pc:spChg>
        <pc:spChg chg="mod">
          <ac:chgData name="Pauline Smyth" userId="de5ce227-53e3-42c9-b7e0-2fb7785ba6f5" providerId="ADAL" clId="{F5DF5FF7-A657-47BB-BA51-045B00EB2A71}" dt="2024-04-27T18:40:29.043" v="4346"/>
          <ac:spMkLst>
            <pc:docMk/>
            <pc:sldMk cId="2361693732" sldId="301"/>
            <ac:spMk id="3" creationId="{6989E06F-71AB-D93A-3EF7-4C8FEB1D3B86}"/>
          </ac:spMkLst>
        </pc:spChg>
      </pc:sldChg>
      <pc:sldChg chg="modSp add mod">
        <pc:chgData name="Pauline Smyth" userId="de5ce227-53e3-42c9-b7e0-2fb7785ba6f5" providerId="ADAL" clId="{F5DF5FF7-A657-47BB-BA51-045B00EB2A71}" dt="2024-04-27T18:43:58.031" v="4385" actId="113"/>
        <pc:sldMkLst>
          <pc:docMk/>
          <pc:sldMk cId="2258420316" sldId="302"/>
        </pc:sldMkLst>
        <pc:spChg chg="mod">
          <ac:chgData name="Pauline Smyth" userId="de5ce227-53e3-42c9-b7e0-2fb7785ba6f5" providerId="ADAL" clId="{F5DF5FF7-A657-47BB-BA51-045B00EB2A71}" dt="2024-04-27T18:43:02.354" v="4361" actId="20577"/>
          <ac:spMkLst>
            <pc:docMk/>
            <pc:sldMk cId="2258420316" sldId="302"/>
            <ac:spMk id="2" creationId="{3FDD2B19-E137-EE52-F6B5-06733A405EF7}"/>
          </ac:spMkLst>
        </pc:spChg>
        <pc:spChg chg="mod">
          <ac:chgData name="Pauline Smyth" userId="de5ce227-53e3-42c9-b7e0-2fb7785ba6f5" providerId="ADAL" clId="{F5DF5FF7-A657-47BB-BA51-045B00EB2A71}" dt="2024-04-27T18:43:58.031" v="4385" actId="113"/>
          <ac:spMkLst>
            <pc:docMk/>
            <pc:sldMk cId="2258420316" sldId="302"/>
            <ac:spMk id="3" creationId="{6989E06F-71AB-D93A-3EF7-4C8FEB1D3B86}"/>
          </ac:spMkLst>
        </pc:spChg>
      </pc:sldChg>
      <pc:sldChg chg="modSp new mod">
        <pc:chgData name="Pauline Smyth" userId="de5ce227-53e3-42c9-b7e0-2fb7785ba6f5" providerId="ADAL" clId="{F5DF5FF7-A657-47BB-BA51-045B00EB2A71}" dt="2024-04-27T21:03:00.834" v="5687" actId="20577"/>
        <pc:sldMkLst>
          <pc:docMk/>
          <pc:sldMk cId="2709930471" sldId="303"/>
        </pc:sldMkLst>
        <pc:spChg chg="mod">
          <ac:chgData name="Pauline Smyth" userId="de5ce227-53e3-42c9-b7e0-2fb7785ba6f5" providerId="ADAL" clId="{F5DF5FF7-A657-47BB-BA51-045B00EB2A71}" dt="2024-04-27T20:52:22.625" v="5195" actId="1076"/>
          <ac:spMkLst>
            <pc:docMk/>
            <pc:sldMk cId="2709930471" sldId="303"/>
            <ac:spMk id="2" creationId="{4A0BD4D7-B803-F97E-A87C-79A057B520D8}"/>
          </ac:spMkLst>
        </pc:spChg>
        <pc:spChg chg="mod">
          <ac:chgData name="Pauline Smyth" userId="de5ce227-53e3-42c9-b7e0-2fb7785ba6f5" providerId="ADAL" clId="{F5DF5FF7-A657-47BB-BA51-045B00EB2A71}" dt="2024-04-27T21:03:00.834" v="5687" actId="20577"/>
          <ac:spMkLst>
            <pc:docMk/>
            <pc:sldMk cId="2709930471" sldId="303"/>
            <ac:spMk id="3" creationId="{9BD87491-73E8-94F3-F8DB-728F58FE7AED}"/>
          </ac:spMkLst>
        </pc:spChg>
      </pc:sldChg>
      <pc:sldChg chg="modSp add mod">
        <pc:chgData name="Pauline Smyth" userId="de5ce227-53e3-42c9-b7e0-2fb7785ba6f5" providerId="ADAL" clId="{F5DF5FF7-A657-47BB-BA51-045B00EB2A71}" dt="2024-04-27T21:14:38.412" v="6673"/>
        <pc:sldMkLst>
          <pc:docMk/>
          <pc:sldMk cId="3567074293" sldId="304"/>
        </pc:sldMkLst>
        <pc:spChg chg="mod">
          <ac:chgData name="Pauline Smyth" userId="de5ce227-53e3-42c9-b7e0-2fb7785ba6f5" providerId="ADAL" clId="{F5DF5FF7-A657-47BB-BA51-045B00EB2A71}" dt="2024-04-27T21:14:38.412" v="6673"/>
          <ac:spMkLst>
            <pc:docMk/>
            <pc:sldMk cId="3567074293" sldId="304"/>
            <ac:spMk id="3" creationId="{9BD87491-73E8-94F3-F8DB-728F58FE7AED}"/>
          </ac:spMkLst>
        </pc:spChg>
      </pc:sldChg>
      <pc:sldChg chg="add">
        <pc:chgData name="Pauline Smyth" userId="de5ce227-53e3-42c9-b7e0-2fb7785ba6f5" providerId="ADAL" clId="{F5DF5FF7-A657-47BB-BA51-045B00EB2A71}" dt="2024-04-27T21:04:29.517" v="5816" actId="2890"/>
        <pc:sldMkLst>
          <pc:docMk/>
          <pc:sldMk cId="3974958281" sldId="305"/>
        </pc:sldMkLst>
      </pc:sldChg>
      <pc:sldChg chg="modSp add mod">
        <pc:chgData name="Pauline Smyth" userId="de5ce227-53e3-42c9-b7e0-2fb7785ba6f5" providerId="ADAL" clId="{F5DF5FF7-A657-47BB-BA51-045B00EB2A71}" dt="2024-04-27T21:17:54.914" v="6676" actId="6549"/>
        <pc:sldMkLst>
          <pc:docMk/>
          <pc:sldMk cId="2963507500" sldId="306"/>
        </pc:sldMkLst>
        <pc:spChg chg="mod">
          <ac:chgData name="Pauline Smyth" userId="de5ce227-53e3-42c9-b7e0-2fb7785ba6f5" providerId="ADAL" clId="{F5DF5FF7-A657-47BB-BA51-045B00EB2A71}" dt="2024-04-27T21:17:54.914" v="6676" actId="6549"/>
          <ac:spMkLst>
            <pc:docMk/>
            <pc:sldMk cId="2963507500" sldId="306"/>
            <ac:spMk id="3" creationId="{9BD87491-73E8-94F3-F8DB-728F58FE7AED}"/>
          </ac:spMkLst>
        </pc:spChg>
      </pc:sldChg>
      <pc:sldChg chg="modSp add mod">
        <pc:chgData name="Pauline Smyth" userId="de5ce227-53e3-42c9-b7e0-2fb7785ba6f5" providerId="ADAL" clId="{F5DF5FF7-A657-47BB-BA51-045B00EB2A71}" dt="2024-04-27T21:13:18.189" v="6671" actId="20577"/>
        <pc:sldMkLst>
          <pc:docMk/>
          <pc:sldMk cId="48453983" sldId="307"/>
        </pc:sldMkLst>
        <pc:spChg chg="mod">
          <ac:chgData name="Pauline Smyth" userId="de5ce227-53e3-42c9-b7e0-2fb7785ba6f5" providerId="ADAL" clId="{F5DF5FF7-A657-47BB-BA51-045B00EB2A71}" dt="2024-04-27T21:13:18.189" v="6671" actId="20577"/>
          <ac:spMkLst>
            <pc:docMk/>
            <pc:sldMk cId="48453983" sldId="307"/>
            <ac:spMk id="3" creationId="{9BD87491-73E8-94F3-F8DB-728F58FE7AED}"/>
          </ac:spMkLst>
        </pc:spChg>
      </pc:sldChg>
      <pc:sldChg chg="modSp add mod">
        <pc:chgData name="Pauline Smyth" userId="de5ce227-53e3-42c9-b7e0-2fb7785ba6f5" providerId="ADAL" clId="{F5DF5FF7-A657-47BB-BA51-045B00EB2A71}" dt="2024-04-27T21:19:27.294" v="6838" actId="20577"/>
        <pc:sldMkLst>
          <pc:docMk/>
          <pc:sldMk cId="2320998459" sldId="308"/>
        </pc:sldMkLst>
        <pc:spChg chg="mod">
          <ac:chgData name="Pauline Smyth" userId="de5ce227-53e3-42c9-b7e0-2fb7785ba6f5" providerId="ADAL" clId="{F5DF5FF7-A657-47BB-BA51-045B00EB2A71}" dt="2024-04-27T21:19:27.294" v="6838" actId="20577"/>
          <ac:spMkLst>
            <pc:docMk/>
            <pc:sldMk cId="2320998459" sldId="308"/>
            <ac:spMk id="3" creationId="{9BD87491-73E8-94F3-F8DB-728F58FE7AED}"/>
          </ac:spMkLst>
        </pc:spChg>
      </pc:sldChg>
      <pc:sldChg chg="addSp modSp new mod">
        <pc:chgData name="Pauline Smyth" userId="de5ce227-53e3-42c9-b7e0-2fb7785ba6f5" providerId="ADAL" clId="{F5DF5FF7-A657-47BB-BA51-045B00EB2A71}" dt="2024-04-27T21:29:01.255" v="6927" actId="1076"/>
        <pc:sldMkLst>
          <pc:docMk/>
          <pc:sldMk cId="977631733" sldId="309"/>
        </pc:sldMkLst>
        <pc:spChg chg="mod">
          <ac:chgData name="Pauline Smyth" userId="de5ce227-53e3-42c9-b7e0-2fb7785ba6f5" providerId="ADAL" clId="{F5DF5FF7-A657-47BB-BA51-045B00EB2A71}" dt="2024-04-27T21:29:01.255" v="6927" actId="1076"/>
          <ac:spMkLst>
            <pc:docMk/>
            <pc:sldMk cId="977631733" sldId="309"/>
            <ac:spMk id="2" creationId="{A6F7D50D-2F00-5CBC-75AB-447927F5DEA6}"/>
          </ac:spMkLst>
        </pc:spChg>
        <pc:spChg chg="mod">
          <ac:chgData name="Pauline Smyth" userId="de5ce227-53e3-42c9-b7e0-2fb7785ba6f5" providerId="ADAL" clId="{F5DF5FF7-A657-47BB-BA51-045B00EB2A71}" dt="2024-04-27T21:28:54.988" v="6926" actId="27636"/>
          <ac:spMkLst>
            <pc:docMk/>
            <pc:sldMk cId="977631733" sldId="309"/>
            <ac:spMk id="3" creationId="{0C011D5A-6B33-EAA8-D0B0-B826492AC6F3}"/>
          </ac:spMkLst>
        </pc:spChg>
        <pc:picChg chg="add mod">
          <ac:chgData name="Pauline Smyth" userId="de5ce227-53e3-42c9-b7e0-2fb7785ba6f5" providerId="ADAL" clId="{F5DF5FF7-A657-47BB-BA51-045B00EB2A71}" dt="2024-04-27T21:28:14.411" v="6923" actId="1076"/>
          <ac:picMkLst>
            <pc:docMk/>
            <pc:sldMk cId="977631733" sldId="309"/>
            <ac:picMk id="1026" creationId="{E9240142-C5CD-FAAE-0EE3-E19E8FCE518B}"/>
          </ac:picMkLst>
        </pc:picChg>
      </pc:sldChg>
      <pc:sldChg chg="delSp modSp add mod">
        <pc:chgData name="Pauline Smyth" userId="de5ce227-53e3-42c9-b7e0-2fb7785ba6f5" providerId="ADAL" clId="{F5DF5FF7-A657-47BB-BA51-045B00EB2A71}" dt="2024-04-27T21:32:27.878" v="6934" actId="113"/>
        <pc:sldMkLst>
          <pc:docMk/>
          <pc:sldMk cId="3329761297" sldId="310"/>
        </pc:sldMkLst>
        <pc:spChg chg="mod">
          <ac:chgData name="Pauline Smyth" userId="de5ce227-53e3-42c9-b7e0-2fb7785ba6f5" providerId="ADAL" clId="{F5DF5FF7-A657-47BB-BA51-045B00EB2A71}" dt="2024-04-27T21:32:27.878" v="6934" actId="113"/>
          <ac:spMkLst>
            <pc:docMk/>
            <pc:sldMk cId="3329761297" sldId="310"/>
            <ac:spMk id="3" creationId="{0C011D5A-6B33-EAA8-D0B0-B826492AC6F3}"/>
          </ac:spMkLst>
        </pc:spChg>
        <pc:picChg chg="del">
          <ac:chgData name="Pauline Smyth" userId="de5ce227-53e3-42c9-b7e0-2fb7785ba6f5" providerId="ADAL" clId="{F5DF5FF7-A657-47BB-BA51-045B00EB2A71}" dt="2024-04-27T21:32:07.719" v="6929" actId="478"/>
          <ac:picMkLst>
            <pc:docMk/>
            <pc:sldMk cId="3329761297" sldId="310"/>
            <ac:picMk id="1026" creationId="{E9240142-C5CD-FAAE-0EE3-E19E8FCE518B}"/>
          </ac:picMkLst>
        </pc:picChg>
      </pc:sldChg>
      <pc:sldChg chg="modSp add mod">
        <pc:chgData name="Pauline Smyth" userId="de5ce227-53e3-42c9-b7e0-2fb7785ba6f5" providerId="ADAL" clId="{F5DF5FF7-A657-47BB-BA51-045B00EB2A71}" dt="2024-04-27T21:34:09.318" v="6939" actId="113"/>
        <pc:sldMkLst>
          <pc:docMk/>
          <pc:sldMk cId="1528412823" sldId="311"/>
        </pc:sldMkLst>
        <pc:spChg chg="mod">
          <ac:chgData name="Pauline Smyth" userId="de5ce227-53e3-42c9-b7e0-2fb7785ba6f5" providerId="ADAL" clId="{F5DF5FF7-A657-47BB-BA51-045B00EB2A71}" dt="2024-04-27T21:34:09.318" v="6939" actId="113"/>
          <ac:spMkLst>
            <pc:docMk/>
            <pc:sldMk cId="1528412823" sldId="311"/>
            <ac:spMk id="3" creationId="{0C011D5A-6B33-EAA8-D0B0-B826492AC6F3}"/>
          </ac:spMkLst>
        </pc:spChg>
      </pc:sldChg>
      <pc:sldChg chg="addSp modSp new mod">
        <pc:chgData name="Pauline Smyth" userId="de5ce227-53e3-42c9-b7e0-2fb7785ba6f5" providerId="ADAL" clId="{F5DF5FF7-A657-47BB-BA51-045B00EB2A71}" dt="2024-04-27T21:47:08.277" v="7017" actId="1076"/>
        <pc:sldMkLst>
          <pc:docMk/>
          <pc:sldMk cId="2533676301" sldId="312"/>
        </pc:sldMkLst>
        <pc:spChg chg="mod">
          <ac:chgData name="Pauline Smyth" userId="de5ce227-53e3-42c9-b7e0-2fb7785ba6f5" providerId="ADAL" clId="{F5DF5FF7-A657-47BB-BA51-045B00EB2A71}" dt="2024-04-27T21:35:15.278" v="6985" actId="1076"/>
          <ac:spMkLst>
            <pc:docMk/>
            <pc:sldMk cId="2533676301" sldId="312"/>
            <ac:spMk id="2" creationId="{9CE22779-5BE1-9B81-7060-34EFB0C12457}"/>
          </ac:spMkLst>
        </pc:spChg>
        <pc:spChg chg="mod">
          <ac:chgData name="Pauline Smyth" userId="de5ce227-53e3-42c9-b7e0-2fb7785ba6f5" providerId="ADAL" clId="{F5DF5FF7-A657-47BB-BA51-045B00EB2A71}" dt="2024-04-27T21:47:01.035" v="7015" actId="27636"/>
          <ac:spMkLst>
            <pc:docMk/>
            <pc:sldMk cId="2533676301" sldId="312"/>
            <ac:spMk id="3" creationId="{64A33AC5-9512-0DA7-7557-054AAFDDB7A4}"/>
          </ac:spMkLst>
        </pc:spChg>
        <pc:picChg chg="add mod">
          <ac:chgData name="Pauline Smyth" userId="de5ce227-53e3-42c9-b7e0-2fb7785ba6f5" providerId="ADAL" clId="{F5DF5FF7-A657-47BB-BA51-045B00EB2A71}" dt="2024-04-27T21:47:08.277" v="7017" actId="1076"/>
          <ac:picMkLst>
            <pc:docMk/>
            <pc:sldMk cId="2533676301" sldId="312"/>
            <ac:picMk id="5" creationId="{745708A8-1281-0BF8-778A-881EB78F9911}"/>
          </ac:picMkLst>
        </pc:picChg>
      </pc:sldChg>
      <pc:sldChg chg="modSp add mod">
        <pc:chgData name="Pauline Smyth" userId="de5ce227-53e3-42c9-b7e0-2fb7785ba6f5" providerId="ADAL" clId="{F5DF5FF7-A657-47BB-BA51-045B00EB2A71}" dt="2024-04-27T21:40:29.226" v="6997" actId="113"/>
        <pc:sldMkLst>
          <pc:docMk/>
          <pc:sldMk cId="493431419" sldId="313"/>
        </pc:sldMkLst>
        <pc:spChg chg="mod">
          <ac:chgData name="Pauline Smyth" userId="de5ce227-53e3-42c9-b7e0-2fb7785ba6f5" providerId="ADAL" clId="{F5DF5FF7-A657-47BB-BA51-045B00EB2A71}" dt="2024-04-27T21:40:29.226" v="6997" actId="113"/>
          <ac:spMkLst>
            <pc:docMk/>
            <pc:sldMk cId="493431419" sldId="313"/>
            <ac:spMk id="3" creationId="{64A33AC5-9512-0DA7-7557-054AAFDDB7A4}"/>
          </ac:spMkLst>
        </pc:spChg>
      </pc:sldChg>
      <pc:sldChg chg="modSp add mod">
        <pc:chgData name="Pauline Smyth" userId="de5ce227-53e3-42c9-b7e0-2fb7785ba6f5" providerId="ADAL" clId="{F5DF5FF7-A657-47BB-BA51-045B00EB2A71}" dt="2024-04-27T21:41:23.450" v="7002" actId="113"/>
        <pc:sldMkLst>
          <pc:docMk/>
          <pc:sldMk cId="619076246" sldId="314"/>
        </pc:sldMkLst>
        <pc:spChg chg="mod">
          <ac:chgData name="Pauline Smyth" userId="de5ce227-53e3-42c9-b7e0-2fb7785ba6f5" providerId="ADAL" clId="{F5DF5FF7-A657-47BB-BA51-045B00EB2A71}" dt="2024-04-27T21:41:23.450" v="7002" actId="113"/>
          <ac:spMkLst>
            <pc:docMk/>
            <pc:sldMk cId="619076246" sldId="314"/>
            <ac:spMk id="3" creationId="{64A33AC5-9512-0DA7-7557-054AAFDDB7A4}"/>
          </ac:spMkLst>
        </pc:spChg>
      </pc:sldChg>
      <pc:sldChg chg="addSp delSp modSp new mod setBg">
        <pc:chgData name="Pauline Smyth" userId="de5ce227-53e3-42c9-b7e0-2fb7785ba6f5" providerId="ADAL" clId="{F5DF5FF7-A657-47BB-BA51-045B00EB2A71}" dt="2024-04-27T21:43:50.268" v="7006" actId="26606"/>
        <pc:sldMkLst>
          <pc:docMk/>
          <pc:sldMk cId="1589420484" sldId="315"/>
        </pc:sldMkLst>
        <pc:spChg chg="del">
          <ac:chgData name="Pauline Smyth" userId="de5ce227-53e3-42c9-b7e0-2fb7785ba6f5" providerId="ADAL" clId="{F5DF5FF7-A657-47BB-BA51-045B00EB2A71}" dt="2024-04-27T21:43:50.268" v="7006" actId="26606"/>
          <ac:spMkLst>
            <pc:docMk/>
            <pc:sldMk cId="1589420484" sldId="315"/>
            <ac:spMk id="2" creationId="{AA8A691C-1A66-7C8D-E930-B65898F53BAD}"/>
          </ac:spMkLst>
        </pc:spChg>
        <pc:spChg chg="del">
          <ac:chgData name="Pauline Smyth" userId="de5ce227-53e3-42c9-b7e0-2fb7785ba6f5" providerId="ADAL" clId="{F5DF5FF7-A657-47BB-BA51-045B00EB2A71}" dt="2024-04-27T21:43:50.268" v="7006" actId="26606"/>
          <ac:spMkLst>
            <pc:docMk/>
            <pc:sldMk cId="1589420484" sldId="315"/>
            <ac:spMk id="3" creationId="{08540DA1-8FCF-E18D-AAB7-747403CA6647}"/>
          </ac:spMkLst>
        </pc:spChg>
        <pc:spChg chg="add">
          <ac:chgData name="Pauline Smyth" userId="de5ce227-53e3-42c9-b7e0-2fb7785ba6f5" providerId="ADAL" clId="{F5DF5FF7-A657-47BB-BA51-045B00EB2A71}" dt="2024-04-27T21:43:50.268" v="7006" actId="26606"/>
          <ac:spMkLst>
            <pc:docMk/>
            <pc:sldMk cId="1589420484" sldId="315"/>
            <ac:spMk id="2055" creationId="{42A4FC2C-047E-45A5-965D-8E1E3BF09BC6}"/>
          </ac:spMkLst>
        </pc:spChg>
        <pc:picChg chg="add mod">
          <ac:chgData name="Pauline Smyth" userId="de5ce227-53e3-42c9-b7e0-2fb7785ba6f5" providerId="ADAL" clId="{F5DF5FF7-A657-47BB-BA51-045B00EB2A71}" dt="2024-04-27T21:43:50.268" v="7006" actId="26606"/>
          <ac:picMkLst>
            <pc:docMk/>
            <pc:sldMk cId="1589420484" sldId="315"/>
            <ac:picMk id="2050" creationId="{219CBE2C-972F-B971-623D-C29CE93CB3AD}"/>
          </ac:picMkLst>
        </pc:picChg>
      </pc:sldChg>
    </pc:docChg>
  </pc:docChgLst>
  <pc:docChgLst>
    <pc:chgData name="Pauline Smyth" userId="S::psmyth.spc@lmetb.ie::de5ce227-53e3-42c9-b7e0-2fb7785ba6f5" providerId="AD" clId="Web-{42236B96-5E04-A598-D480-DC9955B057DF}"/>
    <pc:docChg chg="addSld modSld">
      <pc:chgData name="Pauline Smyth" userId="S::psmyth.spc@lmetb.ie::de5ce227-53e3-42c9-b7e0-2fb7785ba6f5" providerId="AD" clId="Web-{42236B96-5E04-A598-D480-DC9955B057DF}" dt="2024-04-24T20:31:25.779" v="199" actId="20577"/>
      <pc:docMkLst>
        <pc:docMk/>
      </pc:docMkLst>
      <pc:sldChg chg="modSp">
        <pc:chgData name="Pauline Smyth" userId="S::psmyth.spc@lmetb.ie::de5ce227-53e3-42c9-b7e0-2fb7785ba6f5" providerId="AD" clId="Web-{42236B96-5E04-A598-D480-DC9955B057DF}" dt="2024-04-24T20:31:25.779" v="199" actId="20577"/>
        <pc:sldMkLst>
          <pc:docMk/>
          <pc:sldMk cId="1170816698" sldId="275"/>
        </pc:sldMkLst>
        <pc:spChg chg="mod">
          <ac:chgData name="Pauline Smyth" userId="S::psmyth.spc@lmetb.ie::de5ce227-53e3-42c9-b7e0-2fb7785ba6f5" providerId="AD" clId="Web-{42236B96-5E04-A598-D480-DC9955B057DF}" dt="2024-04-24T20:31:25.779" v="199" actId="20577"/>
          <ac:spMkLst>
            <pc:docMk/>
            <pc:sldMk cId="1170816698" sldId="275"/>
            <ac:spMk id="3" creationId="{6989E06F-71AB-D93A-3EF7-4C8FEB1D3B86}"/>
          </ac:spMkLst>
        </pc:spChg>
      </pc:sldChg>
      <pc:sldChg chg="modSp add replId">
        <pc:chgData name="Pauline Smyth" userId="S::psmyth.spc@lmetb.ie::de5ce227-53e3-42c9-b7e0-2fb7785ba6f5" providerId="AD" clId="Web-{42236B96-5E04-A598-D480-DC9955B057DF}" dt="2024-04-24T20:31:01.263" v="195" actId="20577"/>
        <pc:sldMkLst>
          <pc:docMk/>
          <pc:sldMk cId="2491866046" sldId="283"/>
        </pc:sldMkLst>
        <pc:spChg chg="mod">
          <ac:chgData name="Pauline Smyth" userId="S::psmyth.spc@lmetb.ie::de5ce227-53e3-42c9-b7e0-2fb7785ba6f5" providerId="AD" clId="Web-{42236B96-5E04-A598-D480-DC9955B057DF}" dt="2024-04-24T20:31:01.263" v="195" actId="20577"/>
          <ac:spMkLst>
            <pc:docMk/>
            <pc:sldMk cId="2491866046" sldId="283"/>
            <ac:spMk id="3" creationId="{6989E06F-71AB-D93A-3EF7-4C8FEB1D3B86}"/>
          </ac:spMkLst>
        </pc:spChg>
      </pc:sldChg>
    </pc:docChg>
  </pc:docChgLst>
  <pc:docChgLst>
    <pc:chgData name="Pauline Smyth" userId="S::psmyth.spc@lmetb.ie::de5ce227-53e3-42c9-b7e0-2fb7785ba6f5" providerId="AD" clId="Web-{1388BB1B-2F69-17C5-7225-7004FDCFE327}"/>
    <pc:docChg chg="addSld modSld">
      <pc:chgData name="Pauline Smyth" userId="S::psmyth.spc@lmetb.ie::de5ce227-53e3-42c9-b7e0-2fb7785ba6f5" providerId="AD" clId="Web-{1388BB1B-2F69-17C5-7225-7004FDCFE327}" dt="2024-04-24T21:57:52.609" v="942"/>
      <pc:docMkLst>
        <pc:docMk/>
      </pc:docMkLst>
      <pc:sldChg chg="modSp">
        <pc:chgData name="Pauline Smyth" userId="S::psmyth.spc@lmetb.ie::de5ce227-53e3-42c9-b7e0-2fb7785ba6f5" providerId="AD" clId="Web-{1388BB1B-2F69-17C5-7225-7004FDCFE327}" dt="2024-04-24T21:34:10.063" v="199" actId="20577"/>
        <pc:sldMkLst>
          <pc:docMk/>
          <pc:sldMk cId="2697335529" sldId="286"/>
        </pc:sldMkLst>
        <pc:spChg chg="mod">
          <ac:chgData name="Pauline Smyth" userId="S::psmyth.spc@lmetb.ie::de5ce227-53e3-42c9-b7e0-2fb7785ba6f5" providerId="AD" clId="Web-{1388BB1B-2F69-17C5-7225-7004FDCFE327}" dt="2024-04-24T21:34:10.063" v="199" actId="20577"/>
          <ac:spMkLst>
            <pc:docMk/>
            <pc:sldMk cId="2697335529" sldId="286"/>
            <ac:spMk id="3" creationId="{6989E06F-71AB-D93A-3EF7-4C8FEB1D3B86}"/>
          </ac:spMkLst>
        </pc:spChg>
      </pc:sldChg>
      <pc:sldChg chg="modSp add replId">
        <pc:chgData name="Pauline Smyth" userId="S::psmyth.spc@lmetb.ie::de5ce227-53e3-42c9-b7e0-2fb7785ba6f5" providerId="AD" clId="Web-{1388BB1B-2F69-17C5-7225-7004FDCFE327}" dt="2024-04-24T21:48:44.660" v="585" actId="20577"/>
        <pc:sldMkLst>
          <pc:docMk/>
          <pc:sldMk cId="1613860154" sldId="287"/>
        </pc:sldMkLst>
        <pc:spChg chg="mod">
          <ac:chgData name="Pauline Smyth" userId="S::psmyth.spc@lmetb.ie::de5ce227-53e3-42c9-b7e0-2fb7785ba6f5" providerId="AD" clId="Web-{1388BB1B-2F69-17C5-7225-7004FDCFE327}" dt="2024-04-24T21:35:11.236" v="217" actId="20577"/>
          <ac:spMkLst>
            <pc:docMk/>
            <pc:sldMk cId="1613860154" sldId="287"/>
            <ac:spMk id="2" creationId="{3FDD2B19-E137-EE52-F6B5-06733A405EF7}"/>
          </ac:spMkLst>
        </pc:spChg>
        <pc:spChg chg="mod">
          <ac:chgData name="Pauline Smyth" userId="S::psmyth.spc@lmetb.ie::de5ce227-53e3-42c9-b7e0-2fb7785ba6f5" providerId="AD" clId="Web-{1388BB1B-2F69-17C5-7225-7004FDCFE327}" dt="2024-04-24T21:48:44.660" v="585" actId="20577"/>
          <ac:spMkLst>
            <pc:docMk/>
            <pc:sldMk cId="1613860154" sldId="287"/>
            <ac:spMk id="3" creationId="{6989E06F-71AB-D93A-3EF7-4C8FEB1D3B86}"/>
          </ac:spMkLst>
        </pc:spChg>
      </pc:sldChg>
      <pc:sldChg chg="modSp add replId">
        <pc:chgData name="Pauline Smyth" userId="S::psmyth.spc@lmetb.ie::de5ce227-53e3-42c9-b7e0-2fb7785ba6f5" providerId="AD" clId="Web-{1388BB1B-2F69-17C5-7225-7004FDCFE327}" dt="2024-04-24T21:49:19.958" v="594" actId="20577"/>
        <pc:sldMkLst>
          <pc:docMk/>
          <pc:sldMk cId="3682441353" sldId="288"/>
        </pc:sldMkLst>
        <pc:spChg chg="mod">
          <ac:chgData name="Pauline Smyth" userId="S::psmyth.spc@lmetb.ie::de5ce227-53e3-42c9-b7e0-2fb7785ba6f5" providerId="AD" clId="Web-{1388BB1B-2F69-17C5-7225-7004FDCFE327}" dt="2024-04-24T21:49:19.958" v="594" actId="20577"/>
          <ac:spMkLst>
            <pc:docMk/>
            <pc:sldMk cId="3682441353" sldId="288"/>
            <ac:spMk id="3" creationId="{6989E06F-71AB-D93A-3EF7-4C8FEB1D3B86}"/>
          </ac:spMkLst>
        </pc:spChg>
      </pc:sldChg>
      <pc:sldChg chg="modSp add replId">
        <pc:chgData name="Pauline Smyth" userId="S::psmyth.spc@lmetb.ie::de5ce227-53e3-42c9-b7e0-2fb7785ba6f5" providerId="AD" clId="Web-{1388BB1B-2F69-17C5-7225-7004FDCFE327}" dt="2024-04-24T21:57:52.609" v="942"/>
        <pc:sldMkLst>
          <pc:docMk/>
          <pc:sldMk cId="1536190480" sldId="289"/>
        </pc:sldMkLst>
        <pc:spChg chg="mod">
          <ac:chgData name="Pauline Smyth" userId="S::psmyth.spc@lmetb.ie::de5ce227-53e3-42c9-b7e0-2fb7785ba6f5" providerId="AD" clId="Web-{1388BB1B-2F69-17C5-7225-7004FDCFE327}" dt="2024-04-24T21:50:05.130" v="617"/>
          <ac:spMkLst>
            <pc:docMk/>
            <pc:sldMk cId="1536190480" sldId="289"/>
            <ac:spMk id="2" creationId="{3FDD2B19-E137-EE52-F6B5-06733A405EF7}"/>
          </ac:spMkLst>
        </pc:spChg>
        <pc:spChg chg="mod">
          <ac:chgData name="Pauline Smyth" userId="S::psmyth.spc@lmetb.ie::de5ce227-53e3-42c9-b7e0-2fb7785ba6f5" providerId="AD" clId="Web-{1388BB1B-2F69-17C5-7225-7004FDCFE327}" dt="2024-04-24T21:57:52.609" v="942"/>
          <ac:spMkLst>
            <pc:docMk/>
            <pc:sldMk cId="1536190480" sldId="289"/>
            <ac:spMk id="3" creationId="{6989E06F-71AB-D93A-3EF7-4C8FEB1D3B86}"/>
          </ac:spMkLst>
        </pc:spChg>
      </pc:sldChg>
    </pc:docChg>
  </pc:docChgLst>
  <pc:docChgLst>
    <pc:chgData name="Pauline Smyth" userId="S::psmyth.spc@lmetb.ie::de5ce227-53e3-42c9-b7e0-2fb7785ba6f5" providerId="AD" clId="Web-{3B95ABC0-2CEA-47F8-50CD-9A0C4EBB5A34}"/>
    <pc:docChg chg="modSld">
      <pc:chgData name="Pauline Smyth" userId="S::psmyth.spc@lmetb.ie::de5ce227-53e3-42c9-b7e0-2fb7785ba6f5" providerId="AD" clId="Web-{3B95ABC0-2CEA-47F8-50CD-9A0C4EBB5A34}" dt="2024-04-24T20:41:30.487" v="231" actId="20577"/>
      <pc:docMkLst>
        <pc:docMk/>
      </pc:docMkLst>
      <pc:sldChg chg="modSp">
        <pc:chgData name="Pauline Smyth" userId="S::psmyth.spc@lmetb.ie::de5ce227-53e3-42c9-b7e0-2fb7785ba6f5" providerId="AD" clId="Web-{3B95ABC0-2CEA-47F8-50CD-9A0C4EBB5A34}" dt="2024-04-24T20:41:30.487" v="231" actId="20577"/>
        <pc:sldMkLst>
          <pc:docMk/>
          <pc:sldMk cId="2755409882" sldId="276"/>
        </pc:sldMkLst>
        <pc:spChg chg="mod">
          <ac:chgData name="Pauline Smyth" userId="S::psmyth.spc@lmetb.ie::de5ce227-53e3-42c9-b7e0-2fb7785ba6f5" providerId="AD" clId="Web-{3B95ABC0-2CEA-47F8-50CD-9A0C4EBB5A34}" dt="2024-04-24T20:41:30.487" v="231" actId="20577"/>
          <ac:spMkLst>
            <pc:docMk/>
            <pc:sldMk cId="2755409882" sldId="276"/>
            <ac:spMk id="3" creationId="{6989E06F-71AB-D93A-3EF7-4C8FEB1D3B86}"/>
          </ac:spMkLst>
        </pc:spChg>
      </pc:sldChg>
      <pc:sldChg chg="modSp">
        <pc:chgData name="Pauline Smyth" userId="S::psmyth.spc@lmetb.ie::de5ce227-53e3-42c9-b7e0-2fb7785ba6f5" providerId="AD" clId="Web-{3B95ABC0-2CEA-47F8-50CD-9A0C4EBB5A34}" dt="2024-04-24T20:37:32.949" v="222" actId="20577"/>
        <pc:sldMkLst>
          <pc:docMk/>
          <pc:sldMk cId="2491866046" sldId="283"/>
        </pc:sldMkLst>
        <pc:spChg chg="mod">
          <ac:chgData name="Pauline Smyth" userId="S::psmyth.spc@lmetb.ie::de5ce227-53e3-42c9-b7e0-2fb7785ba6f5" providerId="AD" clId="Web-{3B95ABC0-2CEA-47F8-50CD-9A0C4EBB5A34}" dt="2024-04-24T20:37:32.949" v="222" actId="20577"/>
          <ac:spMkLst>
            <pc:docMk/>
            <pc:sldMk cId="2491866046" sldId="283"/>
            <ac:spMk id="3" creationId="{6989E06F-71AB-D93A-3EF7-4C8FEB1D3B86}"/>
          </ac:spMkLst>
        </pc:spChg>
      </pc:sldChg>
    </pc:docChg>
  </pc:docChgLst>
  <pc:docChgLst>
    <pc:chgData name="Pauline Smyth" userId="S::psmyth.spc@lmetb.ie::de5ce227-53e3-42c9-b7e0-2fb7785ba6f5" providerId="AD" clId="Web-{6F6A6E08-BA1D-A5D2-0C7C-9E5279F351A8}"/>
    <pc:docChg chg="addSld modSld">
      <pc:chgData name="Pauline Smyth" userId="S::psmyth.spc@lmetb.ie::de5ce227-53e3-42c9-b7e0-2fb7785ba6f5" providerId="AD" clId="Web-{6F6A6E08-BA1D-A5D2-0C7C-9E5279F351A8}" dt="2024-04-24T21:25:53.979" v="373" actId="20577"/>
      <pc:docMkLst>
        <pc:docMk/>
      </pc:docMkLst>
      <pc:sldChg chg="modSp">
        <pc:chgData name="Pauline Smyth" userId="S::psmyth.spc@lmetb.ie::de5ce227-53e3-42c9-b7e0-2fb7785ba6f5" providerId="AD" clId="Web-{6F6A6E08-BA1D-A5D2-0C7C-9E5279F351A8}" dt="2024-04-24T21:19:38.557" v="24" actId="20577"/>
        <pc:sldMkLst>
          <pc:docMk/>
          <pc:sldMk cId="1727374819" sldId="285"/>
        </pc:sldMkLst>
        <pc:spChg chg="mod">
          <ac:chgData name="Pauline Smyth" userId="S::psmyth.spc@lmetb.ie::de5ce227-53e3-42c9-b7e0-2fb7785ba6f5" providerId="AD" clId="Web-{6F6A6E08-BA1D-A5D2-0C7C-9E5279F351A8}" dt="2024-04-24T21:19:38.557" v="24" actId="20577"/>
          <ac:spMkLst>
            <pc:docMk/>
            <pc:sldMk cId="1727374819" sldId="285"/>
            <ac:spMk id="3" creationId="{6989E06F-71AB-D93A-3EF7-4C8FEB1D3B86}"/>
          </ac:spMkLst>
        </pc:spChg>
      </pc:sldChg>
      <pc:sldChg chg="modSp add replId">
        <pc:chgData name="Pauline Smyth" userId="S::psmyth.spc@lmetb.ie::de5ce227-53e3-42c9-b7e0-2fb7785ba6f5" providerId="AD" clId="Web-{6F6A6E08-BA1D-A5D2-0C7C-9E5279F351A8}" dt="2024-04-24T21:25:53.979" v="373" actId="20577"/>
        <pc:sldMkLst>
          <pc:docMk/>
          <pc:sldMk cId="2697335529" sldId="286"/>
        </pc:sldMkLst>
        <pc:spChg chg="mod">
          <ac:chgData name="Pauline Smyth" userId="S::psmyth.spc@lmetb.ie::de5ce227-53e3-42c9-b7e0-2fb7785ba6f5" providerId="AD" clId="Web-{6F6A6E08-BA1D-A5D2-0C7C-9E5279F351A8}" dt="2024-04-24T21:25:53.979" v="373" actId="20577"/>
          <ac:spMkLst>
            <pc:docMk/>
            <pc:sldMk cId="2697335529" sldId="286"/>
            <ac:spMk id="3" creationId="{6989E06F-71AB-D93A-3EF7-4C8FEB1D3B8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A074-896D-6832-D547-03EEF3C725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ED063BD3-FCC5-A990-F854-2245C28627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65E94E86-C0A7-5B0E-FD52-D3F96EC0361C}"/>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5" name="Footer Placeholder 4">
            <a:extLst>
              <a:ext uri="{FF2B5EF4-FFF2-40B4-BE49-F238E27FC236}">
                <a16:creationId xmlns:a16="http://schemas.microsoft.com/office/drawing/2014/main" id="{080528C7-AEE9-B401-25EB-CD3B713CBEED}"/>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2CD3F48-4954-4D34-1239-E4BC3AEAFD9B}"/>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42037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FDFE-6131-9979-8A99-63107E216713}"/>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0F3ECC46-ED5F-883B-66AB-27BFA1E30E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4B9965F-7392-2F2B-A51B-B61918CE03F9}"/>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5" name="Footer Placeholder 4">
            <a:extLst>
              <a:ext uri="{FF2B5EF4-FFF2-40B4-BE49-F238E27FC236}">
                <a16:creationId xmlns:a16="http://schemas.microsoft.com/office/drawing/2014/main" id="{35061424-D200-AFCD-9273-420F38417AE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CC1B5B7-510C-39A2-BDFC-D2017966D825}"/>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1604737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F83E2-9975-7A8F-2F5C-D7E5CFD77C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C19840D8-17B2-2E09-0C34-00D5B44BF7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588E6-38C3-97B6-4F9F-536D40968A13}"/>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5" name="Footer Placeholder 4">
            <a:extLst>
              <a:ext uri="{FF2B5EF4-FFF2-40B4-BE49-F238E27FC236}">
                <a16:creationId xmlns:a16="http://schemas.microsoft.com/office/drawing/2014/main" id="{09445D98-86BD-9E24-7679-C53334684DE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413784D-E6EC-1F12-745D-404DC0CF5B63}"/>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3820804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4E64F-391F-B0F6-CDC8-913888492F2E}"/>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CC8775AF-D738-1ED7-E73D-2A887D7F7B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EA65A9EB-97A2-D60D-2755-B69E5E875F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97C4FF24-D9E6-5408-1526-2C720BDA4C2E}"/>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6" name="Footer Placeholder 5">
            <a:extLst>
              <a:ext uri="{FF2B5EF4-FFF2-40B4-BE49-F238E27FC236}">
                <a16:creationId xmlns:a16="http://schemas.microsoft.com/office/drawing/2014/main" id="{1842066A-1F75-E3DD-23A0-A0183775B9B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4015DC76-3515-0741-52E3-F2EA8400F496}"/>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1993221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FC063-B757-FA84-A7D1-7F265E707938}"/>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573196CB-D8FA-05FD-A476-B96D4BAA76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4F08BC-F1A6-BDB8-AE4E-15C8603DCA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24BEA8B9-37C0-D92D-7B34-40CB1AD8B9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4E4DB8-17A9-30CC-05D6-720FF80134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0F0EB7F7-A342-09B2-9BE9-B0442FDEE5C4}"/>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8" name="Footer Placeholder 7">
            <a:extLst>
              <a:ext uri="{FF2B5EF4-FFF2-40B4-BE49-F238E27FC236}">
                <a16:creationId xmlns:a16="http://schemas.microsoft.com/office/drawing/2014/main" id="{C2D08D2E-A0C8-6757-1D19-044B32DD6AB9}"/>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B2A27D0-3EBB-3403-847F-370A9CE88F07}"/>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1666781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A1DE1-0D33-3C9F-EF34-F6CE1F312068}"/>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ABE55F5A-33AF-93E6-84AF-6CC80F95C651}"/>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4" name="Footer Placeholder 3">
            <a:extLst>
              <a:ext uri="{FF2B5EF4-FFF2-40B4-BE49-F238E27FC236}">
                <a16:creationId xmlns:a16="http://schemas.microsoft.com/office/drawing/2014/main" id="{30E0F4A1-A365-7D64-9C26-1D79A455193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1FEE6C3A-C5E3-83C4-7C8C-BCC4C31ADC86}"/>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3342948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0470A6-3820-32BA-584D-FFA7D77940ED}"/>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3" name="Footer Placeholder 2">
            <a:extLst>
              <a:ext uri="{FF2B5EF4-FFF2-40B4-BE49-F238E27FC236}">
                <a16:creationId xmlns:a16="http://schemas.microsoft.com/office/drawing/2014/main" id="{CE79D58F-B784-D234-6E27-732917670A02}"/>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4882C772-49C9-666F-0097-486F4EC2194B}"/>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4250092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EAC38-3D19-5E62-A8D5-9251F0718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A8DDB1FF-9A5D-1988-C591-AF10B823D8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41AD533-82AA-4BDC-CC9A-60FA9C3FEA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D9A79E-9A1C-82EF-AB53-434B5E5FB3DF}"/>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6" name="Footer Placeholder 5">
            <a:extLst>
              <a:ext uri="{FF2B5EF4-FFF2-40B4-BE49-F238E27FC236}">
                <a16:creationId xmlns:a16="http://schemas.microsoft.com/office/drawing/2014/main" id="{0F8C9271-7E0C-B79D-4139-B6552A1901E2}"/>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A7B0686-1771-F541-EF4E-FA52700018D9}"/>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2696937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5D958-D471-9541-43E6-AF2BFDE5F5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D1302762-1433-A378-EF40-30C1EC766B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A7D15B53-1F28-13DC-EA7F-06718D23D3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100C8-EE6D-8DA6-6C39-73CAD36A0C7B}"/>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6" name="Footer Placeholder 5">
            <a:extLst>
              <a:ext uri="{FF2B5EF4-FFF2-40B4-BE49-F238E27FC236}">
                <a16:creationId xmlns:a16="http://schemas.microsoft.com/office/drawing/2014/main" id="{C3E6F8F2-6359-6F68-270C-3B40C63804AD}"/>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23FFE3B-7E7A-7FA1-3F84-3958D9446B1E}"/>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104289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641C5-7068-C0C3-868D-2E0E4771E469}"/>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69F36009-0B54-A71D-7767-2C448D3AF4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D061EE3-69B4-C601-0E26-AD6E440AA657}"/>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5" name="Footer Placeholder 4">
            <a:extLst>
              <a:ext uri="{FF2B5EF4-FFF2-40B4-BE49-F238E27FC236}">
                <a16:creationId xmlns:a16="http://schemas.microsoft.com/office/drawing/2014/main" id="{8D8143B8-9552-1E97-49FE-D152B45A135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B3150F5-916B-CC35-7E63-6818E438EDEC}"/>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413986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8B9416-C753-BECB-AB8D-00C525082A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252EF412-6372-2D67-76DE-30E1E02ED0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D68F9E73-0F22-697A-E617-BFF7E571DA6E}"/>
              </a:ext>
            </a:extLst>
          </p:cNvPr>
          <p:cNvSpPr>
            <a:spLocks noGrp="1"/>
          </p:cNvSpPr>
          <p:nvPr>
            <p:ph type="dt" sz="half" idx="10"/>
          </p:nvPr>
        </p:nvSpPr>
        <p:spPr/>
        <p:txBody>
          <a:bodyPr/>
          <a:lstStyle/>
          <a:p>
            <a:fld id="{8A3DAFCD-0E8D-4E59-8F17-C382F35CC895}" type="datetimeFigureOut">
              <a:rPr lang="en-IE" smtClean="0"/>
              <a:t>29/04/2024</a:t>
            </a:fld>
            <a:endParaRPr lang="en-IE"/>
          </a:p>
        </p:txBody>
      </p:sp>
      <p:sp>
        <p:nvSpPr>
          <p:cNvPr id="5" name="Footer Placeholder 4">
            <a:extLst>
              <a:ext uri="{FF2B5EF4-FFF2-40B4-BE49-F238E27FC236}">
                <a16:creationId xmlns:a16="http://schemas.microsoft.com/office/drawing/2014/main" id="{17D5B1EF-CFCD-A878-7014-EB6837638DEB}"/>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71AEEAD-BA74-C586-5234-9954942EB0FA}"/>
              </a:ext>
            </a:extLst>
          </p:cNvPr>
          <p:cNvSpPr>
            <a:spLocks noGrp="1"/>
          </p:cNvSpPr>
          <p:nvPr>
            <p:ph type="sldNum" sz="quarter" idx="12"/>
          </p:nvPr>
        </p:nvSpPr>
        <p:spPr/>
        <p:txBody>
          <a:bodyPr/>
          <a:lstStyle/>
          <a:p>
            <a:fld id="{FF22FAEB-769F-4385-8461-DEE66D44DEC9}" type="slidenum">
              <a:rPr lang="en-IE" smtClean="0"/>
              <a:t>‹#›</a:t>
            </a:fld>
            <a:endParaRPr lang="en-IE"/>
          </a:p>
        </p:txBody>
      </p:sp>
    </p:spTree>
    <p:extLst>
      <p:ext uri="{BB962C8B-B14F-4D97-AF65-F5344CB8AC3E}">
        <p14:creationId xmlns:p14="http://schemas.microsoft.com/office/powerpoint/2010/main" val="2446104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1604AD-6E8F-E199-723A-788C0A3B9A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80945E6-B60E-F5F7-56DD-8F0EBF804A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7807A42-44F5-AD2D-7B06-EC1D5D1C25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3DAFCD-0E8D-4E59-8F17-C382F35CC895}" type="datetimeFigureOut">
              <a:rPr lang="en-IE" smtClean="0"/>
              <a:t>29/04/2024</a:t>
            </a:fld>
            <a:endParaRPr lang="en-IE"/>
          </a:p>
        </p:txBody>
      </p:sp>
      <p:sp>
        <p:nvSpPr>
          <p:cNvPr id="5" name="Footer Placeholder 4">
            <a:extLst>
              <a:ext uri="{FF2B5EF4-FFF2-40B4-BE49-F238E27FC236}">
                <a16:creationId xmlns:a16="http://schemas.microsoft.com/office/drawing/2014/main" id="{D0B1D6A3-1134-C36C-A551-6334538175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E4CE7416-F32B-09E5-8CD1-A4BBDA908C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22FAEB-769F-4385-8461-DEE66D44DEC9}" type="slidenum">
              <a:rPr lang="en-IE" smtClean="0"/>
              <a:t>‹#›</a:t>
            </a:fld>
            <a:endParaRPr lang="en-IE"/>
          </a:p>
        </p:txBody>
      </p:sp>
    </p:spTree>
    <p:extLst>
      <p:ext uri="{BB962C8B-B14F-4D97-AF65-F5344CB8AC3E}">
        <p14:creationId xmlns:p14="http://schemas.microsoft.com/office/powerpoint/2010/main" val="426438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youtube.com/watch?v=BTVLmf0Z6EY"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youtube.com/watch?v=7oc17FXhaFw"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370F6-9C3C-EFFE-D270-014D9781648E}"/>
              </a:ext>
            </a:extLst>
          </p:cNvPr>
          <p:cNvSpPr>
            <a:spLocks noGrp="1"/>
          </p:cNvSpPr>
          <p:nvPr>
            <p:ph type="ctrTitle"/>
          </p:nvPr>
        </p:nvSpPr>
        <p:spPr/>
        <p:txBody>
          <a:bodyPr/>
          <a:lstStyle/>
          <a:p>
            <a:r>
              <a:rPr lang="en-IE"/>
              <a:t>The Software Development Process</a:t>
            </a:r>
          </a:p>
        </p:txBody>
      </p:sp>
      <p:sp>
        <p:nvSpPr>
          <p:cNvPr id="3" name="Subtitle 2">
            <a:extLst>
              <a:ext uri="{FF2B5EF4-FFF2-40B4-BE49-F238E27FC236}">
                <a16:creationId xmlns:a16="http://schemas.microsoft.com/office/drawing/2014/main" id="{45CB2AE8-C4C9-2E28-EE95-742BA3080A04}"/>
              </a:ext>
            </a:extLst>
          </p:cNvPr>
          <p:cNvSpPr>
            <a:spLocks noGrp="1"/>
          </p:cNvSpPr>
          <p:nvPr>
            <p:ph type="subTitle" idx="1"/>
          </p:nvPr>
        </p:nvSpPr>
        <p:spPr/>
        <p:txBody>
          <a:bodyPr/>
          <a:lstStyle/>
          <a:p>
            <a:r>
              <a:rPr lang="en-IE"/>
              <a:t>Leaving Cert Computer Science</a:t>
            </a:r>
          </a:p>
        </p:txBody>
      </p:sp>
    </p:spTree>
    <p:extLst>
      <p:ext uri="{BB962C8B-B14F-4D97-AF65-F5344CB8AC3E}">
        <p14:creationId xmlns:p14="http://schemas.microsoft.com/office/powerpoint/2010/main" val="698786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C27C-55E6-21CA-D5F2-69AE94269646}"/>
              </a:ext>
            </a:extLst>
          </p:cNvPr>
          <p:cNvSpPr>
            <a:spLocks noGrp="1"/>
          </p:cNvSpPr>
          <p:nvPr>
            <p:ph type="title"/>
          </p:nvPr>
        </p:nvSpPr>
        <p:spPr>
          <a:xfrm>
            <a:off x="918099" y="0"/>
            <a:ext cx="10515600" cy="1325563"/>
          </a:xfrm>
        </p:spPr>
        <p:txBody>
          <a:bodyPr/>
          <a:lstStyle/>
          <a:p>
            <a:r>
              <a:rPr lang="en-IE"/>
              <a:t>Introduction</a:t>
            </a:r>
          </a:p>
        </p:txBody>
      </p:sp>
      <p:sp>
        <p:nvSpPr>
          <p:cNvPr id="3" name="Content Placeholder 2">
            <a:extLst>
              <a:ext uri="{FF2B5EF4-FFF2-40B4-BE49-F238E27FC236}">
                <a16:creationId xmlns:a16="http://schemas.microsoft.com/office/drawing/2014/main" id="{B6917C47-89D8-1A02-2F08-8490B99954DE}"/>
              </a:ext>
            </a:extLst>
          </p:cNvPr>
          <p:cNvSpPr>
            <a:spLocks noGrp="1"/>
          </p:cNvSpPr>
          <p:nvPr>
            <p:ph idx="1"/>
          </p:nvPr>
        </p:nvSpPr>
        <p:spPr>
          <a:xfrm>
            <a:off x="639192" y="1020932"/>
            <a:ext cx="10714608" cy="5156031"/>
          </a:xfrm>
        </p:spPr>
        <p:txBody>
          <a:bodyPr>
            <a:normAutofit fontScale="85000" lnSpcReduction="20000"/>
          </a:bodyPr>
          <a:lstStyle/>
          <a:p>
            <a:pPr>
              <a:lnSpc>
                <a:spcPct val="150000"/>
              </a:lnSpc>
            </a:pPr>
            <a:r>
              <a:rPr lang="en-IE"/>
              <a:t>The terms software engineering and software development are used interchangeably. </a:t>
            </a:r>
          </a:p>
          <a:p>
            <a:pPr>
              <a:lnSpc>
                <a:spcPct val="150000"/>
              </a:lnSpc>
            </a:pPr>
            <a:r>
              <a:rPr lang="en-IE"/>
              <a:t>The term software engineering was coined by Margaret Hamilton who led a team that developed the flight software for the NASA Apollo program in 1960’s.</a:t>
            </a:r>
          </a:p>
          <a:p>
            <a:pPr>
              <a:lnSpc>
                <a:spcPct val="150000"/>
              </a:lnSpc>
            </a:pPr>
            <a:r>
              <a:rPr lang="en-IE"/>
              <a:t>Most software development projects follow an </a:t>
            </a:r>
            <a:r>
              <a:rPr lang="en-IE" b="1"/>
              <a:t>organised, structured process</a:t>
            </a:r>
            <a:r>
              <a:rPr lang="en-IE"/>
              <a:t> because this results in a greater chance of:</a:t>
            </a:r>
          </a:p>
          <a:p>
            <a:pPr lvl="1">
              <a:lnSpc>
                <a:spcPct val="150000"/>
              </a:lnSpc>
            </a:pPr>
            <a:r>
              <a:rPr lang="en-IE"/>
              <a:t>Meeting the needs of the user</a:t>
            </a:r>
          </a:p>
          <a:p>
            <a:pPr lvl="1">
              <a:lnSpc>
                <a:spcPct val="150000"/>
              </a:lnSpc>
            </a:pPr>
            <a:r>
              <a:rPr lang="en-IE"/>
              <a:t>Keeping the cost of development within budget</a:t>
            </a:r>
          </a:p>
          <a:p>
            <a:pPr lvl="1">
              <a:lnSpc>
                <a:spcPct val="150000"/>
              </a:lnSpc>
            </a:pPr>
            <a:r>
              <a:rPr lang="en-IE"/>
              <a:t>Delivering the software on time</a:t>
            </a:r>
          </a:p>
          <a:p>
            <a:pPr lvl="1">
              <a:lnSpc>
                <a:spcPct val="150000"/>
              </a:lnSpc>
            </a:pPr>
            <a:r>
              <a:rPr lang="en-IE"/>
              <a:t>Minimising the cost of maintenance</a:t>
            </a:r>
          </a:p>
          <a:p>
            <a:pPr lvl="1">
              <a:lnSpc>
                <a:spcPct val="150000"/>
              </a:lnSpc>
            </a:pPr>
            <a:endParaRPr lang="en-IE"/>
          </a:p>
        </p:txBody>
      </p:sp>
    </p:spTree>
    <p:extLst>
      <p:ext uri="{BB962C8B-B14F-4D97-AF65-F5344CB8AC3E}">
        <p14:creationId xmlns:p14="http://schemas.microsoft.com/office/powerpoint/2010/main" val="3755123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C27C-55E6-21CA-D5F2-69AE94269646}"/>
              </a:ext>
            </a:extLst>
          </p:cNvPr>
          <p:cNvSpPr>
            <a:spLocks noGrp="1"/>
          </p:cNvSpPr>
          <p:nvPr>
            <p:ph type="title"/>
          </p:nvPr>
        </p:nvSpPr>
        <p:spPr>
          <a:xfrm>
            <a:off x="918099" y="-195308"/>
            <a:ext cx="10515600" cy="1325563"/>
          </a:xfrm>
        </p:spPr>
        <p:txBody>
          <a:bodyPr/>
          <a:lstStyle/>
          <a:p>
            <a:r>
              <a:rPr lang="en-IE"/>
              <a:t>Introduction</a:t>
            </a:r>
          </a:p>
        </p:txBody>
      </p:sp>
      <p:sp>
        <p:nvSpPr>
          <p:cNvPr id="3" name="Content Placeholder 2">
            <a:extLst>
              <a:ext uri="{FF2B5EF4-FFF2-40B4-BE49-F238E27FC236}">
                <a16:creationId xmlns:a16="http://schemas.microsoft.com/office/drawing/2014/main" id="{B6917C47-89D8-1A02-2F08-8490B99954DE}"/>
              </a:ext>
            </a:extLst>
          </p:cNvPr>
          <p:cNvSpPr>
            <a:spLocks noGrp="1"/>
          </p:cNvSpPr>
          <p:nvPr>
            <p:ph idx="1"/>
          </p:nvPr>
        </p:nvSpPr>
        <p:spPr>
          <a:xfrm>
            <a:off x="292963" y="976543"/>
            <a:ext cx="11452194" cy="5610688"/>
          </a:xfrm>
        </p:spPr>
        <p:txBody>
          <a:bodyPr>
            <a:normAutofit fontScale="92500" lnSpcReduction="10000"/>
          </a:bodyPr>
          <a:lstStyle/>
          <a:p>
            <a:pPr>
              <a:lnSpc>
                <a:spcPct val="150000"/>
              </a:lnSpc>
            </a:pPr>
            <a:r>
              <a:rPr lang="en-IE"/>
              <a:t>When developing a solution to a problem for a computer system, programmers work through a number of distinct stages. </a:t>
            </a:r>
          </a:p>
          <a:p>
            <a:pPr>
              <a:lnSpc>
                <a:spcPct val="150000"/>
              </a:lnSpc>
            </a:pPr>
            <a:r>
              <a:rPr lang="en-IE"/>
              <a:t>Collectively, these stages are known as the Software Development Lifecycle (SDLC).</a:t>
            </a:r>
          </a:p>
          <a:p>
            <a:pPr>
              <a:lnSpc>
                <a:spcPct val="150000"/>
              </a:lnSpc>
            </a:pPr>
            <a:r>
              <a:rPr lang="en-IE"/>
              <a:t>The arrangement of these stages and how programmers move from one stage to another, is known as the </a:t>
            </a:r>
            <a:r>
              <a:rPr lang="en-IE" b="1"/>
              <a:t>Software Development Methodology</a:t>
            </a:r>
          </a:p>
          <a:p>
            <a:pPr>
              <a:lnSpc>
                <a:spcPct val="150000"/>
              </a:lnSpc>
            </a:pPr>
            <a:r>
              <a:rPr lang="en-IE"/>
              <a:t>The 2 main methodologies you need to be aware of are:</a:t>
            </a:r>
          </a:p>
          <a:p>
            <a:pPr lvl="1">
              <a:lnSpc>
                <a:spcPct val="150000"/>
              </a:lnSpc>
            </a:pPr>
            <a:r>
              <a:rPr lang="en-IE" b="1"/>
              <a:t>Waterfall</a:t>
            </a:r>
          </a:p>
          <a:p>
            <a:pPr lvl="1">
              <a:lnSpc>
                <a:spcPct val="150000"/>
              </a:lnSpc>
            </a:pPr>
            <a:r>
              <a:rPr lang="en-IE" b="1"/>
              <a:t>Agile</a:t>
            </a:r>
          </a:p>
          <a:p>
            <a:pPr>
              <a:lnSpc>
                <a:spcPct val="150000"/>
              </a:lnSpc>
            </a:pPr>
            <a:endParaRPr lang="en-IE"/>
          </a:p>
          <a:p>
            <a:pPr>
              <a:lnSpc>
                <a:spcPct val="150000"/>
              </a:lnSpc>
            </a:pPr>
            <a:endParaRPr lang="en-IE"/>
          </a:p>
        </p:txBody>
      </p:sp>
    </p:spTree>
    <p:extLst>
      <p:ext uri="{BB962C8B-B14F-4D97-AF65-F5344CB8AC3E}">
        <p14:creationId xmlns:p14="http://schemas.microsoft.com/office/powerpoint/2010/main" val="1286770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C27C-55E6-21CA-D5F2-69AE94269646}"/>
              </a:ext>
            </a:extLst>
          </p:cNvPr>
          <p:cNvSpPr>
            <a:spLocks noGrp="1"/>
          </p:cNvSpPr>
          <p:nvPr>
            <p:ph type="title"/>
          </p:nvPr>
        </p:nvSpPr>
        <p:spPr>
          <a:xfrm>
            <a:off x="616258" y="-88776"/>
            <a:ext cx="10515600" cy="1325563"/>
          </a:xfrm>
        </p:spPr>
        <p:txBody>
          <a:bodyPr/>
          <a:lstStyle/>
          <a:p>
            <a:r>
              <a:rPr lang="en-IE"/>
              <a:t>The Client and the user</a:t>
            </a:r>
          </a:p>
        </p:txBody>
      </p:sp>
      <p:sp>
        <p:nvSpPr>
          <p:cNvPr id="3" name="Content Placeholder 2">
            <a:extLst>
              <a:ext uri="{FF2B5EF4-FFF2-40B4-BE49-F238E27FC236}">
                <a16:creationId xmlns:a16="http://schemas.microsoft.com/office/drawing/2014/main" id="{B6917C47-89D8-1A02-2F08-8490B99954DE}"/>
              </a:ext>
            </a:extLst>
          </p:cNvPr>
          <p:cNvSpPr>
            <a:spLocks noGrp="1"/>
          </p:cNvSpPr>
          <p:nvPr>
            <p:ph idx="1"/>
          </p:nvPr>
        </p:nvSpPr>
        <p:spPr>
          <a:xfrm>
            <a:off x="292963" y="976543"/>
            <a:ext cx="11452194" cy="5610688"/>
          </a:xfrm>
        </p:spPr>
        <p:txBody>
          <a:bodyPr>
            <a:normAutofit/>
          </a:bodyPr>
          <a:lstStyle/>
          <a:p>
            <a:pPr>
              <a:lnSpc>
                <a:spcPct val="150000"/>
              </a:lnSpc>
            </a:pPr>
            <a:r>
              <a:rPr lang="en-IE" b="1"/>
              <a:t>The client </a:t>
            </a:r>
            <a:r>
              <a:rPr lang="en-IE"/>
              <a:t>is the person in an organisation who has commissioned the software project</a:t>
            </a:r>
          </a:p>
          <a:p>
            <a:pPr>
              <a:lnSpc>
                <a:spcPct val="150000"/>
              </a:lnSpc>
            </a:pPr>
            <a:r>
              <a:rPr lang="en-IE" b="1"/>
              <a:t>The User, </a:t>
            </a:r>
            <a:r>
              <a:rPr lang="en-IE"/>
              <a:t>the individual(s) who will actually be using the software</a:t>
            </a:r>
            <a:r>
              <a:rPr lang="en-IE" b="1"/>
              <a:t> </a:t>
            </a:r>
          </a:p>
          <a:p>
            <a:pPr>
              <a:lnSpc>
                <a:spcPct val="150000"/>
              </a:lnSpc>
            </a:pPr>
            <a:endParaRPr lang="en-IE" b="1"/>
          </a:p>
          <a:p>
            <a:pPr>
              <a:lnSpc>
                <a:spcPct val="150000"/>
              </a:lnSpc>
            </a:pPr>
            <a:endParaRPr lang="en-IE"/>
          </a:p>
          <a:p>
            <a:pPr>
              <a:lnSpc>
                <a:spcPct val="150000"/>
              </a:lnSpc>
            </a:pPr>
            <a:endParaRPr lang="en-IE"/>
          </a:p>
        </p:txBody>
      </p:sp>
    </p:spTree>
    <p:extLst>
      <p:ext uri="{BB962C8B-B14F-4D97-AF65-F5344CB8AC3E}">
        <p14:creationId xmlns:p14="http://schemas.microsoft.com/office/powerpoint/2010/main" val="10083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0EAF0-0EDF-14BC-71C7-87ABF45ACFC6}"/>
              </a:ext>
            </a:extLst>
          </p:cNvPr>
          <p:cNvSpPr>
            <a:spLocks noGrp="1"/>
          </p:cNvSpPr>
          <p:nvPr>
            <p:ph type="title"/>
          </p:nvPr>
        </p:nvSpPr>
        <p:spPr/>
        <p:txBody>
          <a:bodyPr>
            <a:normAutofit/>
          </a:bodyPr>
          <a:lstStyle/>
          <a:p>
            <a:r>
              <a:rPr lang="en-IE"/>
              <a:t>Stages of Software Development Life Cycle</a:t>
            </a:r>
          </a:p>
        </p:txBody>
      </p:sp>
      <p:sp>
        <p:nvSpPr>
          <p:cNvPr id="3" name="Content Placeholder 2">
            <a:extLst>
              <a:ext uri="{FF2B5EF4-FFF2-40B4-BE49-F238E27FC236}">
                <a16:creationId xmlns:a16="http://schemas.microsoft.com/office/drawing/2014/main" id="{EA86927A-AF37-9575-2A38-EB63BCE51D19}"/>
              </a:ext>
            </a:extLst>
          </p:cNvPr>
          <p:cNvSpPr>
            <a:spLocks noGrp="1"/>
          </p:cNvSpPr>
          <p:nvPr>
            <p:ph idx="1"/>
          </p:nvPr>
        </p:nvSpPr>
        <p:spPr/>
        <p:txBody>
          <a:bodyPr/>
          <a:lstStyle/>
          <a:p>
            <a:endParaRPr lang="en-IE"/>
          </a:p>
        </p:txBody>
      </p:sp>
      <p:pic>
        <p:nvPicPr>
          <p:cNvPr id="7" name="Picture 6">
            <a:extLst>
              <a:ext uri="{FF2B5EF4-FFF2-40B4-BE49-F238E27FC236}">
                <a16:creationId xmlns:a16="http://schemas.microsoft.com/office/drawing/2014/main" id="{741830C1-BEEF-AD3D-49F2-5F2F5230399F}"/>
              </a:ext>
            </a:extLst>
          </p:cNvPr>
          <p:cNvPicPr>
            <a:picLocks noChangeAspect="1"/>
          </p:cNvPicPr>
          <p:nvPr/>
        </p:nvPicPr>
        <p:blipFill>
          <a:blip r:embed="rId2"/>
          <a:stretch>
            <a:fillRect/>
          </a:stretch>
        </p:blipFill>
        <p:spPr>
          <a:xfrm>
            <a:off x="908304" y="1728216"/>
            <a:ext cx="10378703" cy="3980238"/>
          </a:xfrm>
          <a:prstGeom prst="rect">
            <a:avLst/>
          </a:prstGeom>
        </p:spPr>
      </p:pic>
    </p:spTree>
    <p:extLst>
      <p:ext uri="{BB962C8B-B14F-4D97-AF65-F5344CB8AC3E}">
        <p14:creationId xmlns:p14="http://schemas.microsoft.com/office/powerpoint/2010/main" val="854244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390617" y="-282945"/>
            <a:ext cx="10515600" cy="1325563"/>
          </a:xfrm>
        </p:spPr>
        <p:txBody>
          <a:bodyPr/>
          <a:lstStyle/>
          <a:p>
            <a:r>
              <a:rPr lang="en-IE"/>
              <a:t>Stage 1 -&gt; Investigate (Analyse)</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90617" y="850037"/>
            <a:ext cx="11354540" cy="5765317"/>
          </a:xfrm>
        </p:spPr>
        <p:txBody>
          <a:bodyPr vert="horz" lIns="91440" tIns="45720" rIns="91440" bIns="45720" rtlCol="0" anchor="t">
            <a:normAutofit fontScale="92500" lnSpcReduction="20000"/>
          </a:bodyPr>
          <a:lstStyle/>
          <a:p>
            <a:pPr>
              <a:lnSpc>
                <a:spcPct val="150000"/>
              </a:lnSpc>
            </a:pPr>
            <a:r>
              <a:rPr lang="en-IE" b="1">
                <a:ea typeface="Calibri"/>
                <a:cs typeface="Calibri"/>
              </a:rPr>
              <a:t>Understand the problem: </a:t>
            </a:r>
            <a:r>
              <a:rPr lang="en-IE">
                <a:ea typeface="+mn-lt"/>
                <a:cs typeface="+mn-lt"/>
              </a:rPr>
              <a:t>the developers need to know what they're trying to solve. They figure out what the software needs to do, who will use it, and what problems it should solve.</a:t>
            </a:r>
          </a:p>
          <a:p>
            <a:pPr>
              <a:lnSpc>
                <a:spcPct val="150000"/>
              </a:lnSpc>
            </a:pPr>
            <a:r>
              <a:rPr lang="en-IE" b="1">
                <a:ea typeface="Calibri"/>
                <a:cs typeface="Calibri"/>
              </a:rPr>
              <a:t>Research: </a:t>
            </a:r>
            <a:r>
              <a:rPr lang="en-IE">
                <a:ea typeface="+mn-lt"/>
                <a:cs typeface="+mn-lt"/>
              </a:rPr>
              <a:t>Next, they look at similar projects or existing solutions to gather ideas and learn from them. This helps them avoid repeating mistakes and find better ways to approach the problem.</a:t>
            </a:r>
          </a:p>
          <a:p>
            <a:pPr>
              <a:lnSpc>
                <a:spcPct val="150000"/>
              </a:lnSpc>
            </a:pPr>
            <a:r>
              <a:rPr lang="en-IE" b="1">
                <a:ea typeface="Calibri"/>
                <a:cs typeface="Calibri"/>
              </a:rPr>
              <a:t>Gather Requirements: </a:t>
            </a:r>
            <a:r>
              <a:rPr lang="en-IE">
                <a:ea typeface="+mn-lt"/>
                <a:cs typeface="+mn-lt"/>
              </a:rPr>
              <a:t>This step involves talking to the people who will use the software (BOTH clients and end-users) to understand their needs and preferences. They ask questions to clarify what features the software should have and how it should work.</a:t>
            </a:r>
            <a:endParaRPr lang="en-IE">
              <a:ea typeface="Calibri"/>
              <a:cs typeface="Calibri"/>
            </a:endParaRPr>
          </a:p>
        </p:txBody>
      </p:sp>
    </p:spTree>
    <p:extLst>
      <p:ext uri="{BB962C8B-B14F-4D97-AF65-F5344CB8AC3E}">
        <p14:creationId xmlns:p14="http://schemas.microsoft.com/office/powerpoint/2010/main" val="1170816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390617" y="-282945"/>
            <a:ext cx="10515600" cy="1325563"/>
          </a:xfrm>
        </p:spPr>
        <p:txBody>
          <a:bodyPr/>
          <a:lstStyle/>
          <a:p>
            <a:r>
              <a:rPr lang="en-IE"/>
              <a:t>Stage 1 -&gt; Investigate (Analyse)</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90617" y="850037"/>
            <a:ext cx="11354540" cy="5157926"/>
          </a:xfrm>
        </p:spPr>
        <p:txBody>
          <a:bodyPr vert="horz" lIns="91440" tIns="45720" rIns="91440" bIns="45720" rtlCol="0" anchor="t">
            <a:normAutofit/>
          </a:bodyPr>
          <a:lstStyle/>
          <a:p>
            <a:pPr>
              <a:lnSpc>
                <a:spcPct val="150000"/>
              </a:lnSpc>
            </a:pPr>
            <a:r>
              <a:rPr lang="en-IE" b="1">
                <a:ea typeface="Calibri"/>
                <a:cs typeface="Calibri"/>
              </a:rPr>
              <a:t>Hardware and Software Requirements: </a:t>
            </a:r>
            <a:r>
              <a:rPr lang="en-IE">
                <a:ea typeface="Calibri"/>
                <a:cs typeface="Calibri"/>
              </a:rPr>
              <a:t>An initial assessment of the most suitable hardware and software to be used is made</a:t>
            </a:r>
          </a:p>
          <a:p>
            <a:pPr>
              <a:lnSpc>
                <a:spcPct val="150000"/>
              </a:lnSpc>
            </a:pPr>
            <a:r>
              <a:rPr lang="en-IE" b="1">
                <a:ea typeface="Calibri"/>
                <a:cs typeface="Calibri"/>
              </a:rPr>
              <a:t>Carry out a feasibility study: </a:t>
            </a:r>
            <a:r>
              <a:rPr lang="en-IE">
                <a:ea typeface="Calibri"/>
                <a:cs typeface="Calibri"/>
              </a:rPr>
              <a:t>The developers check if what the client wants is possible within the available resources like time, budget, and technology. A report is written for the client giving an opinion as to whether a feasible solution to the problem is possible.</a:t>
            </a:r>
          </a:p>
        </p:txBody>
      </p:sp>
    </p:spTree>
    <p:extLst>
      <p:ext uri="{BB962C8B-B14F-4D97-AF65-F5344CB8AC3E}">
        <p14:creationId xmlns:p14="http://schemas.microsoft.com/office/powerpoint/2010/main" val="2491866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451678" y="690"/>
            <a:ext cx="10515600" cy="1325563"/>
          </a:xfrm>
        </p:spPr>
        <p:txBody>
          <a:bodyPr/>
          <a:lstStyle/>
          <a:p>
            <a:r>
              <a:rPr lang="en-IE"/>
              <a:t>Stage 2 -&gt; Plan</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451678" y="1030495"/>
            <a:ext cx="11354904" cy="5389424"/>
          </a:xfrm>
        </p:spPr>
        <p:txBody>
          <a:bodyPr vert="horz" lIns="91440" tIns="45720" rIns="91440" bIns="45720" rtlCol="0" anchor="t">
            <a:normAutofit/>
          </a:bodyPr>
          <a:lstStyle/>
          <a:p>
            <a:pPr marL="0" indent="0">
              <a:buNone/>
            </a:pPr>
            <a:r>
              <a:rPr lang="en-IE"/>
              <a:t>A software development plan is necessary to ensure that everyone concerned understands clearly what must happen, when and by whom, in order to complete the new software system. </a:t>
            </a:r>
          </a:p>
          <a:p>
            <a:pPr marL="0" indent="0">
              <a:buNone/>
            </a:pPr>
            <a:endParaRPr lang="en-IE">
              <a:ea typeface="Calibri"/>
              <a:cs typeface="Calibri"/>
            </a:endParaRPr>
          </a:p>
          <a:p>
            <a:r>
              <a:rPr lang="en-IE" b="1">
                <a:ea typeface="Calibri"/>
                <a:cs typeface="Calibri"/>
              </a:rPr>
              <a:t>Timescales: </a:t>
            </a:r>
            <a:r>
              <a:rPr lang="en-IE">
                <a:ea typeface="+mn-lt"/>
                <a:cs typeface="+mn-lt"/>
              </a:rPr>
              <a:t>A timeline or schedule is made to outline when each part of the project should be completed. This helps keep everyone on track and ensures the project stays on schedule.</a:t>
            </a:r>
          </a:p>
          <a:p>
            <a:r>
              <a:rPr lang="en-IE" b="1">
                <a:ea typeface="+mn-lt"/>
                <a:cs typeface="+mn-lt"/>
              </a:rPr>
              <a:t>Assign Tasks: </a:t>
            </a:r>
            <a:r>
              <a:rPr lang="en-IE">
                <a:ea typeface="+mn-lt"/>
                <a:cs typeface="+mn-lt"/>
              </a:rPr>
              <a:t>Roles and responsibilities are defined, and tasks are assigned to different team members based on their skills and expertise.</a:t>
            </a:r>
          </a:p>
          <a:p>
            <a:r>
              <a:rPr lang="en-IE" b="1">
                <a:ea typeface="+mn-lt"/>
                <a:cs typeface="+mn-lt"/>
              </a:rPr>
              <a:t>Budgeting: </a:t>
            </a:r>
            <a:r>
              <a:rPr lang="en-IE">
                <a:ea typeface="+mn-lt"/>
                <a:cs typeface="+mn-lt"/>
              </a:rPr>
              <a:t>The budget for the project is planned out, including costs for resources, tools, and personnel.</a:t>
            </a:r>
          </a:p>
        </p:txBody>
      </p:sp>
    </p:spTree>
    <p:extLst>
      <p:ext uri="{BB962C8B-B14F-4D97-AF65-F5344CB8AC3E}">
        <p14:creationId xmlns:p14="http://schemas.microsoft.com/office/powerpoint/2010/main" val="2755409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3BD48-EEFD-57E4-1684-F647EAB0959D}"/>
              </a:ext>
            </a:extLst>
          </p:cNvPr>
          <p:cNvSpPr>
            <a:spLocks noGrp="1"/>
          </p:cNvSpPr>
          <p:nvPr>
            <p:ph type="title"/>
          </p:nvPr>
        </p:nvSpPr>
        <p:spPr/>
        <p:txBody>
          <a:bodyPr/>
          <a:lstStyle/>
          <a:p>
            <a:r>
              <a:rPr lang="en-IE" dirty="0">
                <a:ea typeface="Calibri Light"/>
                <a:cs typeface="Calibri Light"/>
              </a:rPr>
              <a:t>Stage 3 -&gt; Design</a:t>
            </a:r>
            <a:endParaRPr lang="en-US" dirty="0">
              <a:ea typeface="Calibri Light"/>
              <a:cs typeface="Calibri Light"/>
            </a:endParaRPr>
          </a:p>
          <a:p>
            <a:endParaRPr lang="en-US" dirty="0">
              <a:ea typeface="Calibri Light"/>
              <a:cs typeface="Calibri Light"/>
            </a:endParaRPr>
          </a:p>
        </p:txBody>
      </p:sp>
      <p:sp>
        <p:nvSpPr>
          <p:cNvPr id="3" name="Content Placeholder 2">
            <a:extLst>
              <a:ext uri="{FF2B5EF4-FFF2-40B4-BE49-F238E27FC236}">
                <a16:creationId xmlns:a16="http://schemas.microsoft.com/office/drawing/2014/main" id="{1CB01C78-B46F-B12C-D368-A112042F5F28}"/>
              </a:ext>
            </a:extLst>
          </p:cNvPr>
          <p:cNvSpPr>
            <a:spLocks noGrp="1"/>
          </p:cNvSpPr>
          <p:nvPr>
            <p:ph idx="1"/>
          </p:nvPr>
        </p:nvSpPr>
        <p:spPr>
          <a:xfrm>
            <a:off x="164549" y="1140930"/>
            <a:ext cx="6827078" cy="5013946"/>
          </a:xfrm>
        </p:spPr>
        <p:txBody>
          <a:bodyPr vert="horz" lIns="91440" tIns="45720" rIns="91440" bIns="45720" rtlCol="0" anchor="t">
            <a:normAutofit/>
          </a:bodyPr>
          <a:lstStyle/>
          <a:p>
            <a:r>
              <a:rPr lang="en-US" dirty="0">
                <a:ea typeface="Calibri"/>
                <a:cs typeface="Calibri"/>
              </a:rPr>
              <a:t>There are many different approaches to software design, each with their own advantages and disadvantages. Not all of these approaches are used on any given project.</a:t>
            </a:r>
          </a:p>
          <a:p>
            <a:r>
              <a:rPr lang="en-US" b="1" dirty="0">
                <a:ea typeface="Calibri"/>
                <a:cs typeface="Calibri"/>
              </a:rPr>
              <a:t>Top Down Design -&gt; </a:t>
            </a:r>
            <a:r>
              <a:rPr lang="en-US" dirty="0">
                <a:ea typeface="Calibri"/>
                <a:cs typeface="Calibri"/>
              </a:rPr>
              <a:t>A top-down design approach starts with the main system at the top and breaks it down into smaller units, in a hierarchical fashion. Each unit is broken down until each aspect is manageable. This is an example of DECOMPOSITION</a:t>
            </a:r>
          </a:p>
        </p:txBody>
      </p:sp>
      <p:pic>
        <p:nvPicPr>
          <p:cNvPr id="4" name="Picture 3" descr="A diagram of a company&#10;&#10;Description automatically generated">
            <a:extLst>
              <a:ext uri="{FF2B5EF4-FFF2-40B4-BE49-F238E27FC236}">
                <a16:creationId xmlns:a16="http://schemas.microsoft.com/office/drawing/2014/main" id="{494F7410-1BC0-E9FA-8371-3205858C9B11}"/>
              </a:ext>
            </a:extLst>
          </p:cNvPr>
          <p:cNvPicPr>
            <a:picLocks noChangeAspect="1"/>
          </p:cNvPicPr>
          <p:nvPr/>
        </p:nvPicPr>
        <p:blipFill>
          <a:blip r:embed="rId2"/>
          <a:stretch>
            <a:fillRect/>
          </a:stretch>
        </p:blipFill>
        <p:spPr>
          <a:xfrm>
            <a:off x="6987829" y="1719056"/>
            <a:ext cx="5052254" cy="3927889"/>
          </a:xfrm>
          <a:prstGeom prst="rect">
            <a:avLst/>
          </a:prstGeom>
        </p:spPr>
      </p:pic>
    </p:spTree>
    <p:extLst>
      <p:ext uri="{BB962C8B-B14F-4D97-AF65-F5344CB8AC3E}">
        <p14:creationId xmlns:p14="http://schemas.microsoft.com/office/powerpoint/2010/main" val="1371097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3BD48-EEFD-57E4-1684-F647EAB0959D}"/>
              </a:ext>
            </a:extLst>
          </p:cNvPr>
          <p:cNvSpPr>
            <a:spLocks noGrp="1"/>
          </p:cNvSpPr>
          <p:nvPr>
            <p:ph type="title"/>
          </p:nvPr>
        </p:nvSpPr>
        <p:spPr/>
        <p:txBody>
          <a:bodyPr/>
          <a:lstStyle/>
          <a:p>
            <a:r>
              <a:rPr lang="en-IE" dirty="0">
                <a:ea typeface="Calibri Light"/>
                <a:cs typeface="Calibri Light"/>
              </a:rPr>
              <a:t>Stage 3 -&gt; Design</a:t>
            </a:r>
            <a:endParaRPr lang="en-US" dirty="0">
              <a:ea typeface="Calibri Light"/>
              <a:cs typeface="Calibri Light"/>
            </a:endParaRPr>
          </a:p>
          <a:p>
            <a:endParaRPr lang="en-US" dirty="0">
              <a:ea typeface="Calibri Light"/>
              <a:cs typeface="Calibri Light"/>
            </a:endParaRPr>
          </a:p>
        </p:txBody>
      </p:sp>
      <p:sp>
        <p:nvSpPr>
          <p:cNvPr id="3" name="Content Placeholder 2">
            <a:extLst>
              <a:ext uri="{FF2B5EF4-FFF2-40B4-BE49-F238E27FC236}">
                <a16:creationId xmlns:a16="http://schemas.microsoft.com/office/drawing/2014/main" id="{1CB01C78-B46F-B12C-D368-A112042F5F28}"/>
              </a:ext>
            </a:extLst>
          </p:cNvPr>
          <p:cNvSpPr>
            <a:spLocks noGrp="1"/>
          </p:cNvSpPr>
          <p:nvPr>
            <p:ph idx="1"/>
          </p:nvPr>
        </p:nvSpPr>
        <p:spPr>
          <a:xfrm>
            <a:off x="164549" y="1140930"/>
            <a:ext cx="11686208" cy="5013946"/>
          </a:xfrm>
        </p:spPr>
        <p:txBody>
          <a:bodyPr vert="horz" lIns="91440" tIns="45720" rIns="91440" bIns="45720" rtlCol="0" anchor="t">
            <a:normAutofit/>
          </a:bodyPr>
          <a:lstStyle/>
          <a:p>
            <a:r>
              <a:rPr lang="en-US" b="1" dirty="0">
                <a:ea typeface="Calibri"/>
                <a:cs typeface="Calibri"/>
              </a:rPr>
              <a:t>Modular Design </a:t>
            </a:r>
            <a:r>
              <a:rPr lang="en-US" dirty="0">
                <a:ea typeface="Calibri"/>
                <a:cs typeface="Calibri"/>
              </a:rPr>
              <a:t>-&gt; This a software design approach where a system is divided into a set of smaller, independent software modules. Each module is responsible for a distinct aspect of the system’s functionality and can be developed, tested, and maintained separately. </a:t>
            </a:r>
            <a:endParaRPr lang="en-US" dirty="0"/>
          </a:p>
          <a:p>
            <a:r>
              <a:rPr lang="en-US" dirty="0">
                <a:ea typeface="Calibri"/>
                <a:cs typeface="Calibri"/>
              </a:rPr>
              <a:t>The benefits of Modular Design </a:t>
            </a:r>
            <a:r>
              <a:rPr lang="en-US">
                <a:ea typeface="Calibri"/>
                <a:cs typeface="Calibri"/>
              </a:rPr>
              <a:t>are:</a:t>
            </a:r>
            <a:endParaRPr lang="en-US" dirty="0"/>
          </a:p>
          <a:p>
            <a:r>
              <a:rPr lang="en-US" dirty="0">
                <a:ea typeface="Calibri"/>
                <a:cs typeface="Calibri"/>
              </a:rPr>
              <a:t>The modules of code can be re-used, even on other projects.</a:t>
            </a:r>
          </a:p>
          <a:p>
            <a:r>
              <a:rPr lang="en-US" dirty="0">
                <a:ea typeface="Calibri"/>
                <a:cs typeface="Calibri"/>
              </a:rPr>
              <a:t>Each module is relatively small so problems and bugs are easier to find and fix. </a:t>
            </a:r>
          </a:p>
          <a:p>
            <a:r>
              <a:rPr lang="en-US" dirty="0">
                <a:ea typeface="Calibri"/>
                <a:cs typeface="Calibri"/>
              </a:rPr>
              <a:t>The design of the system as a whole is easier to understand, and manage.</a:t>
            </a:r>
          </a:p>
          <a:p>
            <a:endParaRPr lang="en-US" dirty="0">
              <a:ea typeface="Calibri"/>
              <a:cs typeface="Calibri"/>
            </a:endParaRPr>
          </a:p>
        </p:txBody>
      </p:sp>
    </p:spTree>
    <p:extLst>
      <p:ext uri="{BB962C8B-B14F-4D97-AF65-F5344CB8AC3E}">
        <p14:creationId xmlns:p14="http://schemas.microsoft.com/office/powerpoint/2010/main" val="2772042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330200" y="-209136"/>
            <a:ext cx="10515600" cy="1325563"/>
          </a:xfrm>
        </p:spPr>
        <p:txBody>
          <a:bodyPr/>
          <a:lstStyle/>
          <a:p>
            <a:r>
              <a:rPr lang="en-IE"/>
              <a:t>Stage 3 -&gt; Design</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30200" y="820668"/>
            <a:ext cx="11686207" cy="5510903"/>
          </a:xfrm>
        </p:spPr>
        <p:txBody>
          <a:bodyPr vert="horz" lIns="91440" tIns="45720" rIns="91440" bIns="45720" rtlCol="0" anchor="t">
            <a:normAutofit/>
          </a:bodyPr>
          <a:lstStyle/>
          <a:p>
            <a:pPr marL="457200" indent="-457200"/>
            <a:r>
              <a:rPr lang="en-US" b="1" dirty="0">
                <a:ea typeface="Calibri"/>
                <a:cs typeface="Calibri"/>
              </a:rPr>
              <a:t>User Interface Design: </a:t>
            </a:r>
            <a:r>
              <a:rPr lang="en-US" dirty="0">
                <a:ea typeface="+mn-lt"/>
                <a:cs typeface="+mn-lt"/>
              </a:rPr>
              <a:t>This is like designing the layout and appearance of rooms in a house. Designers figure out how users will interact with the software, like where buttons will be placed and how screens will look.</a:t>
            </a:r>
            <a:endParaRPr lang="en-US" dirty="0">
              <a:ea typeface="Calibri"/>
              <a:cs typeface="Calibri"/>
            </a:endParaRPr>
          </a:p>
          <a:p>
            <a:pPr marL="457200" indent="-457200"/>
            <a:r>
              <a:rPr lang="en-US" b="1" dirty="0">
                <a:ea typeface="Calibri"/>
                <a:cs typeface="Calibri"/>
              </a:rPr>
              <a:t>Flowcharting : </a:t>
            </a:r>
            <a:r>
              <a:rPr lang="en-US" dirty="0">
                <a:ea typeface="Calibri"/>
                <a:cs typeface="Calibri"/>
              </a:rPr>
              <a:t>This can be used at the design stage to represent the flow of operation of the system. Flowcharts provide a clear way of communicating the software solution visually. This results in:</a:t>
            </a:r>
          </a:p>
          <a:p>
            <a:pPr marL="914400" lvl="1">
              <a:buFont typeface="Courier New" panose="020B0604020202020204" pitchFamily="34" charset="0"/>
              <a:buChar char="o"/>
            </a:pPr>
            <a:r>
              <a:rPr lang="en-US" sz="2800" dirty="0">
                <a:ea typeface="Calibri"/>
                <a:cs typeface="Calibri"/>
              </a:rPr>
              <a:t>A shared understanding on the part of the team and users</a:t>
            </a:r>
          </a:p>
          <a:p>
            <a:pPr marL="914400" lvl="1">
              <a:buFont typeface="Courier New" panose="020B0604020202020204" pitchFamily="34" charset="0"/>
              <a:buChar char="o"/>
            </a:pPr>
            <a:r>
              <a:rPr lang="en-US" sz="2800" dirty="0">
                <a:ea typeface="Calibri"/>
                <a:cs typeface="Calibri"/>
              </a:rPr>
              <a:t>A means of checking that the development process is correct</a:t>
            </a:r>
          </a:p>
          <a:p>
            <a:pPr marL="914400" lvl="1">
              <a:buFont typeface="Courier New" panose="020B0604020202020204" pitchFamily="34" charset="0"/>
              <a:buChar char="o"/>
            </a:pPr>
            <a:r>
              <a:rPr lang="en-US" sz="2800" dirty="0">
                <a:ea typeface="Calibri"/>
                <a:cs typeface="Calibri"/>
              </a:rPr>
              <a:t>A way of identifying and getting rid of unnecessary steps. </a:t>
            </a:r>
          </a:p>
        </p:txBody>
      </p:sp>
    </p:spTree>
    <p:extLst>
      <p:ext uri="{BB962C8B-B14F-4D97-AF65-F5344CB8AC3E}">
        <p14:creationId xmlns:p14="http://schemas.microsoft.com/office/powerpoint/2010/main" val="4175178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330200" y="-209136"/>
            <a:ext cx="10515600" cy="1325563"/>
          </a:xfrm>
        </p:spPr>
        <p:txBody>
          <a:bodyPr/>
          <a:lstStyle/>
          <a:p>
            <a:r>
              <a:rPr lang="en-IE"/>
              <a:t>Stage 3 -&gt; Design</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30200" y="820668"/>
            <a:ext cx="11686207" cy="5632381"/>
          </a:xfrm>
        </p:spPr>
        <p:txBody>
          <a:bodyPr vert="horz" lIns="91440" tIns="45720" rIns="91440" bIns="45720" rtlCol="0" anchor="t">
            <a:normAutofit/>
          </a:bodyPr>
          <a:lstStyle/>
          <a:p>
            <a:pPr marL="457200" indent="-457200"/>
            <a:r>
              <a:rPr lang="en-US" b="1" dirty="0">
                <a:ea typeface="Calibri"/>
                <a:cs typeface="Calibri"/>
              </a:rPr>
              <a:t>Prototyping : </a:t>
            </a:r>
            <a:r>
              <a:rPr lang="en-US" dirty="0">
                <a:ea typeface="+mn-lt"/>
                <a:cs typeface="+mn-lt"/>
              </a:rPr>
              <a:t>Sometimes, designers create prototypes, which are like rough drafts or models of the software. This helps them see how things will work and get feedback from users and clients before building the final product.</a:t>
            </a:r>
            <a:endParaRPr lang="en-US" b="1" dirty="0">
              <a:ea typeface="Calibri"/>
              <a:cs typeface="Calibri"/>
            </a:endParaRPr>
          </a:p>
          <a:p>
            <a:pPr marL="457200" indent="-457200"/>
            <a:r>
              <a:rPr lang="en-US" b="1" dirty="0">
                <a:ea typeface="Calibri"/>
                <a:cs typeface="Calibri"/>
              </a:rPr>
              <a:t>Description of Algorithms -&gt; </a:t>
            </a:r>
            <a:r>
              <a:rPr lang="en-US" dirty="0">
                <a:ea typeface="Calibri"/>
                <a:cs typeface="Calibri"/>
              </a:rPr>
              <a:t>All the main functionalities that the software will require should be listed and their algorithms described. The descriptions can be written in pseudocode, normal language or flowcharts</a:t>
            </a:r>
          </a:p>
          <a:p>
            <a:pPr marL="457200" indent="-457200"/>
            <a:r>
              <a:rPr lang="en-US" b="1">
                <a:ea typeface="Calibri"/>
                <a:cs typeface="Calibri"/>
              </a:rPr>
              <a:t>Data Tables -&gt;</a:t>
            </a:r>
            <a:r>
              <a:rPr lang="en-US" b="1" dirty="0">
                <a:ea typeface="Calibri"/>
                <a:cs typeface="Calibri"/>
              </a:rPr>
              <a:t> </a:t>
            </a:r>
            <a:r>
              <a:rPr lang="en-US" b="1">
                <a:ea typeface="Calibri"/>
                <a:cs typeface="Calibri"/>
              </a:rPr>
              <a:t>A data table</a:t>
            </a:r>
            <a:r>
              <a:rPr lang="en-US">
                <a:ea typeface="Calibri"/>
                <a:cs typeface="Calibri"/>
              </a:rPr>
              <a:t> lists all the data to be used, its type and how it will be stored.</a:t>
            </a:r>
            <a:endParaRPr lang="en-US" dirty="0">
              <a:ea typeface="Calibri"/>
              <a:cs typeface="Calibri"/>
            </a:endParaRPr>
          </a:p>
          <a:p>
            <a:pPr marL="457200" indent="-457200"/>
            <a:r>
              <a:rPr lang="en-US" b="1">
                <a:ea typeface="Calibri"/>
                <a:cs typeface="Calibri"/>
              </a:rPr>
              <a:t>Variables Tables -&gt; A variable table</a:t>
            </a:r>
            <a:r>
              <a:rPr lang="en-US">
                <a:ea typeface="Calibri"/>
                <a:cs typeface="Calibri"/>
              </a:rPr>
              <a:t> can be created to list all the variables that the software will need, and to decide on the name, type, and length of each one.</a:t>
            </a:r>
          </a:p>
        </p:txBody>
      </p:sp>
    </p:spTree>
    <p:extLst>
      <p:ext uri="{BB962C8B-B14F-4D97-AF65-F5344CB8AC3E}">
        <p14:creationId xmlns:p14="http://schemas.microsoft.com/office/powerpoint/2010/main" val="547095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330200" y="-209136"/>
            <a:ext cx="10515600" cy="1325563"/>
          </a:xfrm>
        </p:spPr>
        <p:txBody>
          <a:bodyPr/>
          <a:lstStyle/>
          <a:p>
            <a:r>
              <a:rPr lang="en-IE"/>
              <a:t>Stage 3 -&gt; Design -&gt; </a:t>
            </a:r>
            <a:r>
              <a:rPr lang="en-IE">
                <a:highlight>
                  <a:srgbClr val="FFFF00"/>
                </a:highlight>
              </a:rPr>
              <a:t>USER CENTRED DESIGN</a:t>
            </a:r>
            <a:endParaRPr lang="en-IE">
              <a:highlight>
                <a:srgbClr val="FFFF00"/>
              </a:highlight>
              <a:ea typeface="Calibri Light"/>
              <a:cs typeface="Calibri Light"/>
            </a:endParaRP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30200" y="1107799"/>
            <a:ext cx="11686207" cy="5345250"/>
          </a:xfrm>
        </p:spPr>
        <p:txBody>
          <a:bodyPr vert="horz" lIns="91440" tIns="45720" rIns="91440" bIns="45720" rtlCol="0" anchor="t">
            <a:normAutofit/>
          </a:bodyPr>
          <a:lstStyle/>
          <a:p>
            <a:pPr marL="457200" indent="-457200"/>
            <a:r>
              <a:rPr lang="en-US" b="1" dirty="0">
                <a:ea typeface="Calibri"/>
                <a:cs typeface="Calibri"/>
              </a:rPr>
              <a:t>User centered design</a:t>
            </a:r>
            <a:r>
              <a:rPr lang="en-US" dirty="0">
                <a:ea typeface="Calibri"/>
                <a:cs typeface="Calibri"/>
              </a:rPr>
              <a:t> gives top priority to the needs of the user. It is important the user can use the software as effectively as possible. The users themselves should be involved to make sure the software is useable by ALL users. </a:t>
            </a:r>
          </a:p>
          <a:p>
            <a:pPr marL="457200" indent="-457200"/>
            <a:r>
              <a:rPr lang="en-US" dirty="0">
                <a:ea typeface="Calibri"/>
                <a:cs typeface="Calibri"/>
              </a:rPr>
              <a:t>Two important considerations for </a:t>
            </a:r>
            <a:r>
              <a:rPr lang="en-US" b="1" dirty="0">
                <a:ea typeface="Calibri"/>
                <a:cs typeface="Calibri"/>
              </a:rPr>
              <a:t>user-centered design</a:t>
            </a:r>
            <a:r>
              <a:rPr lang="en-US" dirty="0">
                <a:ea typeface="Calibri"/>
                <a:cs typeface="Calibri"/>
              </a:rPr>
              <a:t> are: </a:t>
            </a:r>
          </a:p>
          <a:p>
            <a:pPr marL="457200" indent="-457200"/>
            <a:r>
              <a:rPr lang="en-US" b="1" dirty="0">
                <a:highlight>
                  <a:srgbClr val="FFFF00"/>
                </a:highlight>
                <a:ea typeface="Calibri"/>
                <a:cs typeface="Calibri"/>
              </a:rPr>
              <a:t>USER EXPERIENCE (UX)</a:t>
            </a:r>
          </a:p>
          <a:p>
            <a:pPr marL="457200" indent="-457200"/>
            <a:r>
              <a:rPr lang="en-US" b="1" dirty="0">
                <a:highlight>
                  <a:srgbClr val="FFFF00"/>
                </a:highlight>
                <a:ea typeface="Calibri"/>
                <a:cs typeface="Calibri"/>
              </a:rPr>
              <a:t>UNIVERSAL DESIGN</a:t>
            </a:r>
          </a:p>
          <a:p>
            <a:pPr marL="457200" indent="-457200"/>
            <a:endParaRPr lang="en-US" b="1" dirty="0">
              <a:highlight>
                <a:srgbClr val="FFFF00"/>
              </a:highlight>
              <a:ea typeface="Calibri"/>
              <a:cs typeface="Calibri"/>
            </a:endParaRPr>
          </a:p>
          <a:p>
            <a:pPr marL="457200" indent="-457200"/>
            <a:endParaRPr lang="en-US" b="1" dirty="0">
              <a:highlight>
                <a:srgbClr val="FFFF00"/>
              </a:highlight>
              <a:ea typeface="Calibri"/>
              <a:cs typeface="Calibri"/>
            </a:endParaRPr>
          </a:p>
          <a:p>
            <a:pPr marL="0" indent="0">
              <a:buNone/>
            </a:pPr>
            <a:r>
              <a:rPr lang="en-US" b="1" dirty="0">
                <a:highlight>
                  <a:srgbClr val="FFFF00"/>
                </a:highlight>
                <a:ea typeface="Calibri"/>
                <a:cs typeface="Calibri"/>
                <a:hlinkClick r:id="rId2"/>
              </a:rPr>
              <a:t>Video on User </a:t>
            </a:r>
            <a:r>
              <a:rPr lang="en-US" b="1" dirty="0" err="1">
                <a:highlight>
                  <a:srgbClr val="FFFF00"/>
                </a:highlight>
                <a:ea typeface="Calibri"/>
                <a:cs typeface="Calibri"/>
                <a:hlinkClick r:id="rId2"/>
              </a:rPr>
              <a:t>Centred</a:t>
            </a:r>
            <a:r>
              <a:rPr lang="en-US" b="1" dirty="0">
                <a:highlight>
                  <a:srgbClr val="FFFF00"/>
                </a:highlight>
                <a:ea typeface="Calibri"/>
                <a:cs typeface="Calibri"/>
                <a:hlinkClick r:id="rId2"/>
              </a:rPr>
              <a:t> Design</a:t>
            </a:r>
            <a:endParaRPr lang="en-US" b="1" dirty="0">
              <a:highlight>
                <a:srgbClr val="FFFF00"/>
              </a:highlight>
              <a:ea typeface="Calibri"/>
              <a:cs typeface="Calibri"/>
            </a:endParaRPr>
          </a:p>
        </p:txBody>
      </p:sp>
    </p:spTree>
    <p:extLst>
      <p:ext uri="{BB962C8B-B14F-4D97-AF65-F5344CB8AC3E}">
        <p14:creationId xmlns:p14="http://schemas.microsoft.com/office/powerpoint/2010/main" val="1727374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330200" y="-209136"/>
            <a:ext cx="10515600" cy="1325563"/>
          </a:xfrm>
        </p:spPr>
        <p:txBody>
          <a:bodyPr/>
          <a:lstStyle/>
          <a:p>
            <a:r>
              <a:rPr lang="en-IE"/>
              <a:t>Stage 3 -&gt; Design -&gt; </a:t>
            </a:r>
            <a:r>
              <a:rPr lang="en-IE">
                <a:highlight>
                  <a:srgbClr val="FFFF00"/>
                </a:highlight>
              </a:rPr>
              <a:t>USER CENTRED DESIGN</a:t>
            </a:r>
            <a:endParaRPr lang="en-IE">
              <a:highlight>
                <a:srgbClr val="FFFF00"/>
              </a:highlight>
              <a:ea typeface="Calibri Light"/>
              <a:cs typeface="Calibri Light"/>
            </a:endParaRP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30200" y="1107799"/>
            <a:ext cx="11686207" cy="5345250"/>
          </a:xfrm>
        </p:spPr>
        <p:txBody>
          <a:bodyPr vert="horz" lIns="91440" tIns="45720" rIns="91440" bIns="45720" rtlCol="0" anchor="t">
            <a:normAutofit/>
          </a:bodyPr>
          <a:lstStyle/>
          <a:p>
            <a:pPr marL="457200" indent="-457200"/>
            <a:r>
              <a:rPr lang="en-US" b="1">
                <a:highlight>
                  <a:srgbClr val="FFFF00"/>
                </a:highlight>
                <a:ea typeface="Calibri"/>
                <a:cs typeface="Calibri"/>
              </a:rPr>
              <a:t>USER EXPERIENCE </a:t>
            </a:r>
            <a:endParaRPr lang="en-US">
              <a:ea typeface="Calibri"/>
              <a:cs typeface="Calibri"/>
            </a:endParaRPr>
          </a:p>
          <a:p>
            <a:pPr marL="914400" lvl="1">
              <a:buFont typeface="Courier New" panose="020B0604020202020204" pitchFamily="34" charset="0"/>
              <a:buChar char="o"/>
            </a:pPr>
            <a:r>
              <a:rPr lang="en-US" sz="2800">
                <a:cs typeface="Calibri"/>
              </a:rPr>
              <a:t>This is the experience of the user when interacting with the product or software. This includes perception, preferences, emotions and other factors before, during and after use. A key part of user experience is the </a:t>
            </a:r>
            <a:r>
              <a:rPr lang="en-US" sz="2800" b="1">
                <a:cs typeface="Calibri"/>
              </a:rPr>
              <a:t>USER INTERFACE (UI). </a:t>
            </a:r>
            <a:r>
              <a:rPr lang="en-US" sz="2800">
                <a:cs typeface="Calibri"/>
              </a:rPr>
              <a:t>This could be the physical buttons and dials on a washing machine or the </a:t>
            </a:r>
            <a:r>
              <a:rPr lang="en-US" sz="2800" b="1">
                <a:cs typeface="Calibri"/>
              </a:rPr>
              <a:t> graphical interface </a:t>
            </a:r>
            <a:r>
              <a:rPr lang="en-US" sz="2800">
                <a:cs typeface="Calibri"/>
              </a:rPr>
              <a:t>of an operating system or website. </a:t>
            </a:r>
          </a:p>
          <a:p>
            <a:pPr marL="457200" indent="-457200"/>
            <a:r>
              <a:rPr lang="en-US" b="1">
                <a:highlight>
                  <a:srgbClr val="FFFF00"/>
                </a:highlight>
                <a:ea typeface="Calibri"/>
                <a:cs typeface="Calibri"/>
              </a:rPr>
              <a:t>UNIVERSAL DESIGN (UD)</a:t>
            </a:r>
          </a:p>
          <a:p>
            <a:pPr marL="914400" lvl="1">
              <a:buFont typeface="Courier New" panose="020B0604020202020204" pitchFamily="34" charset="0"/>
              <a:buChar char="o"/>
            </a:pPr>
            <a:r>
              <a:rPr lang="en-US" sz="2800">
                <a:ea typeface="Calibri"/>
                <a:cs typeface="Calibri"/>
              </a:rPr>
              <a:t>This can be applied when designing anything from a car, to furniture to software. Universal design is the process of designing a product so that everyone can understand, access and use it, regardless of their age, size or ability.</a:t>
            </a:r>
            <a:endParaRPr lang="en-US" b="1">
              <a:highlight>
                <a:srgbClr val="FFFF00"/>
              </a:highlight>
              <a:ea typeface="Calibri"/>
              <a:cs typeface="Calibri"/>
            </a:endParaRPr>
          </a:p>
          <a:p>
            <a:pPr marL="0" indent="0">
              <a:buNone/>
            </a:pPr>
            <a:endParaRPr lang="en-US" b="1">
              <a:highlight>
                <a:srgbClr val="FFFF00"/>
              </a:highlight>
              <a:ea typeface="Calibri"/>
              <a:cs typeface="Calibri"/>
            </a:endParaRPr>
          </a:p>
        </p:txBody>
      </p:sp>
    </p:spTree>
    <p:extLst>
      <p:ext uri="{BB962C8B-B14F-4D97-AF65-F5344CB8AC3E}">
        <p14:creationId xmlns:p14="http://schemas.microsoft.com/office/powerpoint/2010/main" val="2697335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330200" y="-209136"/>
            <a:ext cx="10515600" cy="1325563"/>
          </a:xfrm>
        </p:spPr>
        <p:txBody>
          <a:bodyPr/>
          <a:lstStyle/>
          <a:p>
            <a:r>
              <a:rPr lang="en-IE"/>
              <a:t>Stage 3 -&gt; Design -&gt; </a:t>
            </a:r>
            <a:r>
              <a:rPr lang="en-IE">
                <a:highlight>
                  <a:srgbClr val="FFFF00"/>
                </a:highlight>
              </a:rPr>
              <a:t>Universal Design</a:t>
            </a:r>
            <a:endParaRPr lang="en-IE">
              <a:highlight>
                <a:srgbClr val="FFFF00"/>
              </a:highlight>
              <a:ea typeface="Calibri Light"/>
              <a:cs typeface="Calibri Light"/>
            </a:endParaRP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30200" y="1118842"/>
            <a:ext cx="11686207" cy="5610293"/>
          </a:xfrm>
        </p:spPr>
        <p:txBody>
          <a:bodyPr vert="horz" lIns="91440" tIns="45720" rIns="91440" bIns="45720" rtlCol="0" anchor="t">
            <a:normAutofit/>
          </a:bodyPr>
          <a:lstStyle/>
          <a:p>
            <a:pPr marL="457200" indent="-457200">
              <a:buFont typeface="Calibri" panose="020B0604020202020204" pitchFamily="34" charset="0"/>
              <a:buChar char="-"/>
            </a:pPr>
            <a:r>
              <a:rPr lang="en-US">
                <a:cs typeface="Calibri" panose="020F0502020204030204"/>
                <a:hlinkClick r:id="rId2"/>
              </a:rPr>
              <a:t>Video on universal design</a:t>
            </a:r>
            <a:endParaRPr lang="en-US" dirty="0">
              <a:cs typeface="Calibri" panose="020F0502020204030204"/>
            </a:endParaRPr>
          </a:p>
        </p:txBody>
      </p:sp>
    </p:spTree>
    <p:extLst>
      <p:ext uri="{BB962C8B-B14F-4D97-AF65-F5344CB8AC3E}">
        <p14:creationId xmlns:p14="http://schemas.microsoft.com/office/powerpoint/2010/main" val="1613860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164548" y="-209136"/>
            <a:ext cx="11851860" cy="1325563"/>
          </a:xfrm>
        </p:spPr>
        <p:txBody>
          <a:bodyPr>
            <a:normAutofit/>
          </a:bodyPr>
          <a:lstStyle/>
          <a:p>
            <a:r>
              <a:rPr lang="en-IE" sz="4000"/>
              <a:t>Stage 3 -&gt; Design -&gt; </a:t>
            </a:r>
            <a:r>
              <a:rPr lang="en-IE" sz="4000">
                <a:highlight>
                  <a:srgbClr val="FFFF00"/>
                </a:highlight>
              </a:rPr>
              <a:t>Adaptive and Assistive Technology</a:t>
            </a:r>
            <a:endParaRPr lang="en-IE" sz="4000">
              <a:highlight>
                <a:srgbClr val="FFFF00"/>
              </a:highlight>
              <a:ea typeface="Calibri Light"/>
              <a:cs typeface="Calibri Light"/>
            </a:endParaRP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30200" y="975277"/>
            <a:ext cx="11686207" cy="5477772"/>
          </a:xfrm>
        </p:spPr>
        <p:txBody>
          <a:bodyPr vert="horz" lIns="91440" tIns="45720" rIns="91440" bIns="45720" rtlCol="0" anchor="t">
            <a:normAutofit/>
          </a:bodyPr>
          <a:lstStyle/>
          <a:p>
            <a:pPr marL="457200" indent="-457200">
              <a:buFont typeface="Calibri" panose="020B0604020202020204" pitchFamily="34" charset="0"/>
              <a:buChar char="-"/>
            </a:pPr>
            <a:r>
              <a:rPr lang="en-US" sz="3200" b="1">
                <a:cs typeface="Calibri" panose="020F0502020204030204"/>
              </a:rPr>
              <a:t>Adaptive Technologies -&gt; </a:t>
            </a:r>
            <a:r>
              <a:rPr lang="en-US" sz="3200">
                <a:cs typeface="Calibri" panose="020F0502020204030204"/>
              </a:rPr>
              <a:t>provide features to existing technologies to aid their use specifically for people with impairments and disabilities, and older people. Adaptive technologies would RARELY be used by non-disabled people. Examples are screen-readers, alternative keyboards and text-to-speech synthesizers. </a:t>
            </a:r>
          </a:p>
          <a:p>
            <a:pPr marL="457200" indent="-457200">
              <a:buFont typeface="Calibri" panose="020B0604020202020204" pitchFamily="34" charset="0"/>
              <a:buChar char="-"/>
            </a:pPr>
            <a:r>
              <a:rPr lang="en-US" sz="3200" b="1">
                <a:cs typeface="Calibri" panose="020F0502020204030204"/>
              </a:rPr>
              <a:t>Assistive Technology - &gt; </a:t>
            </a:r>
            <a:r>
              <a:rPr lang="en-US" sz="3200">
                <a:cs typeface="Calibri" panose="020F0502020204030204"/>
              </a:rPr>
              <a:t>this refers to something that can help people with disabilities, but also may be used by the non-disabled. An example is the Microsoft Windows Magnifier app which allows users to magnify anything on-screen</a:t>
            </a:r>
          </a:p>
          <a:p>
            <a:pPr marL="457200" indent="-457200">
              <a:buFont typeface="Calibri" panose="020B0604020202020204" pitchFamily="34" charset="0"/>
              <a:buChar char="-"/>
            </a:pPr>
            <a:endParaRPr lang="en-US" sz="3200">
              <a:cs typeface="Calibri" panose="020F0502020204030204"/>
            </a:endParaRPr>
          </a:p>
        </p:txBody>
      </p:sp>
    </p:spTree>
    <p:extLst>
      <p:ext uri="{BB962C8B-B14F-4D97-AF65-F5344CB8AC3E}">
        <p14:creationId xmlns:p14="http://schemas.microsoft.com/office/powerpoint/2010/main" val="1536190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p:txBody>
          <a:bodyPr/>
          <a:lstStyle/>
          <a:p>
            <a:r>
              <a:rPr lang="en-IE"/>
              <a:t>Stage 4 -&gt; Create</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628374" y="1417016"/>
            <a:ext cx="10515600" cy="4351338"/>
          </a:xfrm>
        </p:spPr>
        <p:txBody>
          <a:bodyPr vert="horz" lIns="91440" tIns="45720" rIns="91440" bIns="45720" rtlCol="0" anchor="t">
            <a:normAutofit/>
          </a:bodyPr>
          <a:lstStyle/>
          <a:p>
            <a:pPr marL="0" indent="0">
              <a:buNone/>
            </a:pPr>
            <a:r>
              <a:rPr lang="en-US" dirty="0"/>
              <a:t>This is the stage the software is actually written AND tested. The programmers create the system based on all the work that has been carried out during the previous stages. </a:t>
            </a:r>
          </a:p>
          <a:p>
            <a:pPr marL="0" indent="0">
              <a:buNone/>
            </a:pPr>
            <a:r>
              <a:rPr lang="en-US" dirty="0"/>
              <a:t>The design of the system may be changed as a result of an issue that happens during its coding. This is another example of iteration, where you loop back to an earlier stage.</a:t>
            </a:r>
          </a:p>
          <a:p>
            <a:pPr marL="0" indent="0">
              <a:buNone/>
            </a:pPr>
            <a:r>
              <a:rPr lang="en-US" dirty="0"/>
              <a:t>Such iteration can cause delays to the programming schedule.</a:t>
            </a:r>
          </a:p>
          <a:p>
            <a:pPr marL="0" indent="0">
              <a:buNone/>
            </a:pPr>
            <a:endParaRPr lang="en-US" b="1" dirty="0"/>
          </a:p>
          <a:p>
            <a:pPr marL="0" indent="0">
              <a:buNone/>
            </a:pPr>
            <a:r>
              <a:rPr lang="en-US" sz="3200" b="1" dirty="0"/>
              <a:t>Testing </a:t>
            </a:r>
            <a:r>
              <a:rPr lang="en-US" sz="3200" dirty="0"/>
              <a:t>will be carried out during the Create Stage</a:t>
            </a:r>
            <a:endParaRPr lang="en-US" sz="3200" b="1" dirty="0"/>
          </a:p>
          <a:p>
            <a:pPr marL="0" indent="0">
              <a:buNone/>
            </a:pPr>
            <a:endParaRPr lang="en-IE" dirty="0"/>
          </a:p>
        </p:txBody>
      </p:sp>
    </p:spTree>
    <p:extLst>
      <p:ext uri="{BB962C8B-B14F-4D97-AF65-F5344CB8AC3E}">
        <p14:creationId xmlns:p14="http://schemas.microsoft.com/office/powerpoint/2010/main" val="1521228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160256" y="-78231"/>
            <a:ext cx="11623249" cy="1325563"/>
          </a:xfrm>
        </p:spPr>
        <p:txBody>
          <a:bodyPr/>
          <a:lstStyle/>
          <a:p>
            <a:r>
              <a:rPr lang="en-IE" dirty="0"/>
              <a:t>Stage 4 -&gt; Create (The General Steps in Testing)</a:t>
            </a:r>
            <a:endParaRPr lang="en-IE" i="1" dirty="0"/>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84375" y="970962"/>
            <a:ext cx="11623249" cy="5458118"/>
          </a:xfrm>
        </p:spPr>
        <p:txBody>
          <a:bodyPr vert="horz" lIns="91440" tIns="45720" rIns="91440" bIns="45720" rtlCol="0" anchor="t">
            <a:normAutofit/>
          </a:bodyPr>
          <a:lstStyle/>
          <a:p>
            <a:pPr marL="514350" indent="-514350">
              <a:buFont typeface="+mj-lt"/>
              <a:buAutoNum type="arabicPeriod"/>
            </a:pPr>
            <a:r>
              <a:rPr lang="en-US" b="1" dirty="0"/>
              <a:t>Requirement Understanding: </a:t>
            </a:r>
            <a:r>
              <a:rPr lang="en-US" dirty="0"/>
              <a:t> Testers need to understand what the software is supposed to do. This involves reading the requirements documents or discussing with stakeholders to know the expected behavior of the software.</a:t>
            </a:r>
          </a:p>
          <a:p>
            <a:pPr marL="514350" indent="-514350">
              <a:buFont typeface="+mj-lt"/>
              <a:buAutoNum type="arabicPeriod"/>
            </a:pPr>
            <a:r>
              <a:rPr lang="en-US" b="1" dirty="0"/>
              <a:t>Test Planning: </a:t>
            </a:r>
            <a:r>
              <a:rPr lang="en-US" dirty="0"/>
              <a:t>Testers plan how they're going to test the software. They decide what to test, how to test it, and what resources they'll need.</a:t>
            </a:r>
          </a:p>
          <a:p>
            <a:pPr marL="514350" indent="-514350">
              <a:buFont typeface="+mj-lt"/>
              <a:buAutoNum type="arabicPeriod"/>
            </a:pPr>
            <a:r>
              <a:rPr lang="en-US" b="1" dirty="0"/>
              <a:t>Test Case Design: </a:t>
            </a:r>
            <a:r>
              <a:rPr lang="en-US" dirty="0"/>
              <a:t>Testers create specific scenarios, called test cases, that they'll use to check if the software behaves as expected. These test cases include steps to follow and expected results.</a:t>
            </a:r>
          </a:p>
          <a:p>
            <a:pPr marL="514350" indent="-514350">
              <a:buFont typeface="+mj-lt"/>
              <a:buAutoNum type="arabicPeriod"/>
            </a:pPr>
            <a:r>
              <a:rPr lang="en-US" b="1" dirty="0"/>
              <a:t>Test Execution: </a:t>
            </a:r>
            <a:r>
              <a:rPr lang="en-US" dirty="0"/>
              <a:t>Testers actually run the test cases. They interact with the software, input data, and observe the output to see if it matches what's expected.</a:t>
            </a:r>
            <a:endParaRPr lang="en-IE" dirty="0"/>
          </a:p>
          <a:p>
            <a:endParaRPr lang="en-IE" dirty="0"/>
          </a:p>
        </p:txBody>
      </p:sp>
    </p:spTree>
    <p:extLst>
      <p:ext uri="{BB962C8B-B14F-4D97-AF65-F5344CB8AC3E}">
        <p14:creationId xmlns:p14="http://schemas.microsoft.com/office/powerpoint/2010/main" val="3477949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226243" y="-78231"/>
            <a:ext cx="10948448" cy="1325563"/>
          </a:xfrm>
        </p:spPr>
        <p:txBody>
          <a:bodyPr/>
          <a:lstStyle/>
          <a:p>
            <a:r>
              <a:rPr lang="en-IE" dirty="0"/>
              <a:t>Stage 4 -&gt; Create (The General Steps in Testing)</a:t>
            </a:r>
            <a:endParaRPr lang="en-IE" i="1" dirty="0"/>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26243" y="1168925"/>
            <a:ext cx="11623249" cy="5458118"/>
          </a:xfrm>
        </p:spPr>
        <p:txBody>
          <a:bodyPr vert="horz" lIns="91440" tIns="45720" rIns="91440" bIns="45720" rtlCol="0" anchor="t">
            <a:normAutofit lnSpcReduction="10000"/>
          </a:bodyPr>
          <a:lstStyle/>
          <a:p>
            <a:pPr marL="0" indent="0">
              <a:buNone/>
            </a:pPr>
            <a:r>
              <a:rPr lang="en-US" b="1" dirty="0"/>
              <a:t>5.	Defect Reporting: </a:t>
            </a:r>
            <a:r>
              <a:rPr lang="en-US" dirty="0"/>
              <a:t>If testers find any issues during testing, they report them. They provide details like what they did, what went wrong, and how severe the issue is.</a:t>
            </a:r>
          </a:p>
          <a:p>
            <a:pPr marL="0" indent="0">
              <a:buNone/>
            </a:pPr>
            <a:r>
              <a:rPr lang="en-US" b="1" dirty="0"/>
              <a:t>6.	Defect Resolution: </a:t>
            </a:r>
            <a:r>
              <a:rPr lang="en-US" dirty="0"/>
              <a:t>Developers fix the reported issues. Testers verify these fixes to make sure they work correctly and don't cause new problems.</a:t>
            </a:r>
          </a:p>
          <a:p>
            <a:pPr marL="0" indent="0">
              <a:buNone/>
            </a:pPr>
            <a:r>
              <a:rPr lang="en-US" b="1" dirty="0"/>
              <a:t>7.	Regression Testing: </a:t>
            </a:r>
            <a:r>
              <a:rPr lang="en-US" dirty="0"/>
              <a:t>Testers re-run previous tests to ensure that the fixes and changes haven't broken anything else in the software. This helps maintain overall quality.</a:t>
            </a:r>
          </a:p>
          <a:p>
            <a:pPr marL="0" indent="0">
              <a:buNone/>
            </a:pPr>
            <a:r>
              <a:rPr lang="en-US" b="1" dirty="0"/>
              <a:t>8.	Test Closure:</a:t>
            </a:r>
            <a:r>
              <a:rPr lang="en-US" dirty="0"/>
              <a:t> Once testing is complete and the software meets the desired quality standards, testers document the results and close out the testing process.</a:t>
            </a:r>
          </a:p>
          <a:p>
            <a:pPr marL="0" indent="0">
              <a:buNone/>
            </a:pPr>
            <a:r>
              <a:rPr lang="en-US" dirty="0"/>
              <a:t>These steps form a cycle, and they may be repeated multiple times during the software development lifecycle to ensure the software meets user expectations and quality standards.</a:t>
            </a:r>
            <a:endParaRPr lang="en-IE" dirty="0"/>
          </a:p>
          <a:p>
            <a:endParaRPr lang="en-IE" dirty="0"/>
          </a:p>
          <a:p>
            <a:endParaRPr lang="en-IE" dirty="0"/>
          </a:p>
        </p:txBody>
      </p:sp>
    </p:spTree>
    <p:extLst>
      <p:ext uri="{BB962C8B-B14F-4D97-AF65-F5344CB8AC3E}">
        <p14:creationId xmlns:p14="http://schemas.microsoft.com/office/powerpoint/2010/main" val="103253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226242" y="-78231"/>
            <a:ext cx="12038030" cy="1325563"/>
          </a:xfrm>
        </p:spPr>
        <p:txBody>
          <a:bodyPr/>
          <a:lstStyle/>
          <a:p>
            <a:r>
              <a:rPr lang="en-IE" dirty="0"/>
              <a:t>Stage 4 -&gt; Create (Unit Testing &amp; Integration Testing)</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26243" y="914400"/>
            <a:ext cx="11623249" cy="5712643"/>
          </a:xfrm>
        </p:spPr>
        <p:txBody>
          <a:bodyPr vert="horz" lIns="91440" tIns="45720" rIns="91440" bIns="45720" rtlCol="0" anchor="t">
            <a:normAutofit lnSpcReduction="10000"/>
          </a:bodyPr>
          <a:lstStyle/>
          <a:p>
            <a:pPr marL="0" indent="0">
              <a:buNone/>
            </a:pPr>
            <a:r>
              <a:rPr lang="en-IE" b="1" dirty="0"/>
              <a:t>Unit Testing</a:t>
            </a:r>
          </a:p>
          <a:p>
            <a:r>
              <a:rPr lang="en-US" dirty="0"/>
              <a:t> Individual components or units of code are tested in isolation to ensure they work correctly. Each unit, like a function or method, is tested independently to verify that it produces the expected output for a given input. Unit tests help developers catch bugs early, maintain code quality, and ensure that each piece of code functions as intended before integrating it into the larger software system.</a:t>
            </a:r>
          </a:p>
          <a:p>
            <a:pPr marL="0" indent="0">
              <a:buNone/>
            </a:pPr>
            <a:r>
              <a:rPr lang="en-IE" b="1" dirty="0"/>
              <a:t>Integration Testing</a:t>
            </a:r>
          </a:p>
          <a:p>
            <a:r>
              <a:rPr lang="en-US" dirty="0"/>
              <a:t>Integration testing is like assembling a puzzle to see if all the pieces fit together. It's a testing technique in software development where individual units or components of a system are combined and tested as a group to ensure they interact correctly. The focus is on verifying that the interfaces between these components work as expected and that they communicate and exchange data properly. </a:t>
            </a:r>
            <a:endParaRPr lang="en-IE" dirty="0"/>
          </a:p>
          <a:p>
            <a:pPr marL="0" indent="0">
              <a:buNone/>
            </a:pPr>
            <a:endParaRPr lang="en-IE" dirty="0"/>
          </a:p>
          <a:p>
            <a:endParaRPr lang="en-IE" dirty="0"/>
          </a:p>
          <a:p>
            <a:endParaRPr lang="en-IE" dirty="0"/>
          </a:p>
        </p:txBody>
      </p:sp>
    </p:spTree>
    <p:extLst>
      <p:ext uri="{BB962C8B-B14F-4D97-AF65-F5344CB8AC3E}">
        <p14:creationId xmlns:p14="http://schemas.microsoft.com/office/powerpoint/2010/main" val="3772486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780068" y="0"/>
            <a:ext cx="10515600" cy="1325563"/>
          </a:xfrm>
        </p:spPr>
        <p:txBody>
          <a:bodyPr/>
          <a:lstStyle/>
          <a:p>
            <a:r>
              <a:rPr lang="en-IE" dirty="0"/>
              <a:t>Stage 4 -&gt; Create (White Box Testing)</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45097" y="1096505"/>
            <a:ext cx="11585542" cy="5662514"/>
          </a:xfrm>
        </p:spPr>
        <p:txBody>
          <a:bodyPr vert="horz" lIns="91440" tIns="45720" rIns="91440" bIns="45720" rtlCol="0" anchor="t">
            <a:normAutofit/>
          </a:bodyPr>
          <a:lstStyle/>
          <a:p>
            <a:pPr marL="0" indent="0">
              <a:buNone/>
            </a:pPr>
            <a:r>
              <a:rPr lang="en-IE" b="1" dirty="0"/>
              <a:t>White Box Testing or Structural Testing</a:t>
            </a:r>
          </a:p>
          <a:p>
            <a:r>
              <a:rPr lang="en-US" dirty="0"/>
              <a:t>Imagine you’re an electrician tasked with checking the wiring in a house. White Box Testing is like having the complete blueprint of the house, including all the hidden electrical circuits, outlets, switches, and even the color coding of the wires. You’re not just checking if the lights turn on when you flip the switch (that would be more like Black Box Testing), but you’re examining the actual wiring behind the walls.</a:t>
            </a:r>
          </a:p>
          <a:p>
            <a:r>
              <a:rPr lang="en-US" dirty="0"/>
              <a:t>White Box Testing, or structural, code-based, or glass box testing, is a software testing technique that focuses on the software’s internal logic, structure, and coding. It provides testers with complete application knowledge, including access to source code and design documents, enabling them to inspect and verify the software’s inner workings, infrastructure, and integrations. </a:t>
            </a:r>
            <a:endParaRPr lang="en-IE" dirty="0"/>
          </a:p>
          <a:p>
            <a:endParaRPr lang="en-IE" sz="3200" b="1" dirty="0"/>
          </a:p>
          <a:p>
            <a:endParaRPr lang="en-IE" dirty="0"/>
          </a:p>
        </p:txBody>
      </p:sp>
    </p:spTree>
    <p:extLst>
      <p:ext uri="{BB962C8B-B14F-4D97-AF65-F5344CB8AC3E}">
        <p14:creationId xmlns:p14="http://schemas.microsoft.com/office/powerpoint/2010/main" val="906833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659091" y="-78231"/>
            <a:ext cx="10515600" cy="1325563"/>
          </a:xfrm>
        </p:spPr>
        <p:txBody>
          <a:bodyPr/>
          <a:lstStyle/>
          <a:p>
            <a:r>
              <a:rPr lang="en-IE" dirty="0"/>
              <a:t>Stage 4 -&gt; Create (Functional Testing)</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26243" y="1168925"/>
            <a:ext cx="11623249" cy="5458118"/>
          </a:xfrm>
        </p:spPr>
        <p:txBody>
          <a:bodyPr vert="horz" lIns="91440" tIns="45720" rIns="91440" bIns="45720" rtlCol="0" anchor="t">
            <a:normAutofit fontScale="92500" lnSpcReduction="10000"/>
          </a:bodyPr>
          <a:lstStyle/>
          <a:p>
            <a:pPr marL="0" indent="0">
              <a:buNone/>
            </a:pPr>
            <a:r>
              <a:rPr lang="en-IE" b="1" dirty="0"/>
              <a:t>Functional Testing also known as Black Box Testing</a:t>
            </a:r>
          </a:p>
          <a:p>
            <a:r>
              <a:rPr lang="en-US" dirty="0"/>
              <a:t>Software functional testing involves verifying that a piece of software or an application meets its functional requirements. In other words, it ensures that the software performs the specific functions it's designed to do accurately and reliably.</a:t>
            </a:r>
          </a:p>
          <a:p>
            <a:endParaRPr lang="en-US" dirty="0"/>
          </a:p>
          <a:p>
            <a:r>
              <a:rPr lang="en-US" dirty="0"/>
              <a:t>During functional testing, testers typically focus on testing individual features or functionalities of the software to confirm that they behave as expected. This can involve testing various inputs and scenarios to ensure that the software responds correctly and produces the expected outputs.</a:t>
            </a:r>
          </a:p>
          <a:p>
            <a:endParaRPr lang="en-US" dirty="0"/>
          </a:p>
          <a:p>
            <a:r>
              <a:rPr lang="en-US" dirty="0"/>
              <a:t>Functional testing is often carried out through a combination of manual testing, where testers interact with the software directly to validate its behavior, and automated testing, where scripts are created to simulate user interactions and verify expected outcomes automatically.</a:t>
            </a:r>
            <a:endParaRPr lang="en-IE" dirty="0"/>
          </a:p>
          <a:p>
            <a:endParaRPr lang="en-IE" dirty="0"/>
          </a:p>
        </p:txBody>
      </p:sp>
    </p:spTree>
    <p:extLst>
      <p:ext uri="{BB962C8B-B14F-4D97-AF65-F5344CB8AC3E}">
        <p14:creationId xmlns:p14="http://schemas.microsoft.com/office/powerpoint/2010/main" val="861587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780068" y="0"/>
            <a:ext cx="10515600" cy="1325563"/>
          </a:xfrm>
        </p:spPr>
        <p:txBody>
          <a:bodyPr/>
          <a:lstStyle/>
          <a:p>
            <a:r>
              <a:rPr lang="en-IE" dirty="0"/>
              <a:t>Stage 4 -&gt; Create (System Testing)</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45097" y="1096505"/>
            <a:ext cx="11585542" cy="5313722"/>
          </a:xfrm>
        </p:spPr>
        <p:txBody>
          <a:bodyPr vert="horz" lIns="91440" tIns="45720" rIns="91440" bIns="45720" rtlCol="0" anchor="t">
            <a:normAutofit/>
          </a:bodyPr>
          <a:lstStyle/>
          <a:p>
            <a:pPr marL="0" indent="0">
              <a:buNone/>
            </a:pPr>
            <a:r>
              <a:rPr lang="en-IE" b="1" dirty="0"/>
              <a:t>System Testing</a:t>
            </a:r>
          </a:p>
          <a:p>
            <a:r>
              <a:rPr lang="en-IE" dirty="0"/>
              <a:t>System testing differs from functional testing in that it tests the entire system while functional testing only tests a single function or feature at a time.</a:t>
            </a:r>
          </a:p>
          <a:p>
            <a:r>
              <a:rPr lang="en-IE" dirty="0"/>
              <a:t>The aim of system testing is to ensure the software meets the client and users requirements.</a:t>
            </a:r>
          </a:p>
          <a:p>
            <a:r>
              <a:rPr lang="en-IE" dirty="0"/>
              <a:t>System testing can be broken down into ALPHA and BETA testing</a:t>
            </a:r>
          </a:p>
          <a:p>
            <a:pPr lvl="1"/>
            <a:r>
              <a:rPr lang="en-IE" b="1" dirty="0"/>
              <a:t>Alpha testing </a:t>
            </a:r>
            <a:r>
              <a:rPr lang="en-IE" dirty="0"/>
              <a:t>refers to testing the software in-house. It aims to test as many paths through the system as possible in order to discover problems and fix them before the system is tested by users.</a:t>
            </a:r>
          </a:p>
          <a:p>
            <a:pPr lvl="1"/>
            <a:r>
              <a:rPr lang="en-IE" b="1" dirty="0"/>
              <a:t>Beta testing </a:t>
            </a:r>
            <a:r>
              <a:rPr lang="en-IE" dirty="0"/>
              <a:t>occurs when an early version of the software is sent to potential users for testing. Users perform tests that are typical of what would take place in real life conditions. They record any problems that they find and notify the developers who must then rectify the problem</a:t>
            </a:r>
            <a:endParaRPr lang="en-IE" b="1" dirty="0"/>
          </a:p>
          <a:p>
            <a:pPr marL="457200" lvl="1" indent="0">
              <a:buNone/>
            </a:pPr>
            <a:endParaRPr lang="en-IE" dirty="0"/>
          </a:p>
          <a:p>
            <a:endParaRPr lang="en-IE" dirty="0"/>
          </a:p>
        </p:txBody>
      </p:sp>
    </p:spTree>
    <p:extLst>
      <p:ext uri="{BB962C8B-B14F-4D97-AF65-F5344CB8AC3E}">
        <p14:creationId xmlns:p14="http://schemas.microsoft.com/office/powerpoint/2010/main" val="1474888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780068" y="0"/>
            <a:ext cx="10515600" cy="1325563"/>
          </a:xfrm>
        </p:spPr>
        <p:txBody>
          <a:bodyPr/>
          <a:lstStyle/>
          <a:p>
            <a:r>
              <a:rPr lang="en-IE" dirty="0"/>
              <a:t>Stage 4 -&gt; Create (Non-functional Testing)</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45097" y="1096505"/>
            <a:ext cx="11585542" cy="5313722"/>
          </a:xfrm>
        </p:spPr>
        <p:txBody>
          <a:bodyPr vert="horz" lIns="91440" tIns="45720" rIns="91440" bIns="45720" rtlCol="0" anchor="t">
            <a:normAutofit/>
          </a:bodyPr>
          <a:lstStyle/>
          <a:p>
            <a:pPr marL="0" indent="0">
              <a:buNone/>
            </a:pPr>
            <a:r>
              <a:rPr lang="en-IE" b="1" dirty="0"/>
              <a:t>Non-functional Testing</a:t>
            </a:r>
          </a:p>
          <a:p>
            <a:pPr marL="0" indent="0">
              <a:buNone/>
            </a:pPr>
            <a:r>
              <a:rPr lang="en-US" sz="3200" dirty="0"/>
              <a:t>Purpose</a:t>
            </a:r>
            <a:r>
              <a:rPr lang="en-US" dirty="0"/>
              <a:t>: Non-functional testing evaluates the performance, reliability, usability, and other non-functional aspects of the software system. It ensures that the software meets quality attributes beyond just its functional requirements.</a:t>
            </a:r>
          </a:p>
          <a:p>
            <a:pPr marL="0" indent="0">
              <a:buNone/>
            </a:pPr>
            <a:r>
              <a:rPr lang="en-US" b="1" dirty="0"/>
              <a:t>Focus</a:t>
            </a:r>
            <a:r>
              <a:rPr lang="en-US" dirty="0"/>
              <a:t>: It focuses on characteristics like performance, reliability, security, usability, scalability, and maintainability.</a:t>
            </a:r>
          </a:p>
          <a:p>
            <a:pPr marL="0" indent="0">
              <a:buNone/>
            </a:pPr>
            <a:r>
              <a:rPr lang="en-US" b="1" dirty="0"/>
              <a:t>Examples</a:t>
            </a:r>
            <a:r>
              <a:rPr lang="en-US" dirty="0"/>
              <a:t>: Load testing, stress testing, security testing, usability testing, reliability testing, and compatibility testing are all examples of non-functional testing. These tests evaluate how the system behaves under various conditions and assess its compliance with non-functional requirements.</a:t>
            </a:r>
            <a:endParaRPr lang="en-IE" dirty="0"/>
          </a:p>
          <a:p>
            <a:endParaRPr lang="en-IE" dirty="0"/>
          </a:p>
        </p:txBody>
      </p:sp>
    </p:spTree>
    <p:extLst>
      <p:ext uri="{BB962C8B-B14F-4D97-AF65-F5344CB8AC3E}">
        <p14:creationId xmlns:p14="http://schemas.microsoft.com/office/powerpoint/2010/main" val="2258420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780068" y="0"/>
            <a:ext cx="10515600" cy="1325563"/>
          </a:xfrm>
        </p:spPr>
        <p:txBody>
          <a:bodyPr/>
          <a:lstStyle/>
          <a:p>
            <a:r>
              <a:rPr lang="en-IE" dirty="0"/>
              <a:t>Stage 4 -&gt; Create (Acceptance Testing)</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245097" y="1096505"/>
            <a:ext cx="11585542" cy="5313722"/>
          </a:xfrm>
        </p:spPr>
        <p:txBody>
          <a:bodyPr vert="horz" lIns="91440" tIns="45720" rIns="91440" bIns="45720" rtlCol="0" anchor="t">
            <a:normAutofit/>
          </a:bodyPr>
          <a:lstStyle/>
          <a:p>
            <a:pPr marL="0" indent="0">
              <a:buNone/>
            </a:pPr>
            <a:r>
              <a:rPr lang="en-IE" b="1" dirty="0"/>
              <a:t>Acceptance Testing</a:t>
            </a:r>
          </a:p>
          <a:p>
            <a:r>
              <a:rPr lang="en-US" dirty="0"/>
              <a:t>Firstly, programs are tested with normal, erroneous and boundary data. </a:t>
            </a:r>
          </a:p>
          <a:p>
            <a:r>
              <a:rPr lang="en-US" dirty="0"/>
              <a:t>Then, unit testing, module testing, and system testing is carried out. </a:t>
            </a:r>
          </a:p>
          <a:p>
            <a:r>
              <a:rPr lang="en-US" dirty="0"/>
              <a:t>Then, the system is tested whether it meets the user’s requirements. This is called acceptance testing. </a:t>
            </a:r>
          </a:p>
          <a:p>
            <a:r>
              <a:rPr lang="en-US" dirty="0"/>
              <a:t>The test data supplied to the acceptance data is supplied by the end-user instead of the data used for testing purposes. </a:t>
            </a:r>
          </a:p>
          <a:p>
            <a:r>
              <a:rPr lang="en-US" dirty="0"/>
              <a:t>The system is also tested in an environment where a realistic volume of data is supplied. This is a part of the hand-over process and is carried out by the intended user.</a:t>
            </a:r>
          </a:p>
          <a:p>
            <a:endParaRPr lang="en-IE" dirty="0"/>
          </a:p>
        </p:txBody>
      </p:sp>
    </p:spTree>
    <p:extLst>
      <p:ext uri="{BB962C8B-B14F-4D97-AF65-F5344CB8AC3E}">
        <p14:creationId xmlns:p14="http://schemas.microsoft.com/office/powerpoint/2010/main" val="2361693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p:txBody>
          <a:bodyPr/>
          <a:lstStyle/>
          <a:p>
            <a:r>
              <a:rPr lang="en-IE"/>
              <a:t>Stage 5 -&gt; Evaluate</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58219" y="1825625"/>
            <a:ext cx="11576115" cy="4667250"/>
          </a:xfrm>
        </p:spPr>
        <p:txBody>
          <a:bodyPr>
            <a:normAutofit lnSpcReduction="10000"/>
          </a:bodyPr>
          <a:lstStyle/>
          <a:p>
            <a:pPr marL="0" indent="0">
              <a:buNone/>
            </a:pPr>
            <a:r>
              <a:rPr lang="en-US" dirty="0"/>
              <a:t>When the testing is over, a broader evaluation of the system should take place. This evaluation compares the finished system with the specifications of the requirements.</a:t>
            </a:r>
          </a:p>
          <a:p>
            <a:pPr marL="0" indent="0">
              <a:buNone/>
            </a:pPr>
            <a:r>
              <a:rPr lang="en-US" dirty="0"/>
              <a:t>This phase comes to action three to six months after the software has come to use. </a:t>
            </a:r>
          </a:p>
          <a:p>
            <a:pPr marL="0" indent="0">
              <a:buNone/>
            </a:pPr>
            <a:r>
              <a:rPr lang="en-US" dirty="0"/>
              <a:t>This time duration allows the user and </a:t>
            </a:r>
            <a:r>
              <a:rPr lang="en-US" dirty="0" err="1"/>
              <a:t>organisation</a:t>
            </a:r>
            <a:r>
              <a:rPr lang="en-US" dirty="0"/>
              <a:t> to get used to the new software environment. </a:t>
            </a:r>
          </a:p>
          <a:p>
            <a:pPr marL="0" indent="0">
              <a:buNone/>
            </a:pPr>
            <a:r>
              <a:rPr lang="en-US" dirty="0"/>
              <a:t>User may identify a few shortcomings at this stage and their feedback is evaluated. </a:t>
            </a:r>
          </a:p>
          <a:p>
            <a:pPr marL="0" indent="0">
              <a:buNone/>
            </a:pPr>
            <a:r>
              <a:rPr lang="en-US" dirty="0"/>
              <a:t>The software must be effective in solving the problem, easy to use and easy to maintain.</a:t>
            </a:r>
          </a:p>
          <a:p>
            <a:pPr marL="0" indent="0">
              <a:buNone/>
            </a:pPr>
            <a:endParaRPr lang="en-IE" dirty="0"/>
          </a:p>
        </p:txBody>
      </p:sp>
    </p:spTree>
    <p:extLst>
      <p:ext uri="{BB962C8B-B14F-4D97-AF65-F5344CB8AC3E}">
        <p14:creationId xmlns:p14="http://schemas.microsoft.com/office/powerpoint/2010/main" val="2174003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B19-E137-EE52-F6B5-06733A405EF7}"/>
              </a:ext>
            </a:extLst>
          </p:cNvPr>
          <p:cNvSpPr>
            <a:spLocks noGrp="1"/>
          </p:cNvSpPr>
          <p:nvPr>
            <p:ph type="title"/>
          </p:nvPr>
        </p:nvSpPr>
        <p:spPr>
          <a:xfrm>
            <a:off x="831915" y="-197963"/>
            <a:ext cx="10515600" cy="1325563"/>
          </a:xfrm>
        </p:spPr>
        <p:txBody>
          <a:bodyPr/>
          <a:lstStyle/>
          <a:p>
            <a:r>
              <a:rPr lang="en-IE" dirty="0"/>
              <a:t>Stage 6 -&gt; Document</a:t>
            </a:r>
          </a:p>
        </p:txBody>
      </p:sp>
      <p:sp>
        <p:nvSpPr>
          <p:cNvPr id="3" name="Content Placeholder 2">
            <a:extLst>
              <a:ext uri="{FF2B5EF4-FFF2-40B4-BE49-F238E27FC236}">
                <a16:creationId xmlns:a16="http://schemas.microsoft.com/office/drawing/2014/main" id="{6989E06F-71AB-D93A-3EF7-4C8FEB1D3B86}"/>
              </a:ext>
            </a:extLst>
          </p:cNvPr>
          <p:cNvSpPr>
            <a:spLocks noGrp="1"/>
          </p:cNvSpPr>
          <p:nvPr>
            <p:ph idx="1"/>
          </p:nvPr>
        </p:nvSpPr>
        <p:spPr>
          <a:xfrm>
            <a:off x="339365" y="1008668"/>
            <a:ext cx="11500701" cy="5740923"/>
          </a:xfrm>
        </p:spPr>
        <p:txBody>
          <a:bodyPr>
            <a:normAutofit/>
          </a:bodyPr>
          <a:lstStyle/>
          <a:p>
            <a:pPr marL="0" indent="0">
              <a:buNone/>
            </a:pPr>
            <a:r>
              <a:rPr lang="en-IE" dirty="0"/>
              <a:t>Effective communication is key to the success of any software project. This includes meetings and phones calls as well as more formal documentation. </a:t>
            </a:r>
          </a:p>
          <a:p>
            <a:r>
              <a:rPr lang="en-IE" dirty="0"/>
              <a:t>The specific documents produced will vary from project to </a:t>
            </a:r>
            <a:r>
              <a:rPr lang="en-IE" dirty="0" err="1"/>
              <a:t>project.This</a:t>
            </a:r>
            <a:r>
              <a:rPr lang="en-IE" dirty="0"/>
              <a:t> will include:</a:t>
            </a:r>
          </a:p>
          <a:p>
            <a:pPr lvl="1"/>
            <a:r>
              <a:rPr lang="en-IE" dirty="0"/>
              <a:t>Feasibility Study</a:t>
            </a:r>
          </a:p>
          <a:p>
            <a:pPr lvl="1"/>
            <a:r>
              <a:rPr lang="en-IE" dirty="0"/>
              <a:t>Specifications of Requirements</a:t>
            </a:r>
          </a:p>
          <a:p>
            <a:pPr lvl="1"/>
            <a:r>
              <a:rPr lang="en-IE" dirty="0"/>
              <a:t>Project Plan</a:t>
            </a:r>
          </a:p>
          <a:p>
            <a:pPr lvl="1"/>
            <a:r>
              <a:rPr lang="en-IE" dirty="0"/>
              <a:t>Design Documents</a:t>
            </a:r>
          </a:p>
          <a:p>
            <a:pPr lvl="1"/>
            <a:r>
              <a:rPr lang="en-IE" dirty="0"/>
              <a:t>The code itself with comments </a:t>
            </a:r>
            <a:r>
              <a:rPr lang="en-IE" dirty="0" err="1"/>
              <a:t>andsupporting</a:t>
            </a:r>
            <a:r>
              <a:rPr lang="en-IE" dirty="0"/>
              <a:t> technical documentation</a:t>
            </a:r>
          </a:p>
          <a:p>
            <a:pPr lvl="1"/>
            <a:r>
              <a:rPr lang="en-IE" dirty="0"/>
              <a:t>Test Plans &amp; Test Data &amp; Test Results</a:t>
            </a:r>
          </a:p>
          <a:p>
            <a:pPr lvl="1"/>
            <a:r>
              <a:rPr lang="en-IE" dirty="0"/>
              <a:t>System Documentation of the final version</a:t>
            </a:r>
          </a:p>
          <a:p>
            <a:pPr lvl="1"/>
            <a:r>
              <a:rPr lang="en-IE" dirty="0"/>
              <a:t>Installation &amp; set-up guide</a:t>
            </a:r>
          </a:p>
          <a:p>
            <a:pPr lvl="1"/>
            <a:r>
              <a:rPr lang="en-IE" dirty="0"/>
              <a:t>Training &amp; End-user documents</a:t>
            </a:r>
          </a:p>
          <a:p>
            <a:pPr lvl="1"/>
            <a:r>
              <a:rPr lang="en-IE" dirty="0"/>
              <a:t>Evaluation Report</a:t>
            </a:r>
          </a:p>
          <a:p>
            <a:pPr lvl="1"/>
            <a:endParaRPr lang="en-IE" dirty="0"/>
          </a:p>
          <a:p>
            <a:endParaRPr lang="en-IE" dirty="0"/>
          </a:p>
          <a:p>
            <a:pPr marL="0" indent="0">
              <a:buNone/>
            </a:pPr>
            <a:endParaRPr lang="en-IE" dirty="0"/>
          </a:p>
        </p:txBody>
      </p:sp>
    </p:spTree>
    <p:extLst>
      <p:ext uri="{BB962C8B-B14F-4D97-AF65-F5344CB8AC3E}">
        <p14:creationId xmlns:p14="http://schemas.microsoft.com/office/powerpoint/2010/main" val="2215953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D50D-2F00-5CBC-75AB-447927F5DEA6}"/>
              </a:ext>
            </a:extLst>
          </p:cNvPr>
          <p:cNvSpPr>
            <a:spLocks noGrp="1"/>
          </p:cNvSpPr>
          <p:nvPr>
            <p:ph type="title"/>
          </p:nvPr>
        </p:nvSpPr>
        <p:spPr>
          <a:xfrm>
            <a:off x="225458" y="-233464"/>
            <a:ext cx="10515600" cy="1325563"/>
          </a:xfrm>
        </p:spPr>
        <p:txBody>
          <a:bodyPr/>
          <a:lstStyle/>
          <a:p>
            <a:r>
              <a:rPr lang="en-IE" dirty="0"/>
              <a:t>Agile Software Development Methodology</a:t>
            </a:r>
          </a:p>
        </p:txBody>
      </p:sp>
      <p:sp>
        <p:nvSpPr>
          <p:cNvPr id="3" name="Content Placeholder 2">
            <a:extLst>
              <a:ext uri="{FF2B5EF4-FFF2-40B4-BE49-F238E27FC236}">
                <a16:creationId xmlns:a16="http://schemas.microsoft.com/office/drawing/2014/main" id="{0C011D5A-6B33-EAA8-D0B0-B826492AC6F3}"/>
              </a:ext>
            </a:extLst>
          </p:cNvPr>
          <p:cNvSpPr>
            <a:spLocks noGrp="1"/>
          </p:cNvSpPr>
          <p:nvPr>
            <p:ph idx="1"/>
          </p:nvPr>
        </p:nvSpPr>
        <p:spPr>
          <a:xfrm>
            <a:off x="75414" y="967150"/>
            <a:ext cx="8455844" cy="5688174"/>
          </a:xfrm>
        </p:spPr>
        <p:txBody>
          <a:bodyPr>
            <a:normAutofit lnSpcReduction="10000"/>
          </a:bodyPr>
          <a:lstStyle/>
          <a:p>
            <a:r>
              <a:rPr lang="en-US" dirty="0"/>
              <a:t>Imagine building a house. Instead of planning every detail upfront and building it all at once, Agile is like building one room at a time, getting feedback from the homeowner as you go.</a:t>
            </a:r>
          </a:p>
          <a:p>
            <a:endParaRPr lang="en-US" dirty="0"/>
          </a:p>
          <a:p>
            <a:r>
              <a:rPr lang="en-US" dirty="0"/>
              <a:t>In software development, Agile means breaking the project into small pieces called "sprints." Each sprint typically lasts a few weeks, and the team works on a specific set of tasks during that time. After each sprint, there's a review where the team and stakeholders give feedback, and adjustments are made for the next sprint. This way, the software evolves gradually, adapting to changing needs and priorities along the way. It's like taking small steps forward, always ready to adjust course based on feedback.</a:t>
            </a:r>
            <a:endParaRPr lang="en-IE" dirty="0"/>
          </a:p>
        </p:txBody>
      </p:sp>
      <p:pic>
        <p:nvPicPr>
          <p:cNvPr id="1026" name="Picture 2" descr="Agile Methodology I Official Trainings - InterQuality">
            <a:extLst>
              <a:ext uri="{FF2B5EF4-FFF2-40B4-BE49-F238E27FC236}">
                <a16:creationId xmlns:a16="http://schemas.microsoft.com/office/drawing/2014/main" id="{E9240142-C5CD-FAAE-0EE3-E19E8FCE51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5849" y="967149"/>
            <a:ext cx="3780737" cy="2630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6317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D50D-2F00-5CBC-75AB-447927F5DEA6}"/>
              </a:ext>
            </a:extLst>
          </p:cNvPr>
          <p:cNvSpPr>
            <a:spLocks noGrp="1"/>
          </p:cNvSpPr>
          <p:nvPr>
            <p:ph type="title"/>
          </p:nvPr>
        </p:nvSpPr>
        <p:spPr>
          <a:xfrm>
            <a:off x="225458" y="-233464"/>
            <a:ext cx="10515600" cy="1325563"/>
          </a:xfrm>
        </p:spPr>
        <p:txBody>
          <a:bodyPr/>
          <a:lstStyle/>
          <a:p>
            <a:r>
              <a:rPr lang="en-IE" dirty="0"/>
              <a:t>Agile Software Development Methodology</a:t>
            </a:r>
          </a:p>
        </p:txBody>
      </p:sp>
      <p:sp>
        <p:nvSpPr>
          <p:cNvPr id="3" name="Content Placeholder 2">
            <a:extLst>
              <a:ext uri="{FF2B5EF4-FFF2-40B4-BE49-F238E27FC236}">
                <a16:creationId xmlns:a16="http://schemas.microsoft.com/office/drawing/2014/main" id="{0C011D5A-6B33-EAA8-D0B0-B826492AC6F3}"/>
              </a:ext>
            </a:extLst>
          </p:cNvPr>
          <p:cNvSpPr>
            <a:spLocks noGrp="1"/>
          </p:cNvSpPr>
          <p:nvPr>
            <p:ph idx="1"/>
          </p:nvPr>
        </p:nvSpPr>
        <p:spPr>
          <a:xfrm>
            <a:off x="75414" y="967150"/>
            <a:ext cx="11471318" cy="5688174"/>
          </a:xfrm>
        </p:spPr>
        <p:txBody>
          <a:bodyPr>
            <a:normAutofit/>
          </a:bodyPr>
          <a:lstStyle/>
          <a:p>
            <a:r>
              <a:rPr lang="en-US" b="1" dirty="0"/>
              <a:t>Pros of Agile Methodology:</a:t>
            </a:r>
          </a:p>
          <a:p>
            <a:endParaRPr lang="en-US" b="1" dirty="0"/>
          </a:p>
          <a:p>
            <a:r>
              <a:rPr lang="en-US" dirty="0"/>
              <a:t>Flexibility: Easily adapts to changes in requirements and priorities.</a:t>
            </a:r>
          </a:p>
          <a:p>
            <a:r>
              <a:rPr lang="en-US" dirty="0"/>
              <a:t>Faster Delivery: Incremental development leads to quicker delivery of working software.</a:t>
            </a:r>
          </a:p>
          <a:p>
            <a:r>
              <a:rPr lang="en-US" dirty="0"/>
              <a:t>Stakeholder Engagement: Regular collaboration ensures alignment with customer needs.</a:t>
            </a:r>
          </a:p>
          <a:p>
            <a:r>
              <a:rPr lang="en-US" dirty="0"/>
              <a:t>Continuous Improvement: Iterative approach allows for ongoing enhancements and feedback.</a:t>
            </a:r>
          </a:p>
          <a:p>
            <a:r>
              <a:rPr lang="en-US" dirty="0"/>
              <a:t>Reduced Risks: Early detection and mitigation of issues lead to minimized project risks.</a:t>
            </a:r>
            <a:endParaRPr lang="en-IE" dirty="0"/>
          </a:p>
        </p:txBody>
      </p:sp>
    </p:spTree>
    <p:extLst>
      <p:ext uri="{BB962C8B-B14F-4D97-AF65-F5344CB8AC3E}">
        <p14:creationId xmlns:p14="http://schemas.microsoft.com/office/powerpoint/2010/main" val="3329761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7D50D-2F00-5CBC-75AB-447927F5DEA6}"/>
              </a:ext>
            </a:extLst>
          </p:cNvPr>
          <p:cNvSpPr>
            <a:spLocks noGrp="1"/>
          </p:cNvSpPr>
          <p:nvPr>
            <p:ph type="title"/>
          </p:nvPr>
        </p:nvSpPr>
        <p:spPr>
          <a:xfrm>
            <a:off x="225458" y="-233464"/>
            <a:ext cx="10515600" cy="1325563"/>
          </a:xfrm>
        </p:spPr>
        <p:txBody>
          <a:bodyPr/>
          <a:lstStyle/>
          <a:p>
            <a:r>
              <a:rPr lang="en-IE" dirty="0"/>
              <a:t>Agile Software Development Methodology</a:t>
            </a:r>
          </a:p>
        </p:txBody>
      </p:sp>
      <p:sp>
        <p:nvSpPr>
          <p:cNvPr id="3" name="Content Placeholder 2">
            <a:extLst>
              <a:ext uri="{FF2B5EF4-FFF2-40B4-BE49-F238E27FC236}">
                <a16:creationId xmlns:a16="http://schemas.microsoft.com/office/drawing/2014/main" id="{0C011D5A-6B33-EAA8-D0B0-B826492AC6F3}"/>
              </a:ext>
            </a:extLst>
          </p:cNvPr>
          <p:cNvSpPr>
            <a:spLocks noGrp="1"/>
          </p:cNvSpPr>
          <p:nvPr>
            <p:ph idx="1"/>
          </p:nvPr>
        </p:nvSpPr>
        <p:spPr>
          <a:xfrm>
            <a:off x="75414" y="967150"/>
            <a:ext cx="11471318" cy="5688174"/>
          </a:xfrm>
        </p:spPr>
        <p:txBody>
          <a:bodyPr>
            <a:normAutofit lnSpcReduction="10000"/>
          </a:bodyPr>
          <a:lstStyle/>
          <a:p>
            <a:r>
              <a:rPr lang="en-US" b="1" dirty="0"/>
              <a:t>Cons of Agile Methodology</a:t>
            </a:r>
            <a:r>
              <a:rPr lang="en-US" dirty="0"/>
              <a:t>:</a:t>
            </a:r>
          </a:p>
          <a:p>
            <a:endParaRPr lang="en-US" dirty="0"/>
          </a:p>
          <a:p>
            <a:r>
              <a:rPr lang="en-US" dirty="0"/>
              <a:t>Lack of Predictability: Difficulty in estimating timelines and project costs accurately.</a:t>
            </a:r>
          </a:p>
          <a:p>
            <a:r>
              <a:rPr lang="en-US" dirty="0"/>
              <a:t>Resource Intensive: Requires active participation and commitment from all team members.</a:t>
            </a:r>
          </a:p>
          <a:p>
            <a:r>
              <a:rPr lang="en-US" dirty="0"/>
              <a:t>Dependency on Customer Availability: Relies on consistent feedback and involvement from stakeholders.</a:t>
            </a:r>
          </a:p>
          <a:p>
            <a:r>
              <a:rPr lang="en-US" dirty="0"/>
              <a:t>Documentation Challenges: Emphasis on working software over comprehensive documentation can lead to insufficient documentation.</a:t>
            </a:r>
          </a:p>
          <a:p>
            <a:r>
              <a:rPr lang="en-US" dirty="0"/>
              <a:t>Scope Creep: Susceptible to the addition of new features or requirements throughout the development process, potentially impacting project scope and deadlines.</a:t>
            </a:r>
            <a:endParaRPr lang="en-IE" dirty="0"/>
          </a:p>
        </p:txBody>
      </p:sp>
    </p:spTree>
    <p:extLst>
      <p:ext uri="{BB962C8B-B14F-4D97-AF65-F5344CB8AC3E}">
        <p14:creationId xmlns:p14="http://schemas.microsoft.com/office/powerpoint/2010/main" val="1528412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2779-5BE1-9B81-7060-34EFB0C12457}"/>
              </a:ext>
            </a:extLst>
          </p:cNvPr>
          <p:cNvSpPr>
            <a:spLocks noGrp="1"/>
          </p:cNvSpPr>
          <p:nvPr>
            <p:ph type="title"/>
          </p:nvPr>
        </p:nvSpPr>
        <p:spPr>
          <a:xfrm>
            <a:off x="251381" y="0"/>
            <a:ext cx="11689237" cy="1325563"/>
          </a:xfrm>
        </p:spPr>
        <p:txBody>
          <a:bodyPr/>
          <a:lstStyle/>
          <a:p>
            <a:r>
              <a:rPr lang="en-IE" dirty="0"/>
              <a:t>Waterfall Software Development Methodology</a:t>
            </a:r>
          </a:p>
        </p:txBody>
      </p:sp>
      <p:sp>
        <p:nvSpPr>
          <p:cNvPr id="3" name="Content Placeholder 2">
            <a:extLst>
              <a:ext uri="{FF2B5EF4-FFF2-40B4-BE49-F238E27FC236}">
                <a16:creationId xmlns:a16="http://schemas.microsoft.com/office/drawing/2014/main" id="{64A33AC5-9512-0DA7-7557-054AAFDDB7A4}"/>
              </a:ext>
            </a:extLst>
          </p:cNvPr>
          <p:cNvSpPr>
            <a:spLocks noGrp="1"/>
          </p:cNvSpPr>
          <p:nvPr>
            <p:ph idx="1"/>
          </p:nvPr>
        </p:nvSpPr>
        <p:spPr>
          <a:xfrm>
            <a:off x="117048" y="1098558"/>
            <a:ext cx="6429867" cy="5885902"/>
          </a:xfrm>
        </p:spPr>
        <p:txBody>
          <a:bodyPr>
            <a:normAutofit fontScale="92500" lnSpcReduction="10000"/>
          </a:bodyPr>
          <a:lstStyle/>
          <a:p>
            <a:r>
              <a:rPr lang="en-US" dirty="0"/>
              <a:t>Waterfall software development is a traditional approach to creating software that follows a sequential, linear process. In the waterfall model, each phase of development must be completed before moving on to the next phase, similar to water flowing downward in a waterfall.</a:t>
            </a:r>
          </a:p>
          <a:p>
            <a:r>
              <a:rPr lang="en-US" dirty="0"/>
              <a:t>Waterfall development is characterized by its rigid structure and emphasis on extensive upfront planning and documentation. While this approach can provide clarity and predictability, it can also be less flexible and less responsive to changes compared to Agile methodologies. Issues or changes discovered late in the process can be more difficult and costly to address in a waterfall model.</a:t>
            </a:r>
            <a:endParaRPr lang="en-IE" dirty="0"/>
          </a:p>
        </p:txBody>
      </p:sp>
      <p:pic>
        <p:nvPicPr>
          <p:cNvPr id="5" name="Picture 4">
            <a:extLst>
              <a:ext uri="{FF2B5EF4-FFF2-40B4-BE49-F238E27FC236}">
                <a16:creationId xmlns:a16="http://schemas.microsoft.com/office/drawing/2014/main" id="{745708A8-1281-0BF8-778A-881EB78F9911}"/>
              </a:ext>
            </a:extLst>
          </p:cNvPr>
          <p:cNvPicPr>
            <a:picLocks noChangeAspect="1"/>
          </p:cNvPicPr>
          <p:nvPr/>
        </p:nvPicPr>
        <p:blipFill>
          <a:blip r:embed="rId2"/>
          <a:stretch>
            <a:fillRect/>
          </a:stretch>
        </p:blipFill>
        <p:spPr>
          <a:xfrm>
            <a:off x="6546915" y="1325563"/>
            <a:ext cx="5426917" cy="3111514"/>
          </a:xfrm>
          <a:prstGeom prst="rect">
            <a:avLst/>
          </a:prstGeom>
        </p:spPr>
      </p:pic>
    </p:spTree>
    <p:extLst>
      <p:ext uri="{BB962C8B-B14F-4D97-AF65-F5344CB8AC3E}">
        <p14:creationId xmlns:p14="http://schemas.microsoft.com/office/powerpoint/2010/main" val="2533676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2779-5BE1-9B81-7060-34EFB0C12457}"/>
              </a:ext>
            </a:extLst>
          </p:cNvPr>
          <p:cNvSpPr>
            <a:spLocks noGrp="1"/>
          </p:cNvSpPr>
          <p:nvPr>
            <p:ph type="title"/>
          </p:nvPr>
        </p:nvSpPr>
        <p:spPr>
          <a:xfrm>
            <a:off x="251381" y="0"/>
            <a:ext cx="11689237" cy="1325563"/>
          </a:xfrm>
        </p:spPr>
        <p:txBody>
          <a:bodyPr/>
          <a:lstStyle/>
          <a:p>
            <a:r>
              <a:rPr lang="en-IE" dirty="0"/>
              <a:t>Waterfall Software Development Methodology</a:t>
            </a:r>
          </a:p>
        </p:txBody>
      </p:sp>
      <p:sp>
        <p:nvSpPr>
          <p:cNvPr id="3" name="Content Placeholder 2">
            <a:extLst>
              <a:ext uri="{FF2B5EF4-FFF2-40B4-BE49-F238E27FC236}">
                <a16:creationId xmlns:a16="http://schemas.microsoft.com/office/drawing/2014/main" id="{64A33AC5-9512-0DA7-7557-054AAFDDB7A4}"/>
              </a:ext>
            </a:extLst>
          </p:cNvPr>
          <p:cNvSpPr>
            <a:spLocks noGrp="1"/>
          </p:cNvSpPr>
          <p:nvPr>
            <p:ph idx="1"/>
          </p:nvPr>
        </p:nvSpPr>
        <p:spPr>
          <a:xfrm>
            <a:off x="574248" y="1137468"/>
            <a:ext cx="11473207" cy="5357600"/>
          </a:xfrm>
        </p:spPr>
        <p:txBody>
          <a:bodyPr>
            <a:normAutofit/>
          </a:bodyPr>
          <a:lstStyle/>
          <a:p>
            <a:r>
              <a:rPr lang="en-US" b="1" dirty="0"/>
              <a:t>Pros of Waterfall Software Development:</a:t>
            </a:r>
          </a:p>
          <a:p>
            <a:endParaRPr lang="en-US" dirty="0"/>
          </a:p>
          <a:p>
            <a:r>
              <a:rPr lang="en-US" dirty="0"/>
              <a:t>Clear Structure: The sequential nature of waterfall development provides a clear roadmap for the entire project, making it easier to plan and manage.</a:t>
            </a:r>
          </a:p>
          <a:p>
            <a:r>
              <a:rPr lang="en-US" dirty="0"/>
              <a:t>Early Documentation: Requirements and design documentation are established upfront, providing a comprehensive understanding of the project scope and objectives.</a:t>
            </a:r>
          </a:p>
          <a:p>
            <a:r>
              <a:rPr lang="en-US" dirty="0"/>
              <a:t>Predictability: Waterfall development often results in more predictable timelines and budgets, as each phase is completed before moving on to the next.</a:t>
            </a:r>
          </a:p>
          <a:p>
            <a:r>
              <a:rPr lang="en-US" dirty="0"/>
              <a:t>Stakeholder Involvement: Stakeholders have a clear understanding of the project's progress and can provide input at each stage.</a:t>
            </a:r>
            <a:endParaRPr lang="en-IE" dirty="0"/>
          </a:p>
        </p:txBody>
      </p:sp>
    </p:spTree>
    <p:extLst>
      <p:ext uri="{BB962C8B-B14F-4D97-AF65-F5344CB8AC3E}">
        <p14:creationId xmlns:p14="http://schemas.microsoft.com/office/powerpoint/2010/main" val="493431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2779-5BE1-9B81-7060-34EFB0C12457}"/>
              </a:ext>
            </a:extLst>
          </p:cNvPr>
          <p:cNvSpPr>
            <a:spLocks noGrp="1"/>
          </p:cNvSpPr>
          <p:nvPr>
            <p:ph type="title"/>
          </p:nvPr>
        </p:nvSpPr>
        <p:spPr>
          <a:xfrm>
            <a:off x="251381" y="0"/>
            <a:ext cx="11689237" cy="1325563"/>
          </a:xfrm>
        </p:spPr>
        <p:txBody>
          <a:bodyPr/>
          <a:lstStyle/>
          <a:p>
            <a:r>
              <a:rPr lang="en-IE" dirty="0"/>
              <a:t>Waterfall Software Development Methodology</a:t>
            </a:r>
          </a:p>
        </p:txBody>
      </p:sp>
      <p:sp>
        <p:nvSpPr>
          <p:cNvPr id="3" name="Content Placeholder 2">
            <a:extLst>
              <a:ext uri="{FF2B5EF4-FFF2-40B4-BE49-F238E27FC236}">
                <a16:creationId xmlns:a16="http://schemas.microsoft.com/office/drawing/2014/main" id="{64A33AC5-9512-0DA7-7557-054AAFDDB7A4}"/>
              </a:ext>
            </a:extLst>
          </p:cNvPr>
          <p:cNvSpPr>
            <a:spLocks noGrp="1"/>
          </p:cNvSpPr>
          <p:nvPr>
            <p:ph idx="1"/>
          </p:nvPr>
        </p:nvSpPr>
        <p:spPr>
          <a:xfrm>
            <a:off x="574248" y="1137468"/>
            <a:ext cx="11473207" cy="5357600"/>
          </a:xfrm>
        </p:spPr>
        <p:txBody>
          <a:bodyPr>
            <a:normAutofit fontScale="92500" lnSpcReduction="10000"/>
          </a:bodyPr>
          <a:lstStyle/>
          <a:p>
            <a:r>
              <a:rPr lang="en-US" b="1" dirty="0"/>
              <a:t>Cons of Waterfall Software Development</a:t>
            </a:r>
            <a:r>
              <a:rPr lang="en-US" dirty="0"/>
              <a:t>:</a:t>
            </a:r>
          </a:p>
          <a:p>
            <a:endParaRPr lang="en-US" dirty="0"/>
          </a:p>
          <a:p>
            <a:r>
              <a:rPr lang="en-US" dirty="0"/>
              <a:t>Limited Flexibility: Changes in requirements or priorities can be difficult and costly to implement once the project is underway, as each phase must be completed before moving on to the next.</a:t>
            </a:r>
          </a:p>
          <a:p>
            <a:r>
              <a:rPr lang="en-US" dirty="0"/>
              <a:t>Late Feedback: Stakeholders may not see the software until late in the development process, leading to potential misunderstandings or misalignments with expectations.</a:t>
            </a:r>
          </a:p>
          <a:p>
            <a:r>
              <a:rPr lang="en-US" dirty="0"/>
              <a:t>Risk of Requirements Errors: Since all requirements are gathered upfront, there's a risk of overlooking or misunderstanding key requirements, which may not be discovered until later stages.</a:t>
            </a:r>
          </a:p>
          <a:p>
            <a:r>
              <a:rPr lang="en-US" dirty="0"/>
              <a:t>Difficulty Managing Complex Projects: Waterfall is less suited for large, complex projects where requirements may evolve over time or where there's a need for rapid iteration and feedback.</a:t>
            </a:r>
            <a:endParaRPr lang="en-IE" dirty="0"/>
          </a:p>
        </p:txBody>
      </p:sp>
    </p:spTree>
    <p:extLst>
      <p:ext uri="{BB962C8B-B14F-4D97-AF65-F5344CB8AC3E}">
        <p14:creationId xmlns:p14="http://schemas.microsoft.com/office/powerpoint/2010/main" val="619076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0" name="Picture 2" descr="Agile Project Management Methodology vs. Waterfall Project Management Methodology: Understanding the Differences">
            <a:extLst>
              <a:ext uri="{FF2B5EF4-FFF2-40B4-BE49-F238E27FC236}">
                <a16:creationId xmlns:a16="http://schemas.microsoft.com/office/drawing/2014/main" id="{219CBE2C-972F-B971-623D-C29CE93CB3A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420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D4D7-B803-F97E-A87C-79A057B520D8}"/>
              </a:ext>
            </a:extLst>
          </p:cNvPr>
          <p:cNvSpPr>
            <a:spLocks noGrp="1"/>
          </p:cNvSpPr>
          <p:nvPr>
            <p:ph type="title"/>
          </p:nvPr>
        </p:nvSpPr>
        <p:spPr>
          <a:xfrm>
            <a:off x="838200" y="0"/>
            <a:ext cx="10515600" cy="1325563"/>
          </a:xfrm>
        </p:spPr>
        <p:txBody>
          <a:bodyPr/>
          <a:lstStyle/>
          <a:p>
            <a:r>
              <a:rPr lang="en-IE" dirty="0"/>
              <a:t>Roles in a Software Development Team</a:t>
            </a:r>
          </a:p>
        </p:txBody>
      </p:sp>
      <p:sp>
        <p:nvSpPr>
          <p:cNvPr id="3" name="Content Placeholder 2">
            <a:extLst>
              <a:ext uri="{FF2B5EF4-FFF2-40B4-BE49-F238E27FC236}">
                <a16:creationId xmlns:a16="http://schemas.microsoft.com/office/drawing/2014/main" id="{9BD87491-73E8-94F3-F8DB-728F58FE7AED}"/>
              </a:ext>
            </a:extLst>
          </p:cNvPr>
          <p:cNvSpPr>
            <a:spLocks noGrp="1"/>
          </p:cNvSpPr>
          <p:nvPr>
            <p:ph idx="1"/>
          </p:nvPr>
        </p:nvSpPr>
        <p:spPr>
          <a:xfrm>
            <a:off x="320511" y="1325563"/>
            <a:ext cx="11397006" cy="4351338"/>
          </a:xfrm>
        </p:spPr>
        <p:txBody>
          <a:bodyPr/>
          <a:lstStyle/>
          <a:p>
            <a:r>
              <a:rPr lang="en-IE" b="1" dirty="0"/>
              <a:t>Project Manager</a:t>
            </a:r>
          </a:p>
          <a:p>
            <a:pPr lvl="1"/>
            <a:r>
              <a:rPr lang="en-IE" sz="2800" dirty="0"/>
              <a:t>Involved in producing the feasibility study and the specification of requirements</a:t>
            </a:r>
          </a:p>
          <a:p>
            <a:pPr lvl="1"/>
            <a:r>
              <a:rPr lang="en-IE" sz="2800" dirty="0"/>
              <a:t>Forms the project team and the supervises their work</a:t>
            </a:r>
          </a:p>
          <a:p>
            <a:pPr lvl="1"/>
            <a:r>
              <a:rPr lang="en-IE" sz="2800" dirty="0"/>
              <a:t>Ensures that the workloads are properly allocated</a:t>
            </a:r>
          </a:p>
          <a:p>
            <a:pPr lvl="1"/>
            <a:r>
              <a:rPr lang="en-IE" sz="2800" dirty="0"/>
              <a:t>Monitors everyone’s progress and ensure the project stays on track both timewise and financially</a:t>
            </a:r>
          </a:p>
          <a:p>
            <a:pPr lvl="1"/>
            <a:r>
              <a:rPr lang="en-IE" sz="2800" dirty="0"/>
              <a:t>Main point of communication between the client and the development team and regularly communicates with both parties to ensure any problems are reported and sorted out</a:t>
            </a:r>
          </a:p>
          <a:p>
            <a:endParaRPr lang="en-IE" dirty="0"/>
          </a:p>
        </p:txBody>
      </p:sp>
    </p:spTree>
    <p:extLst>
      <p:ext uri="{BB962C8B-B14F-4D97-AF65-F5344CB8AC3E}">
        <p14:creationId xmlns:p14="http://schemas.microsoft.com/office/powerpoint/2010/main" val="27099304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D4D7-B803-F97E-A87C-79A057B520D8}"/>
              </a:ext>
            </a:extLst>
          </p:cNvPr>
          <p:cNvSpPr>
            <a:spLocks noGrp="1"/>
          </p:cNvSpPr>
          <p:nvPr>
            <p:ph type="title"/>
          </p:nvPr>
        </p:nvSpPr>
        <p:spPr>
          <a:xfrm>
            <a:off x="838200" y="0"/>
            <a:ext cx="10515600" cy="1325563"/>
          </a:xfrm>
        </p:spPr>
        <p:txBody>
          <a:bodyPr/>
          <a:lstStyle/>
          <a:p>
            <a:r>
              <a:rPr lang="en-IE" dirty="0"/>
              <a:t>Roles in a Software Development Team</a:t>
            </a:r>
          </a:p>
        </p:txBody>
      </p:sp>
      <p:sp>
        <p:nvSpPr>
          <p:cNvPr id="3" name="Content Placeholder 2">
            <a:extLst>
              <a:ext uri="{FF2B5EF4-FFF2-40B4-BE49-F238E27FC236}">
                <a16:creationId xmlns:a16="http://schemas.microsoft.com/office/drawing/2014/main" id="{9BD87491-73E8-94F3-F8DB-728F58FE7AED}"/>
              </a:ext>
            </a:extLst>
          </p:cNvPr>
          <p:cNvSpPr>
            <a:spLocks noGrp="1"/>
          </p:cNvSpPr>
          <p:nvPr>
            <p:ph idx="1"/>
          </p:nvPr>
        </p:nvSpPr>
        <p:spPr>
          <a:xfrm>
            <a:off x="320511" y="1325563"/>
            <a:ext cx="11397006" cy="4351338"/>
          </a:xfrm>
        </p:spPr>
        <p:txBody>
          <a:bodyPr/>
          <a:lstStyle/>
          <a:p>
            <a:r>
              <a:rPr lang="en-IE" b="1" dirty="0"/>
              <a:t>Business Analyst</a:t>
            </a:r>
          </a:p>
          <a:p>
            <a:pPr lvl="1"/>
            <a:r>
              <a:rPr lang="en-IE" sz="2800" dirty="0"/>
              <a:t>Involved in the Investigation Stage, before the rest of the team is formed</a:t>
            </a:r>
          </a:p>
          <a:p>
            <a:pPr lvl="1"/>
            <a:r>
              <a:rPr lang="en-US" sz="2800" dirty="0"/>
              <a:t>A business analyst acts like a bridge between the technical side of things and the business goals. They talk to different people, like clients or end users, to understand what they need from the software. Then, they translate those needs into requirements that the development team can understand and work on. They're kind of like detectives, investigating what the software should do and making sure everyone's on the same page before the development work starts.</a:t>
            </a:r>
            <a:endParaRPr lang="en-IE" sz="2800" dirty="0"/>
          </a:p>
          <a:p>
            <a:pPr lvl="1"/>
            <a:endParaRPr lang="en-IE" sz="2800" dirty="0"/>
          </a:p>
          <a:p>
            <a:endParaRPr lang="en-IE" dirty="0"/>
          </a:p>
        </p:txBody>
      </p:sp>
    </p:spTree>
    <p:extLst>
      <p:ext uri="{BB962C8B-B14F-4D97-AF65-F5344CB8AC3E}">
        <p14:creationId xmlns:p14="http://schemas.microsoft.com/office/powerpoint/2010/main" val="3567074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D4D7-B803-F97E-A87C-79A057B520D8}"/>
              </a:ext>
            </a:extLst>
          </p:cNvPr>
          <p:cNvSpPr>
            <a:spLocks noGrp="1"/>
          </p:cNvSpPr>
          <p:nvPr>
            <p:ph type="title"/>
          </p:nvPr>
        </p:nvSpPr>
        <p:spPr>
          <a:xfrm>
            <a:off x="838200" y="0"/>
            <a:ext cx="10515600" cy="1325563"/>
          </a:xfrm>
        </p:spPr>
        <p:txBody>
          <a:bodyPr/>
          <a:lstStyle/>
          <a:p>
            <a:r>
              <a:rPr lang="en-IE" dirty="0"/>
              <a:t>Roles in a Software Development Team</a:t>
            </a:r>
          </a:p>
        </p:txBody>
      </p:sp>
      <p:sp>
        <p:nvSpPr>
          <p:cNvPr id="3" name="Content Placeholder 2">
            <a:extLst>
              <a:ext uri="{FF2B5EF4-FFF2-40B4-BE49-F238E27FC236}">
                <a16:creationId xmlns:a16="http://schemas.microsoft.com/office/drawing/2014/main" id="{9BD87491-73E8-94F3-F8DB-728F58FE7AED}"/>
              </a:ext>
            </a:extLst>
          </p:cNvPr>
          <p:cNvSpPr>
            <a:spLocks noGrp="1"/>
          </p:cNvSpPr>
          <p:nvPr>
            <p:ph idx="1"/>
          </p:nvPr>
        </p:nvSpPr>
        <p:spPr>
          <a:xfrm>
            <a:off x="320511" y="1325563"/>
            <a:ext cx="11397006" cy="4351338"/>
          </a:xfrm>
        </p:spPr>
        <p:txBody>
          <a:bodyPr/>
          <a:lstStyle/>
          <a:p>
            <a:r>
              <a:rPr lang="en-IE" b="1" dirty="0"/>
              <a:t>Systems Analyst</a:t>
            </a:r>
          </a:p>
          <a:p>
            <a:pPr lvl="1"/>
            <a:r>
              <a:rPr lang="en-IE" sz="2800" dirty="0"/>
              <a:t>Involved in the Investigation Phase, before the rest of the team is formed</a:t>
            </a:r>
          </a:p>
          <a:p>
            <a:pPr lvl="1"/>
            <a:r>
              <a:rPr lang="en-US" sz="2800" dirty="0"/>
              <a:t>A system analyst is like a detective who investigates how different parts of a software system should work together. They talk to users, study existing systems, and figure out what changes or improvements are needed. Then, they create detailed plans and diagrams to guide the development team in building the right solution. They're like architects, designing the blueprint for the software before it's built.</a:t>
            </a:r>
            <a:endParaRPr lang="en-IE" sz="2800" dirty="0"/>
          </a:p>
          <a:p>
            <a:pPr lvl="1"/>
            <a:endParaRPr lang="en-IE" sz="2800" dirty="0"/>
          </a:p>
          <a:p>
            <a:endParaRPr lang="en-IE" dirty="0"/>
          </a:p>
        </p:txBody>
      </p:sp>
    </p:spTree>
    <p:extLst>
      <p:ext uri="{BB962C8B-B14F-4D97-AF65-F5344CB8AC3E}">
        <p14:creationId xmlns:p14="http://schemas.microsoft.com/office/powerpoint/2010/main" val="2963507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D4D7-B803-F97E-A87C-79A057B520D8}"/>
              </a:ext>
            </a:extLst>
          </p:cNvPr>
          <p:cNvSpPr>
            <a:spLocks noGrp="1"/>
          </p:cNvSpPr>
          <p:nvPr>
            <p:ph type="title"/>
          </p:nvPr>
        </p:nvSpPr>
        <p:spPr>
          <a:xfrm>
            <a:off x="838200" y="0"/>
            <a:ext cx="10515600" cy="1325563"/>
          </a:xfrm>
        </p:spPr>
        <p:txBody>
          <a:bodyPr/>
          <a:lstStyle/>
          <a:p>
            <a:r>
              <a:rPr lang="en-IE" dirty="0"/>
              <a:t>Roles in a Software Development Team</a:t>
            </a:r>
          </a:p>
        </p:txBody>
      </p:sp>
      <p:sp>
        <p:nvSpPr>
          <p:cNvPr id="3" name="Content Placeholder 2">
            <a:extLst>
              <a:ext uri="{FF2B5EF4-FFF2-40B4-BE49-F238E27FC236}">
                <a16:creationId xmlns:a16="http://schemas.microsoft.com/office/drawing/2014/main" id="{9BD87491-73E8-94F3-F8DB-728F58FE7AED}"/>
              </a:ext>
            </a:extLst>
          </p:cNvPr>
          <p:cNvSpPr>
            <a:spLocks noGrp="1"/>
          </p:cNvSpPr>
          <p:nvPr>
            <p:ph idx="1"/>
          </p:nvPr>
        </p:nvSpPr>
        <p:spPr>
          <a:xfrm>
            <a:off x="320511" y="1325563"/>
            <a:ext cx="11397006" cy="4351338"/>
          </a:xfrm>
        </p:spPr>
        <p:txBody>
          <a:bodyPr/>
          <a:lstStyle/>
          <a:p>
            <a:r>
              <a:rPr lang="en-IE" b="1" dirty="0"/>
              <a:t>Designer</a:t>
            </a:r>
          </a:p>
          <a:p>
            <a:pPr lvl="1"/>
            <a:r>
              <a:rPr lang="en-IE" sz="2800" dirty="0"/>
              <a:t>Designs the software to meet the specification</a:t>
            </a:r>
          </a:p>
          <a:p>
            <a:pPr lvl="1"/>
            <a:r>
              <a:rPr lang="en-IE" sz="2800" dirty="0"/>
              <a:t>Produces the design documentation</a:t>
            </a:r>
          </a:p>
          <a:p>
            <a:pPr lvl="1"/>
            <a:endParaRPr lang="en-IE" sz="2800" dirty="0"/>
          </a:p>
          <a:p>
            <a:pPr lvl="1"/>
            <a:endParaRPr lang="en-IE" sz="2800" dirty="0"/>
          </a:p>
          <a:p>
            <a:endParaRPr lang="en-IE" dirty="0"/>
          </a:p>
        </p:txBody>
      </p:sp>
    </p:spTree>
    <p:extLst>
      <p:ext uri="{BB962C8B-B14F-4D97-AF65-F5344CB8AC3E}">
        <p14:creationId xmlns:p14="http://schemas.microsoft.com/office/powerpoint/2010/main" val="48453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D4D7-B803-F97E-A87C-79A057B520D8}"/>
              </a:ext>
            </a:extLst>
          </p:cNvPr>
          <p:cNvSpPr>
            <a:spLocks noGrp="1"/>
          </p:cNvSpPr>
          <p:nvPr>
            <p:ph type="title"/>
          </p:nvPr>
        </p:nvSpPr>
        <p:spPr>
          <a:xfrm>
            <a:off x="838200" y="0"/>
            <a:ext cx="10515600" cy="1325563"/>
          </a:xfrm>
        </p:spPr>
        <p:txBody>
          <a:bodyPr/>
          <a:lstStyle/>
          <a:p>
            <a:r>
              <a:rPr lang="en-IE" dirty="0"/>
              <a:t>Roles in a Software Development Team</a:t>
            </a:r>
          </a:p>
        </p:txBody>
      </p:sp>
      <p:sp>
        <p:nvSpPr>
          <p:cNvPr id="3" name="Content Placeholder 2">
            <a:extLst>
              <a:ext uri="{FF2B5EF4-FFF2-40B4-BE49-F238E27FC236}">
                <a16:creationId xmlns:a16="http://schemas.microsoft.com/office/drawing/2014/main" id="{9BD87491-73E8-94F3-F8DB-728F58FE7AED}"/>
              </a:ext>
            </a:extLst>
          </p:cNvPr>
          <p:cNvSpPr>
            <a:spLocks noGrp="1"/>
          </p:cNvSpPr>
          <p:nvPr>
            <p:ph idx="1"/>
          </p:nvPr>
        </p:nvSpPr>
        <p:spPr>
          <a:xfrm>
            <a:off x="320511" y="1325563"/>
            <a:ext cx="11397006" cy="4351338"/>
          </a:xfrm>
        </p:spPr>
        <p:txBody>
          <a:bodyPr/>
          <a:lstStyle/>
          <a:p>
            <a:r>
              <a:rPr lang="en-IE" b="1" dirty="0"/>
              <a:t>Developer</a:t>
            </a:r>
          </a:p>
          <a:p>
            <a:pPr lvl="1"/>
            <a:r>
              <a:rPr lang="en-IE" sz="2800" dirty="0"/>
              <a:t>Writes the code</a:t>
            </a:r>
          </a:p>
          <a:p>
            <a:pPr lvl="1"/>
            <a:r>
              <a:rPr lang="en-IE" sz="2800" dirty="0"/>
              <a:t>Maintains backup copies of the programs</a:t>
            </a:r>
          </a:p>
          <a:p>
            <a:pPr lvl="1"/>
            <a:r>
              <a:rPr lang="en-IE" sz="2800" dirty="0"/>
              <a:t>Carries out unit testing</a:t>
            </a:r>
          </a:p>
          <a:p>
            <a:pPr lvl="1"/>
            <a:r>
              <a:rPr lang="en-IE" sz="2800" dirty="0"/>
              <a:t>Produces the software documentation</a:t>
            </a:r>
          </a:p>
          <a:p>
            <a:pPr lvl="1"/>
            <a:endParaRPr lang="en-IE" sz="2800" dirty="0"/>
          </a:p>
          <a:p>
            <a:endParaRPr lang="en-IE" dirty="0"/>
          </a:p>
        </p:txBody>
      </p:sp>
    </p:spTree>
    <p:extLst>
      <p:ext uri="{BB962C8B-B14F-4D97-AF65-F5344CB8AC3E}">
        <p14:creationId xmlns:p14="http://schemas.microsoft.com/office/powerpoint/2010/main" val="3974958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D4D7-B803-F97E-A87C-79A057B520D8}"/>
              </a:ext>
            </a:extLst>
          </p:cNvPr>
          <p:cNvSpPr>
            <a:spLocks noGrp="1"/>
          </p:cNvSpPr>
          <p:nvPr>
            <p:ph type="title"/>
          </p:nvPr>
        </p:nvSpPr>
        <p:spPr>
          <a:xfrm>
            <a:off x="838200" y="0"/>
            <a:ext cx="10515600" cy="1325563"/>
          </a:xfrm>
        </p:spPr>
        <p:txBody>
          <a:bodyPr/>
          <a:lstStyle/>
          <a:p>
            <a:r>
              <a:rPr lang="en-IE" dirty="0"/>
              <a:t>Roles in a Software Development Team</a:t>
            </a:r>
          </a:p>
        </p:txBody>
      </p:sp>
      <p:sp>
        <p:nvSpPr>
          <p:cNvPr id="3" name="Content Placeholder 2">
            <a:extLst>
              <a:ext uri="{FF2B5EF4-FFF2-40B4-BE49-F238E27FC236}">
                <a16:creationId xmlns:a16="http://schemas.microsoft.com/office/drawing/2014/main" id="{9BD87491-73E8-94F3-F8DB-728F58FE7AED}"/>
              </a:ext>
            </a:extLst>
          </p:cNvPr>
          <p:cNvSpPr>
            <a:spLocks noGrp="1"/>
          </p:cNvSpPr>
          <p:nvPr>
            <p:ph idx="1"/>
          </p:nvPr>
        </p:nvSpPr>
        <p:spPr>
          <a:xfrm>
            <a:off x="320511" y="1325563"/>
            <a:ext cx="11397006" cy="4351338"/>
          </a:xfrm>
        </p:spPr>
        <p:txBody>
          <a:bodyPr/>
          <a:lstStyle/>
          <a:p>
            <a:r>
              <a:rPr lang="en-IE" b="1" dirty="0"/>
              <a:t>Tester</a:t>
            </a:r>
          </a:p>
          <a:p>
            <a:pPr lvl="1"/>
            <a:r>
              <a:rPr lang="en-IE" dirty="0"/>
              <a:t>Produce the test plans and the test data</a:t>
            </a:r>
          </a:p>
          <a:p>
            <a:pPr lvl="1"/>
            <a:r>
              <a:rPr lang="en-IE" dirty="0"/>
              <a:t>Carries out all the testing</a:t>
            </a:r>
          </a:p>
          <a:p>
            <a:pPr lvl="1"/>
            <a:r>
              <a:rPr lang="en-IE" dirty="0"/>
              <a:t>Documents all the test results and make sure they are reported to the developers.</a:t>
            </a:r>
          </a:p>
          <a:p>
            <a:pPr lvl="1"/>
            <a:endParaRPr lang="en-IE" sz="2800" dirty="0"/>
          </a:p>
          <a:p>
            <a:endParaRPr lang="en-IE" dirty="0"/>
          </a:p>
        </p:txBody>
      </p:sp>
    </p:spTree>
    <p:extLst>
      <p:ext uri="{BB962C8B-B14F-4D97-AF65-F5344CB8AC3E}">
        <p14:creationId xmlns:p14="http://schemas.microsoft.com/office/powerpoint/2010/main" val="2320998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D59C47FF1BBBD41944C27E755792B60" ma:contentTypeVersion="13" ma:contentTypeDescription="Create a new document." ma:contentTypeScope="" ma:versionID="10712fcb74858acd939241f8f14c3c2a">
  <xsd:schema xmlns:xsd="http://www.w3.org/2001/XMLSchema" xmlns:xs="http://www.w3.org/2001/XMLSchema" xmlns:p="http://schemas.microsoft.com/office/2006/metadata/properties" xmlns:ns1="http://schemas.microsoft.com/sharepoint/v3" xmlns:ns2="2a24f1cd-5e3a-428d-a962-0c0266cdec1f" xmlns:ns3="2522d011-583a-4cec-893b-a3e4ebe7a880" targetNamespace="http://schemas.microsoft.com/office/2006/metadata/properties" ma:root="true" ma:fieldsID="762bbfe59eafa4ea92fb4b763fa075a5" ns1:_="" ns2:_="" ns3:_="">
    <xsd:import namespace="http://schemas.microsoft.com/sharepoint/v3"/>
    <xsd:import namespace="2a24f1cd-5e3a-428d-a962-0c0266cdec1f"/>
    <xsd:import namespace="2522d011-583a-4cec-893b-a3e4ebe7a88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a24f1cd-5e3a-428d-a962-0c0266cdec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12559f9-f71b-4af0-bfaa-ab2f6ccdd4a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22d011-583a-4cec-893b-a3e4ebe7a88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28a40212-ea4a-4620-9c44-1250f1e428a8}" ma:internalName="TaxCatchAll" ma:showField="CatchAllData" ma:web="2522d011-583a-4cec-893b-a3e4ebe7a88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2a24f1cd-5e3a-428d-a962-0c0266cdec1f">
      <Terms xmlns="http://schemas.microsoft.com/office/infopath/2007/PartnerControls"/>
    </lcf76f155ced4ddcb4097134ff3c332f>
    <TaxCatchAll xmlns="2522d011-583a-4cec-893b-a3e4ebe7a880" xsi:nil="true"/>
  </documentManagement>
</p:properties>
</file>

<file path=customXml/itemProps1.xml><?xml version="1.0" encoding="utf-8"?>
<ds:datastoreItem xmlns:ds="http://schemas.openxmlformats.org/officeDocument/2006/customXml" ds:itemID="{5404B71E-F8E1-4714-AE68-E91980494AF8}"/>
</file>

<file path=customXml/itemProps2.xml><?xml version="1.0" encoding="utf-8"?>
<ds:datastoreItem xmlns:ds="http://schemas.openxmlformats.org/officeDocument/2006/customXml" ds:itemID="{AACEA6A2-E6CA-46B7-BA69-E2337B57018A}">
  <ds:schemaRefs>
    <ds:schemaRef ds:uri="http://schemas.microsoft.com/sharepoint/v3/contenttype/forms"/>
  </ds:schemaRefs>
</ds:datastoreItem>
</file>

<file path=customXml/itemProps3.xml><?xml version="1.0" encoding="utf-8"?>
<ds:datastoreItem xmlns:ds="http://schemas.openxmlformats.org/officeDocument/2006/customXml" ds:itemID="{FD84D68F-1DFF-475A-B432-66BA61D6D26F}">
  <ds:schemaRefs>
    <ds:schemaRef ds:uri="http://purl.org/dc/elements/1.1/"/>
    <ds:schemaRef ds:uri="http://schemas.microsoft.com/office/2006/metadata/properties"/>
    <ds:schemaRef ds:uri="http://schemas.microsoft.com/sharepoint/v3"/>
    <ds:schemaRef ds:uri="http://purl.org/dc/terms/"/>
    <ds:schemaRef ds:uri="http://schemas.microsoft.com/office/2006/documentManagement/types"/>
    <ds:schemaRef ds:uri="http://purl.org/dc/dcmitype/"/>
    <ds:schemaRef ds:uri="9097bcdd-b625-40a8-8542-0e105c30416b"/>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66</TotalTime>
  <Words>3661</Words>
  <Application>Microsoft Office PowerPoint</Application>
  <PresentationFormat>Widescreen</PresentationFormat>
  <Paragraphs>214</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Courier New</vt:lpstr>
      <vt:lpstr>Office Theme</vt:lpstr>
      <vt:lpstr>The Software Development Process</vt:lpstr>
      <vt:lpstr>Introduction</vt:lpstr>
      <vt:lpstr>Introduction</vt:lpstr>
      <vt:lpstr>The Client and the user</vt:lpstr>
      <vt:lpstr>Stages of Software Development Life Cycle</vt:lpstr>
      <vt:lpstr>Stage 1 -&gt; Investigate (Analyse)</vt:lpstr>
      <vt:lpstr>Stage 1 -&gt; Investigate (Analyse)</vt:lpstr>
      <vt:lpstr>Stage 2 -&gt; Plan</vt:lpstr>
      <vt:lpstr>Stage 3 -&gt; Design </vt:lpstr>
      <vt:lpstr>Stage 3 -&gt; Design </vt:lpstr>
      <vt:lpstr>Stage 3 -&gt; Design</vt:lpstr>
      <vt:lpstr>Stage 3 -&gt; Design</vt:lpstr>
      <vt:lpstr>Stage 3 -&gt; Design -&gt; USER CENTRED DESIGN</vt:lpstr>
      <vt:lpstr>Stage 3 -&gt; Design -&gt; USER CENTRED DESIGN</vt:lpstr>
      <vt:lpstr>Stage 3 -&gt; Design -&gt; Universal Design</vt:lpstr>
      <vt:lpstr>Stage 3 -&gt; Design -&gt; Adaptive and Assistive Technology</vt:lpstr>
      <vt:lpstr>Stage 4 -&gt; Create</vt:lpstr>
      <vt:lpstr>Stage 4 -&gt; Create (The General Steps in Testing)</vt:lpstr>
      <vt:lpstr>Stage 4 -&gt; Create (The General Steps in Testing)</vt:lpstr>
      <vt:lpstr>Stage 4 -&gt; Create (Unit Testing &amp; Integration Testing)</vt:lpstr>
      <vt:lpstr>Stage 4 -&gt; Create (White Box Testing)</vt:lpstr>
      <vt:lpstr>Stage 4 -&gt; Create (Functional Testing)</vt:lpstr>
      <vt:lpstr>Stage 4 -&gt; Create (System Testing)</vt:lpstr>
      <vt:lpstr>Stage 4 -&gt; Create (Non-functional Testing)</vt:lpstr>
      <vt:lpstr>Stage 4 -&gt; Create (Acceptance Testing)</vt:lpstr>
      <vt:lpstr>Stage 5 -&gt; Evaluate</vt:lpstr>
      <vt:lpstr>Stage 6 -&gt; Document</vt:lpstr>
      <vt:lpstr>Agile Software Development Methodology</vt:lpstr>
      <vt:lpstr>Agile Software Development Methodology</vt:lpstr>
      <vt:lpstr>Agile Software Development Methodology</vt:lpstr>
      <vt:lpstr>Waterfall Software Development Methodology</vt:lpstr>
      <vt:lpstr>Waterfall Software Development Methodology</vt:lpstr>
      <vt:lpstr>Waterfall Software Development Methodology</vt:lpstr>
      <vt:lpstr>PowerPoint Presentation</vt:lpstr>
      <vt:lpstr>Roles in a Software Development Team</vt:lpstr>
      <vt:lpstr>Roles in a Software Development Team</vt:lpstr>
      <vt:lpstr>Roles in a Software Development Team</vt:lpstr>
      <vt:lpstr>Roles in a Software Development Team</vt:lpstr>
      <vt:lpstr>Roles in a Software Development Team</vt:lpstr>
      <vt:lpstr>Roles in a Software Development Team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Stages of Software Development Process</dc:title>
  <dc:creator>Pauline Smyth</dc:creator>
  <cp:lastModifiedBy>Pauline Smyth</cp:lastModifiedBy>
  <cp:revision>206</cp:revision>
  <dcterms:created xsi:type="dcterms:W3CDTF">2023-01-18T00:27:00Z</dcterms:created>
  <dcterms:modified xsi:type="dcterms:W3CDTF">2024-04-29T11:20:01Z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0x0101008D59C47FF1BBBD41944C27E755792B60</vt:lpwstr>
  </property>
  <property fmtid="{D5CDD505-2E9C-101B-9397-08002B2CF9AE}" pid="3" name="MediaServiceImageTags">
    <vt:lpwstr/>
  </property>
</Properties>
</file>