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57" r:id="rId5"/>
    <p:sldId id="261" r:id="rId6"/>
    <p:sldId id="258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E3C2E7-C9F3-4BD8-8425-9C75ED6C43EF}" v="3" dt="2022-08-30T10:45:45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ine Smyth" userId="de5ce227-53e3-42c9-b7e0-2fb7785ba6f5" providerId="ADAL" clId="{D7E3C2E7-C9F3-4BD8-8425-9C75ED6C43EF}"/>
    <pc:docChg chg="undo custSel addSld delSld modSld">
      <pc:chgData name="Pauline Smyth" userId="de5ce227-53e3-42c9-b7e0-2fb7785ba6f5" providerId="ADAL" clId="{D7E3C2E7-C9F3-4BD8-8425-9C75ED6C43EF}" dt="2022-08-30T10:52:03.965" v="341" actId="1076"/>
      <pc:docMkLst>
        <pc:docMk/>
      </pc:docMkLst>
      <pc:sldChg chg="add del">
        <pc:chgData name="Pauline Smyth" userId="de5ce227-53e3-42c9-b7e0-2fb7785ba6f5" providerId="ADAL" clId="{D7E3C2E7-C9F3-4BD8-8425-9C75ED6C43EF}" dt="2022-08-30T10:29:11.557" v="1" actId="47"/>
        <pc:sldMkLst>
          <pc:docMk/>
          <pc:sldMk cId="2626605989" sldId="260"/>
        </pc:sldMkLst>
      </pc:sldChg>
      <pc:sldChg chg="addSp delSp modSp mod">
        <pc:chgData name="Pauline Smyth" userId="de5ce227-53e3-42c9-b7e0-2fb7785ba6f5" providerId="ADAL" clId="{D7E3C2E7-C9F3-4BD8-8425-9C75ED6C43EF}" dt="2022-08-30T10:46:39.370" v="291" actId="1076"/>
        <pc:sldMkLst>
          <pc:docMk/>
          <pc:sldMk cId="3387077794" sldId="261"/>
        </pc:sldMkLst>
        <pc:spChg chg="mod">
          <ac:chgData name="Pauline Smyth" userId="de5ce227-53e3-42c9-b7e0-2fb7785ba6f5" providerId="ADAL" clId="{D7E3C2E7-C9F3-4BD8-8425-9C75ED6C43EF}" dt="2022-08-30T10:44:28.167" v="252" actId="20577"/>
          <ac:spMkLst>
            <pc:docMk/>
            <pc:sldMk cId="3387077794" sldId="261"/>
            <ac:spMk id="2" creationId="{A8C86C9F-4C11-49BD-B8C7-915B350C91F9}"/>
          </ac:spMkLst>
        </pc:spChg>
        <pc:spChg chg="add del">
          <ac:chgData name="Pauline Smyth" userId="de5ce227-53e3-42c9-b7e0-2fb7785ba6f5" providerId="ADAL" clId="{D7E3C2E7-C9F3-4BD8-8425-9C75ED6C43EF}" dt="2022-08-30T10:44:51.666" v="254" actId="22"/>
          <ac:spMkLst>
            <pc:docMk/>
            <pc:sldMk cId="3387077794" sldId="261"/>
            <ac:spMk id="4" creationId="{C0A8D656-49DA-B999-6C3A-E375242FDB3C}"/>
          </ac:spMkLst>
        </pc:spChg>
        <pc:spChg chg="add mod">
          <ac:chgData name="Pauline Smyth" userId="de5ce227-53e3-42c9-b7e0-2fb7785ba6f5" providerId="ADAL" clId="{D7E3C2E7-C9F3-4BD8-8425-9C75ED6C43EF}" dt="2022-08-30T10:46:39.370" v="291" actId="1076"/>
          <ac:spMkLst>
            <pc:docMk/>
            <pc:sldMk cId="3387077794" sldId="261"/>
            <ac:spMk id="6" creationId="{60A8C133-1B72-4F0E-13C1-C03482394D2B}"/>
          </ac:spMkLst>
        </pc:spChg>
        <pc:picChg chg="mod">
          <ac:chgData name="Pauline Smyth" userId="de5ce227-53e3-42c9-b7e0-2fb7785ba6f5" providerId="ADAL" clId="{D7E3C2E7-C9F3-4BD8-8425-9C75ED6C43EF}" dt="2022-08-30T10:46:24.978" v="288" actId="1076"/>
          <ac:picMkLst>
            <pc:docMk/>
            <pc:sldMk cId="3387077794" sldId="261"/>
            <ac:picMk id="5" creationId="{7BBC816A-7B5A-45D2-BF19-2B935B295F9D}"/>
          </ac:picMkLst>
        </pc:picChg>
      </pc:sldChg>
      <pc:sldChg chg="modSp mod">
        <pc:chgData name="Pauline Smyth" userId="de5ce227-53e3-42c9-b7e0-2fb7785ba6f5" providerId="ADAL" clId="{D7E3C2E7-C9F3-4BD8-8425-9C75ED6C43EF}" dt="2022-08-30T10:52:03.965" v="341" actId="1076"/>
        <pc:sldMkLst>
          <pc:docMk/>
          <pc:sldMk cId="28420518" sldId="262"/>
        </pc:sldMkLst>
        <pc:spChg chg="mod">
          <ac:chgData name="Pauline Smyth" userId="de5ce227-53e3-42c9-b7e0-2fb7785ba6f5" providerId="ADAL" clId="{D7E3C2E7-C9F3-4BD8-8425-9C75ED6C43EF}" dt="2022-08-30T10:52:03.965" v="341" actId="1076"/>
          <ac:spMkLst>
            <pc:docMk/>
            <pc:sldMk cId="28420518" sldId="262"/>
            <ac:spMk id="2" creationId="{16432935-C438-4E66-9769-6DA52ADDA5F8}"/>
          </ac:spMkLst>
        </pc:spChg>
      </pc:sldChg>
      <pc:sldChg chg="addSp delSp modSp add mod">
        <pc:chgData name="Pauline Smyth" userId="de5ce227-53e3-42c9-b7e0-2fb7785ba6f5" providerId="ADAL" clId="{D7E3C2E7-C9F3-4BD8-8425-9C75ED6C43EF}" dt="2022-08-30T10:43:40.959" v="228" actId="1076"/>
        <pc:sldMkLst>
          <pc:docMk/>
          <pc:sldMk cId="4017171180" sldId="263"/>
        </pc:sldMkLst>
        <pc:spChg chg="add mod">
          <ac:chgData name="Pauline Smyth" userId="de5ce227-53e3-42c9-b7e0-2fb7785ba6f5" providerId="ADAL" clId="{D7E3C2E7-C9F3-4BD8-8425-9C75ED6C43EF}" dt="2022-08-30T10:43:35.884" v="227" actId="1076"/>
          <ac:spMkLst>
            <pc:docMk/>
            <pc:sldMk cId="4017171180" sldId="263"/>
            <ac:spMk id="2" creationId="{121A5C4C-A8EF-AE7B-3804-13049A4DF633}"/>
          </ac:spMkLst>
        </pc:spChg>
        <pc:spChg chg="mod">
          <ac:chgData name="Pauline Smyth" userId="de5ce227-53e3-42c9-b7e0-2fb7785ba6f5" providerId="ADAL" clId="{D7E3C2E7-C9F3-4BD8-8425-9C75ED6C43EF}" dt="2022-08-30T10:36:46.920" v="64" actId="1076"/>
          <ac:spMkLst>
            <pc:docMk/>
            <pc:sldMk cId="4017171180" sldId="263"/>
            <ac:spMk id="4" creationId="{A3A21544-F30F-472D-B26D-8D785008AAC3}"/>
          </ac:spMkLst>
        </pc:spChg>
        <pc:spChg chg="add mod">
          <ac:chgData name="Pauline Smyth" userId="de5ce227-53e3-42c9-b7e0-2fb7785ba6f5" providerId="ADAL" clId="{D7E3C2E7-C9F3-4BD8-8425-9C75ED6C43EF}" dt="2022-08-30T10:43:40.959" v="228" actId="1076"/>
          <ac:spMkLst>
            <pc:docMk/>
            <pc:sldMk cId="4017171180" sldId="263"/>
            <ac:spMk id="5" creationId="{A5C8ED38-DEE6-6FE2-8F6E-02B2BAC37D16}"/>
          </ac:spMkLst>
        </pc:spChg>
        <pc:picChg chg="del">
          <ac:chgData name="Pauline Smyth" userId="de5ce227-53e3-42c9-b7e0-2fb7785ba6f5" providerId="ADAL" clId="{D7E3C2E7-C9F3-4BD8-8425-9C75ED6C43EF}" dt="2022-08-30T10:30:11.116" v="3" actId="478"/>
          <ac:picMkLst>
            <pc:docMk/>
            <pc:sldMk cId="4017171180" sldId="263"/>
            <ac:picMk id="3" creationId="{1DC67D26-922A-4816-8F65-F3108AB2E766}"/>
          </ac:picMkLst>
        </pc:picChg>
      </pc:sldChg>
    </pc:docChg>
  </pc:docChgLst>
  <pc:docChgLst>
    <pc:chgData name="Pauline Smyth" userId="de5ce227-53e3-42c9-b7e0-2fb7785ba6f5" providerId="ADAL" clId="{E0BC3A59-EEBD-44F5-994E-71FFFEB9CC2B}"/>
    <pc:docChg chg="undo custSel addSld delSld modSld sldOrd">
      <pc:chgData name="Pauline Smyth" userId="de5ce227-53e3-42c9-b7e0-2fb7785ba6f5" providerId="ADAL" clId="{E0BC3A59-EEBD-44F5-994E-71FFFEB9CC2B}" dt="2021-08-31T21:33:37.469" v="282" actId="14100"/>
      <pc:docMkLst>
        <pc:docMk/>
      </pc:docMkLst>
      <pc:sldChg chg="del">
        <pc:chgData name="Pauline Smyth" userId="de5ce227-53e3-42c9-b7e0-2fb7785ba6f5" providerId="ADAL" clId="{E0BC3A59-EEBD-44F5-994E-71FFFEB9CC2B}" dt="2021-08-31T21:06:18.369" v="0" actId="47"/>
        <pc:sldMkLst>
          <pc:docMk/>
          <pc:sldMk cId="86071768" sldId="258"/>
        </pc:sldMkLst>
      </pc:sldChg>
      <pc:sldChg chg="addSp delSp modSp new mod setBg">
        <pc:chgData name="Pauline Smyth" userId="de5ce227-53e3-42c9-b7e0-2fb7785ba6f5" providerId="ADAL" clId="{E0BC3A59-EEBD-44F5-994E-71FFFEB9CC2B}" dt="2021-08-31T21:12:16.423" v="123" actId="27614"/>
        <pc:sldMkLst>
          <pc:docMk/>
          <pc:sldMk cId="294447813" sldId="258"/>
        </pc:sldMkLst>
        <pc:spChg chg="mod">
          <ac:chgData name="Pauline Smyth" userId="de5ce227-53e3-42c9-b7e0-2fb7785ba6f5" providerId="ADAL" clId="{E0BC3A59-EEBD-44F5-994E-71FFFEB9CC2B}" dt="2021-08-31T21:12:07.023" v="122" actId="26606"/>
          <ac:spMkLst>
            <pc:docMk/>
            <pc:sldMk cId="294447813" sldId="258"/>
            <ac:spMk id="2" creationId="{AC8023CB-4EEE-440B-9EA6-D9C0B37B8D43}"/>
          </ac:spMkLst>
        </pc:spChg>
        <pc:spChg chg="del">
          <ac:chgData name="Pauline Smyth" userId="de5ce227-53e3-42c9-b7e0-2fb7785ba6f5" providerId="ADAL" clId="{E0BC3A59-EEBD-44F5-994E-71FFFEB9CC2B}" dt="2021-08-31T21:08:57.241" v="2" actId="22"/>
          <ac:spMkLst>
            <pc:docMk/>
            <pc:sldMk cId="294447813" sldId="258"/>
            <ac:spMk id="3" creationId="{1DEF5B1B-CFCE-4E7B-845B-5A76A053285C}"/>
          </ac:spMkLst>
        </pc:spChg>
        <pc:spChg chg="add del">
          <ac:chgData name="Pauline Smyth" userId="de5ce227-53e3-42c9-b7e0-2fb7785ba6f5" providerId="ADAL" clId="{E0BC3A59-EEBD-44F5-994E-71FFFEB9CC2B}" dt="2021-08-31T21:11:42.207" v="119" actId="478"/>
          <ac:spMkLst>
            <pc:docMk/>
            <pc:sldMk cId="294447813" sldId="258"/>
            <ac:spMk id="9" creationId="{754E0100-9974-490F-8268-55B3897F2D7F}"/>
          </ac:spMkLst>
        </pc:spChg>
        <pc:spChg chg="add del">
          <ac:chgData name="Pauline Smyth" userId="de5ce227-53e3-42c9-b7e0-2fb7785ba6f5" providerId="ADAL" clId="{E0BC3A59-EEBD-44F5-994E-71FFFEB9CC2B}" dt="2021-08-31T21:12:07.023" v="122" actId="26606"/>
          <ac:spMkLst>
            <pc:docMk/>
            <pc:sldMk cId="294447813" sldId="258"/>
            <ac:spMk id="12" creationId="{81AEB8A9-B768-4E30-BA55-D919E6687343}"/>
          </ac:spMkLst>
        </pc:spChg>
        <pc:spChg chg="add del">
          <ac:chgData name="Pauline Smyth" userId="de5ce227-53e3-42c9-b7e0-2fb7785ba6f5" providerId="ADAL" clId="{E0BC3A59-EEBD-44F5-994E-71FFFEB9CC2B}" dt="2021-08-31T21:12:07.017" v="121" actId="26606"/>
          <ac:spMkLst>
            <pc:docMk/>
            <pc:sldMk cId="294447813" sldId="258"/>
            <ac:spMk id="17" creationId="{A8384FB5-9ADC-4DDC-881B-597D56F5B15D}"/>
          </ac:spMkLst>
        </pc:spChg>
        <pc:spChg chg="add del">
          <ac:chgData name="Pauline Smyth" userId="de5ce227-53e3-42c9-b7e0-2fb7785ba6f5" providerId="ADAL" clId="{E0BC3A59-EEBD-44F5-994E-71FFFEB9CC2B}" dt="2021-08-31T21:12:07.017" v="121" actId="26606"/>
          <ac:spMkLst>
            <pc:docMk/>
            <pc:sldMk cId="294447813" sldId="258"/>
            <ac:spMk id="19" creationId="{91E5A9A7-95C6-4F4F-B00E-C82E07FE62EF}"/>
          </ac:spMkLst>
        </pc:spChg>
        <pc:spChg chg="add del">
          <ac:chgData name="Pauline Smyth" userId="de5ce227-53e3-42c9-b7e0-2fb7785ba6f5" providerId="ADAL" clId="{E0BC3A59-EEBD-44F5-994E-71FFFEB9CC2B}" dt="2021-08-31T21:12:07.017" v="121" actId="26606"/>
          <ac:spMkLst>
            <pc:docMk/>
            <pc:sldMk cId="294447813" sldId="258"/>
            <ac:spMk id="21" creationId="{D07DD2DE-F619-49DD-B5E7-03A290FF4ED1}"/>
          </ac:spMkLst>
        </pc:spChg>
        <pc:spChg chg="add del">
          <ac:chgData name="Pauline Smyth" userId="de5ce227-53e3-42c9-b7e0-2fb7785ba6f5" providerId="ADAL" clId="{E0BC3A59-EEBD-44F5-994E-71FFFEB9CC2B}" dt="2021-08-31T21:12:07.017" v="121" actId="26606"/>
          <ac:spMkLst>
            <pc:docMk/>
            <pc:sldMk cId="294447813" sldId="258"/>
            <ac:spMk id="23" creationId="{85149191-5F60-4A28-AAFF-039F96B0F3EC}"/>
          </ac:spMkLst>
        </pc:spChg>
        <pc:spChg chg="add del">
          <ac:chgData name="Pauline Smyth" userId="de5ce227-53e3-42c9-b7e0-2fb7785ba6f5" providerId="ADAL" clId="{E0BC3A59-EEBD-44F5-994E-71FFFEB9CC2B}" dt="2021-08-31T21:12:07.017" v="121" actId="26606"/>
          <ac:spMkLst>
            <pc:docMk/>
            <pc:sldMk cId="294447813" sldId="258"/>
            <ac:spMk id="25" creationId="{F8260ED5-17F7-4158-B241-D51DD4CF1B7E}"/>
          </ac:spMkLst>
        </pc:spChg>
        <pc:spChg chg="add">
          <ac:chgData name="Pauline Smyth" userId="de5ce227-53e3-42c9-b7e0-2fb7785ba6f5" providerId="ADAL" clId="{E0BC3A59-EEBD-44F5-994E-71FFFEB9CC2B}" dt="2021-08-31T21:12:07.023" v="122" actId="26606"/>
          <ac:spMkLst>
            <pc:docMk/>
            <pc:sldMk cId="294447813" sldId="258"/>
            <ac:spMk id="27" creationId="{A8384FB5-9ADC-4DDC-881B-597D56F5B15D}"/>
          </ac:spMkLst>
        </pc:spChg>
        <pc:spChg chg="add">
          <ac:chgData name="Pauline Smyth" userId="de5ce227-53e3-42c9-b7e0-2fb7785ba6f5" providerId="ADAL" clId="{E0BC3A59-EEBD-44F5-994E-71FFFEB9CC2B}" dt="2021-08-31T21:12:07.023" v="122" actId="26606"/>
          <ac:spMkLst>
            <pc:docMk/>
            <pc:sldMk cId="294447813" sldId="258"/>
            <ac:spMk id="28" creationId="{1199E1B1-A8C0-4FE8-A5A8-1CB41D69F857}"/>
          </ac:spMkLst>
        </pc:spChg>
        <pc:spChg chg="add">
          <ac:chgData name="Pauline Smyth" userId="de5ce227-53e3-42c9-b7e0-2fb7785ba6f5" providerId="ADAL" clId="{E0BC3A59-EEBD-44F5-994E-71FFFEB9CC2B}" dt="2021-08-31T21:12:07.023" v="122" actId="26606"/>
          <ac:spMkLst>
            <pc:docMk/>
            <pc:sldMk cId="294447813" sldId="258"/>
            <ac:spMk id="29" creationId="{84A8DE83-DE75-4B41-9DB4-A7EC0B0DEC0B}"/>
          </ac:spMkLst>
        </pc:spChg>
        <pc:spChg chg="add">
          <ac:chgData name="Pauline Smyth" userId="de5ce227-53e3-42c9-b7e0-2fb7785ba6f5" providerId="ADAL" clId="{E0BC3A59-EEBD-44F5-994E-71FFFEB9CC2B}" dt="2021-08-31T21:12:07.023" v="122" actId="26606"/>
          <ac:spMkLst>
            <pc:docMk/>
            <pc:sldMk cId="294447813" sldId="258"/>
            <ac:spMk id="30" creationId="{A7009A0A-BEF5-4EAC-AF15-E4F9F002E239}"/>
          </ac:spMkLst>
        </pc:spChg>
        <pc:picChg chg="add mod ord">
          <ac:chgData name="Pauline Smyth" userId="de5ce227-53e3-42c9-b7e0-2fb7785ba6f5" providerId="ADAL" clId="{E0BC3A59-EEBD-44F5-994E-71FFFEB9CC2B}" dt="2021-08-31T21:12:16.423" v="123" actId="27614"/>
          <ac:picMkLst>
            <pc:docMk/>
            <pc:sldMk cId="294447813" sldId="258"/>
            <ac:picMk id="5" creationId="{FDF412CF-E41D-4FC1-A36C-B79ABF3DFD5E}"/>
          </ac:picMkLst>
        </pc:picChg>
      </pc:sldChg>
      <pc:sldChg chg="addSp delSp modSp new del mod ord setBg">
        <pc:chgData name="Pauline Smyth" userId="de5ce227-53e3-42c9-b7e0-2fb7785ba6f5" providerId="ADAL" clId="{E0BC3A59-EEBD-44F5-994E-71FFFEB9CC2B}" dt="2021-08-31T21:18:37.115" v="190" actId="47"/>
        <pc:sldMkLst>
          <pc:docMk/>
          <pc:sldMk cId="2360762106" sldId="259"/>
        </pc:sldMkLst>
        <pc:spChg chg="del">
          <ac:chgData name="Pauline Smyth" userId="de5ce227-53e3-42c9-b7e0-2fb7785ba6f5" providerId="ADAL" clId="{E0BC3A59-EEBD-44F5-994E-71FFFEB9CC2B}" dt="2021-08-31T21:13:44.956" v="126" actId="478"/>
          <ac:spMkLst>
            <pc:docMk/>
            <pc:sldMk cId="2360762106" sldId="259"/>
            <ac:spMk id="2" creationId="{4006688A-70B1-4F95-B447-230DA1A2147F}"/>
          </ac:spMkLst>
        </pc:spChg>
        <pc:spChg chg="del">
          <ac:chgData name="Pauline Smyth" userId="de5ce227-53e3-42c9-b7e0-2fb7785ba6f5" providerId="ADAL" clId="{E0BC3A59-EEBD-44F5-994E-71FFFEB9CC2B}" dt="2021-08-31T21:13:38.394" v="125" actId="22"/>
          <ac:spMkLst>
            <pc:docMk/>
            <pc:sldMk cId="2360762106" sldId="259"/>
            <ac:spMk id="3" creationId="{04FDA3EA-A8B6-459A-8B0F-F6E7CED33C2F}"/>
          </ac:spMkLst>
        </pc:spChg>
        <pc:spChg chg="add">
          <ac:chgData name="Pauline Smyth" userId="de5ce227-53e3-42c9-b7e0-2fb7785ba6f5" providerId="ADAL" clId="{E0BC3A59-EEBD-44F5-994E-71FFFEB9CC2B}" dt="2021-08-31T21:14:08.907" v="127" actId="26606"/>
          <ac:spMkLst>
            <pc:docMk/>
            <pc:sldMk cId="2360762106" sldId="259"/>
            <ac:spMk id="10" creationId="{69D184B2-2226-4E31-BCCB-444330767440}"/>
          </ac:spMkLst>
        </pc:spChg>
        <pc:spChg chg="add">
          <ac:chgData name="Pauline Smyth" userId="de5ce227-53e3-42c9-b7e0-2fb7785ba6f5" providerId="ADAL" clId="{E0BC3A59-EEBD-44F5-994E-71FFFEB9CC2B}" dt="2021-08-31T21:14:08.907" v="127" actId="26606"/>
          <ac:spMkLst>
            <pc:docMk/>
            <pc:sldMk cId="2360762106" sldId="259"/>
            <ac:spMk id="12" creationId="{1AC4D4E3-486A-464A-8EC8-D44881097267}"/>
          </ac:spMkLst>
        </pc:spChg>
        <pc:spChg chg="add">
          <ac:chgData name="Pauline Smyth" userId="de5ce227-53e3-42c9-b7e0-2fb7785ba6f5" providerId="ADAL" clId="{E0BC3A59-EEBD-44F5-994E-71FFFEB9CC2B}" dt="2021-08-31T21:14:08.907" v="127" actId="26606"/>
          <ac:spMkLst>
            <pc:docMk/>
            <pc:sldMk cId="2360762106" sldId="259"/>
            <ac:spMk id="14" creationId="{864DE13E-58EB-4475-B79C-0D4FC651239B}"/>
          </ac:spMkLst>
        </pc:spChg>
        <pc:picChg chg="add mod ord">
          <ac:chgData name="Pauline Smyth" userId="de5ce227-53e3-42c9-b7e0-2fb7785ba6f5" providerId="ADAL" clId="{E0BC3A59-EEBD-44F5-994E-71FFFEB9CC2B}" dt="2021-08-31T21:14:08.907" v="127" actId="26606"/>
          <ac:picMkLst>
            <pc:docMk/>
            <pc:sldMk cId="2360762106" sldId="259"/>
            <ac:picMk id="5" creationId="{EA0B4DAF-F2AA-481C-82E8-3B5971166A4E}"/>
          </ac:picMkLst>
        </pc:picChg>
      </pc:sldChg>
      <pc:sldChg chg="addSp delSp modSp new mod ord setBg modClrScheme delDesignElem chgLayout">
        <pc:chgData name="Pauline Smyth" userId="de5ce227-53e3-42c9-b7e0-2fb7785ba6f5" providerId="ADAL" clId="{E0BC3A59-EEBD-44F5-994E-71FFFEB9CC2B}" dt="2021-08-31T21:18:41.269" v="192"/>
        <pc:sldMkLst>
          <pc:docMk/>
          <pc:sldMk cId="2626605989" sldId="260"/>
        </pc:sldMkLst>
        <pc:spChg chg="add mod ord">
          <ac:chgData name="Pauline Smyth" userId="de5ce227-53e3-42c9-b7e0-2fb7785ba6f5" providerId="ADAL" clId="{E0BC3A59-EEBD-44F5-994E-71FFFEB9CC2B}" dt="2021-08-31T21:18:15.332" v="186" actId="26606"/>
          <ac:spMkLst>
            <pc:docMk/>
            <pc:sldMk cId="2626605989" sldId="260"/>
            <ac:spMk id="4" creationId="{A3A21544-F30F-472D-B26D-8D785008AAC3}"/>
          </ac:spMkLst>
        </pc:spChg>
        <pc:spChg chg="add del mod ord">
          <ac:chgData name="Pauline Smyth" userId="de5ce227-53e3-42c9-b7e0-2fb7785ba6f5" providerId="ADAL" clId="{E0BC3A59-EEBD-44F5-994E-71FFFEB9CC2B}" dt="2021-08-31T21:17:09.123" v="137" actId="478"/>
          <ac:spMkLst>
            <pc:docMk/>
            <pc:sldMk cId="2626605989" sldId="260"/>
            <ac:spMk id="5" creationId="{76B45AEB-3736-45C9-94ED-84C4B949F5D1}"/>
          </ac:spMkLst>
        </pc:spChg>
        <pc:spChg chg="add del">
          <ac:chgData name="Pauline Smyth" userId="de5ce227-53e3-42c9-b7e0-2fb7785ba6f5" providerId="ADAL" clId="{E0BC3A59-EEBD-44F5-994E-71FFFEB9CC2B}" dt="2021-08-31T21:18:07.011" v="183" actId="26606"/>
          <ac:spMkLst>
            <pc:docMk/>
            <pc:sldMk cId="2626605989" sldId="260"/>
            <ac:spMk id="6" creationId="{A7009A0A-BEF5-4EAC-AF15-E4F9F002E239}"/>
          </ac:spMkLst>
        </pc:spChg>
        <pc:spChg chg="add del">
          <ac:chgData name="Pauline Smyth" userId="de5ce227-53e3-42c9-b7e0-2fb7785ba6f5" providerId="ADAL" clId="{E0BC3A59-EEBD-44F5-994E-71FFFEB9CC2B}" dt="2021-08-31T21:16:44.348" v="133" actId="26606"/>
          <ac:spMkLst>
            <pc:docMk/>
            <pc:sldMk cId="2626605989" sldId="260"/>
            <ac:spMk id="8" creationId="{32BC26D8-82FB-445E-AA49-62A77D7C1EE0}"/>
          </ac:spMkLst>
        </pc:spChg>
        <pc:spChg chg="add del">
          <ac:chgData name="Pauline Smyth" userId="de5ce227-53e3-42c9-b7e0-2fb7785ba6f5" providerId="ADAL" clId="{E0BC3A59-EEBD-44F5-994E-71FFFEB9CC2B}" dt="2021-08-31T21:18:07.011" v="183" actId="26606"/>
          <ac:spMkLst>
            <pc:docMk/>
            <pc:sldMk cId="2626605989" sldId="260"/>
            <ac:spMk id="9" creationId="{A8384FB5-9ADC-4DDC-881B-597D56F5B15D}"/>
          </ac:spMkLst>
        </pc:spChg>
        <pc:spChg chg="add del">
          <ac:chgData name="Pauline Smyth" userId="de5ce227-53e3-42c9-b7e0-2fb7785ba6f5" providerId="ADAL" clId="{E0BC3A59-EEBD-44F5-994E-71FFFEB9CC2B}" dt="2021-08-31T21:16:44.348" v="133" actId="26606"/>
          <ac:spMkLst>
            <pc:docMk/>
            <pc:sldMk cId="2626605989" sldId="260"/>
            <ac:spMk id="10" creationId="{CB44330D-EA18-4254-AA95-EB49948539B8}"/>
          </ac:spMkLst>
        </pc:spChg>
        <pc:spChg chg="add del">
          <ac:chgData name="Pauline Smyth" userId="de5ce227-53e3-42c9-b7e0-2fb7785ba6f5" providerId="ADAL" clId="{E0BC3A59-EEBD-44F5-994E-71FFFEB9CC2B}" dt="2021-08-31T21:18:07.011" v="183" actId="26606"/>
          <ac:spMkLst>
            <pc:docMk/>
            <pc:sldMk cId="2626605989" sldId="260"/>
            <ac:spMk id="11" creationId="{1199E1B1-A8C0-4FE8-A5A8-1CB41D69F857}"/>
          </ac:spMkLst>
        </pc:spChg>
        <pc:spChg chg="add del">
          <ac:chgData name="Pauline Smyth" userId="de5ce227-53e3-42c9-b7e0-2fb7785ba6f5" providerId="ADAL" clId="{E0BC3A59-EEBD-44F5-994E-71FFFEB9CC2B}" dt="2021-08-31T21:18:07.011" v="183" actId="26606"/>
          <ac:spMkLst>
            <pc:docMk/>
            <pc:sldMk cId="2626605989" sldId="260"/>
            <ac:spMk id="13" creationId="{84A8DE83-DE75-4B41-9DB4-A7EC0B0DEC0B}"/>
          </ac:spMkLst>
        </pc:spChg>
        <pc:spChg chg="add del">
          <ac:chgData name="Pauline Smyth" userId="de5ce227-53e3-42c9-b7e0-2fb7785ba6f5" providerId="ADAL" clId="{E0BC3A59-EEBD-44F5-994E-71FFFEB9CC2B}" dt="2021-08-31T21:16:44.348" v="132" actId="26606"/>
          <ac:spMkLst>
            <pc:docMk/>
            <pc:sldMk cId="2626605989" sldId="260"/>
            <ac:spMk id="15" creationId="{69D184B2-2226-4E31-BCCB-444330767440}"/>
          </ac:spMkLst>
        </pc:spChg>
        <pc:spChg chg="add del">
          <ac:chgData name="Pauline Smyth" userId="de5ce227-53e3-42c9-b7e0-2fb7785ba6f5" providerId="ADAL" clId="{E0BC3A59-EEBD-44F5-994E-71FFFEB9CC2B}" dt="2021-08-31T21:18:15.316" v="185" actId="26606"/>
          <ac:spMkLst>
            <pc:docMk/>
            <pc:sldMk cId="2626605989" sldId="260"/>
            <ac:spMk id="16" creationId="{F0A604E4-7307-451C-93BE-F1F7E1BF3BF8}"/>
          </ac:spMkLst>
        </pc:spChg>
        <pc:spChg chg="add del">
          <ac:chgData name="Pauline Smyth" userId="de5ce227-53e3-42c9-b7e0-2fb7785ba6f5" providerId="ADAL" clId="{E0BC3A59-EEBD-44F5-994E-71FFFEB9CC2B}" dt="2021-08-31T21:16:44.348" v="132" actId="26606"/>
          <ac:spMkLst>
            <pc:docMk/>
            <pc:sldMk cId="2626605989" sldId="260"/>
            <ac:spMk id="17" creationId="{1AC4D4E3-486A-464A-8EC8-D44881097267}"/>
          </ac:spMkLst>
        </pc:spChg>
        <pc:spChg chg="add del">
          <ac:chgData name="Pauline Smyth" userId="de5ce227-53e3-42c9-b7e0-2fb7785ba6f5" providerId="ADAL" clId="{E0BC3A59-EEBD-44F5-994E-71FFFEB9CC2B}" dt="2021-08-31T21:18:15.316" v="185" actId="26606"/>
          <ac:spMkLst>
            <pc:docMk/>
            <pc:sldMk cId="2626605989" sldId="260"/>
            <ac:spMk id="18" creationId="{F7F3A0AA-35E5-4085-942B-737839030604}"/>
          </ac:spMkLst>
        </pc:spChg>
        <pc:spChg chg="add del">
          <ac:chgData name="Pauline Smyth" userId="de5ce227-53e3-42c9-b7e0-2fb7785ba6f5" providerId="ADAL" clId="{E0BC3A59-EEBD-44F5-994E-71FFFEB9CC2B}" dt="2021-08-31T21:16:44.348" v="132" actId="26606"/>
          <ac:spMkLst>
            <pc:docMk/>
            <pc:sldMk cId="2626605989" sldId="260"/>
            <ac:spMk id="19" creationId="{864DE13E-58EB-4475-B79C-0D4FC651239B}"/>
          </ac:spMkLst>
        </pc:spChg>
        <pc:spChg chg="add del">
          <ac:chgData name="Pauline Smyth" userId="de5ce227-53e3-42c9-b7e0-2fb7785ba6f5" providerId="ADAL" clId="{E0BC3A59-EEBD-44F5-994E-71FFFEB9CC2B}" dt="2021-08-31T21:18:15.316" v="185" actId="26606"/>
          <ac:spMkLst>
            <pc:docMk/>
            <pc:sldMk cId="2626605989" sldId="260"/>
            <ac:spMk id="20" creationId="{402F5C38-C747-4173-ABBF-656E39E82130}"/>
          </ac:spMkLst>
        </pc:spChg>
        <pc:spChg chg="add del">
          <ac:chgData name="Pauline Smyth" userId="de5ce227-53e3-42c9-b7e0-2fb7785ba6f5" providerId="ADAL" clId="{E0BC3A59-EEBD-44F5-994E-71FFFEB9CC2B}" dt="2021-08-31T21:16:58.188" v="134" actId="700"/>
          <ac:spMkLst>
            <pc:docMk/>
            <pc:sldMk cId="2626605989" sldId="260"/>
            <ac:spMk id="21" creationId="{01D0AF59-99C3-4251-AB9A-C966C6AD4400}"/>
          </ac:spMkLst>
        </pc:spChg>
        <pc:spChg chg="add del">
          <ac:chgData name="Pauline Smyth" userId="de5ce227-53e3-42c9-b7e0-2fb7785ba6f5" providerId="ADAL" clId="{E0BC3A59-EEBD-44F5-994E-71FFFEB9CC2B}" dt="2021-08-31T21:16:58.188" v="134" actId="700"/>
          <ac:spMkLst>
            <pc:docMk/>
            <pc:sldMk cId="2626605989" sldId="260"/>
            <ac:spMk id="22" creationId="{1855405F-37A2-4869-9154-F8BE3BECE6C3}"/>
          </ac:spMkLst>
        </pc:spChg>
        <pc:spChg chg="add del">
          <ac:chgData name="Pauline Smyth" userId="de5ce227-53e3-42c9-b7e0-2fb7785ba6f5" providerId="ADAL" clId="{E0BC3A59-EEBD-44F5-994E-71FFFEB9CC2B}" dt="2021-08-31T21:18:15.316" v="185" actId="26606"/>
          <ac:spMkLst>
            <pc:docMk/>
            <pc:sldMk cId="2626605989" sldId="260"/>
            <ac:spMk id="23" creationId="{E37EECFC-A684-4391-AE85-4CDAF5565F61}"/>
          </ac:spMkLst>
        </pc:spChg>
        <pc:spChg chg="add">
          <ac:chgData name="Pauline Smyth" userId="de5ce227-53e3-42c9-b7e0-2fb7785ba6f5" providerId="ADAL" clId="{E0BC3A59-EEBD-44F5-994E-71FFFEB9CC2B}" dt="2021-08-31T21:18:15.332" v="186" actId="26606"/>
          <ac:spMkLst>
            <pc:docMk/>
            <pc:sldMk cId="2626605989" sldId="260"/>
            <ac:spMk id="25" creationId="{A8384FB5-9ADC-4DDC-881B-597D56F5B15D}"/>
          </ac:spMkLst>
        </pc:spChg>
        <pc:spChg chg="add">
          <ac:chgData name="Pauline Smyth" userId="de5ce227-53e3-42c9-b7e0-2fb7785ba6f5" providerId="ADAL" clId="{E0BC3A59-EEBD-44F5-994E-71FFFEB9CC2B}" dt="2021-08-31T21:18:15.332" v="186" actId="26606"/>
          <ac:spMkLst>
            <pc:docMk/>
            <pc:sldMk cId="2626605989" sldId="260"/>
            <ac:spMk id="26" creationId="{1199E1B1-A8C0-4FE8-A5A8-1CB41D69F857}"/>
          </ac:spMkLst>
        </pc:spChg>
        <pc:spChg chg="add">
          <ac:chgData name="Pauline Smyth" userId="de5ce227-53e3-42c9-b7e0-2fb7785ba6f5" providerId="ADAL" clId="{E0BC3A59-EEBD-44F5-994E-71FFFEB9CC2B}" dt="2021-08-31T21:18:15.332" v="186" actId="26606"/>
          <ac:spMkLst>
            <pc:docMk/>
            <pc:sldMk cId="2626605989" sldId="260"/>
            <ac:spMk id="27" creationId="{84A8DE83-DE75-4B41-9DB4-A7EC0B0DEC0B}"/>
          </ac:spMkLst>
        </pc:spChg>
        <pc:spChg chg="add">
          <ac:chgData name="Pauline Smyth" userId="de5ce227-53e3-42c9-b7e0-2fb7785ba6f5" providerId="ADAL" clId="{E0BC3A59-EEBD-44F5-994E-71FFFEB9CC2B}" dt="2021-08-31T21:18:15.332" v="186" actId="26606"/>
          <ac:spMkLst>
            <pc:docMk/>
            <pc:sldMk cId="2626605989" sldId="260"/>
            <ac:spMk id="28" creationId="{A7009A0A-BEF5-4EAC-AF15-E4F9F002E239}"/>
          </ac:spMkLst>
        </pc:spChg>
        <pc:picChg chg="add del mod ord">
          <ac:chgData name="Pauline Smyth" userId="de5ce227-53e3-42c9-b7e0-2fb7785ba6f5" providerId="ADAL" clId="{E0BC3A59-EEBD-44F5-994E-71FFFEB9CC2B}" dt="2021-08-31T21:18:23.453" v="189" actId="27614"/>
          <ac:picMkLst>
            <pc:docMk/>
            <pc:sldMk cId="2626605989" sldId="260"/>
            <ac:picMk id="3" creationId="{1DC67D26-922A-4816-8F65-F3108AB2E766}"/>
          </ac:picMkLst>
        </pc:picChg>
      </pc:sldChg>
      <pc:sldChg chg="addSp delSp modSp new mod ord setBg">
        <pc:chgData name="Pauline Smyth" userId="de5ce227-53e3-42c9-b7e0-2fb7785ba6f5" providerId="ADAL" clId="{E0BC3A59-EEBD-44F5-994E-71FFFEB9CC2B}" dt="2021-08-31T21:22:00.139" v="238"/>
        <pc:sldMkLst>
          <pc:docMk/>
          <pc:sldMk cId="3387077794" sldId="261"/>
        </pc:sldMkLst>
        <pc:spChg chg="mod">
          <ac:chgData name="Pauline Smyth" userId="de5ce227-53e3-42c9-b7e0-2fb7785ba6f5" providerId="ADAL" clId="{E0BC3A59-EEBD-44F5-994E-71FFFEB9CC2B}" dt="2021-08-31T21:21:35.070" v="234" actId="26606"/>
          <ac:spMkLst>
            <pc:docMk/>
            <pc:sldMk cId="3387077794" sldId="261"/>
            <ac:spMk id="2" creationId="{A8C86C9F-4C11-49BD-B8C7-915B350C91F9}"/>
          </ac:spMkLst>
        </pc:spChg>
        <pc:spChg chg="del">
          <ac:chgData name="Pauline Smyth" userId="de5ce227-53e3-42c9-b7e0-2fb7785ba6f5" providerId="ADAL" clId="{E0BC3A59-EEBD-44F5-994E-71FFFEB9CC2B}" dt="2021-08-31T21:20:11.615" v="194" actId="22"/>
          <ac:spMkLst>
            <pc:docMk/>
            <pc:sldMk cId="3387077794" sldId="261"/>
            <ac:spMk id="3" creationId="{1D4D22A7-F55E-4523-9158-595EAC090576}"/>
          </ac:spMkLst>
        </pc:spChg>
        <pc:spChg chg="add del">
          <ac:chgData name="Pauline Smyth" userId="de5ce227-53e3-42c9-b7e0-2fb7785ba6f5" providerId="ADAL" clId="{E0BC3A59-EEBD-44F5-994E-71FFFEB9CC2B}" dt="2021-08-31T21:21:32.243" v="233" actId="478"/>
          <ac:spMkLst>
            <pc:docMk/>
            <pc:sldMk cId="3387077794" sldId="261"/>
            <ac:spMk id="9" creationId="{5027ED3D-8D2D-4833-87E3-7A17EF260D85}"/>
          </ac:spMkLst>
        </pc:spChg>
        <pc:spChg chg="add del">
          <ac:chgData name="Pauline Smyth" userId="de5ce227-53e3-42c9-b7e0-2fb7785ba6f5" providerId="ADAL" clId="{E0BC3A59-EEBD-44F5-994E-71FFFEB9CC2B}" dt="2021-08-31T21:21:35.070" v="234" actId="26606"/>
          <ac:spMkLst>
            <pc:docMk/>
            <pc:sldMk cId="3387077794" sldId="261"/>
            <ac:spMk id="12" creationId="{1B15ED52-F352-441B-82BF-E0EA34836D08}"/>
          </ac:spMkLst>
        </pc:spChg>
        <pc:spChg chg="add del">
          <ac:chgData name="Pauline Smyth" userId="de5ce227-53e3-42c9-b7e0-2fb7785ba6f5" providerId="ADAL" clId="{E0BC3A59-EEBD-44F5-994E-71FFFEB9CC2B}" dt="2021-08-31T21:21:35.070" v="234" actId="26606"/>
          <ac:spMkLst>
            <pc:docMk/>
            <pc:sldMk cId="3387077794" sldId="261"/>
            <ac:spMk id="14" creationId="{3B2E3793-BFE6-45A2-9B7B-E18844431C99}"/>
          </ac:spMkLst>
        </pc:spChg>
        <pc:spChg chg="add del">
          <ac:chgData name="Pauline Smyth" userId="de5ce227-53e3-42c9-b7e0-2fb7785ba6f5" providerId="ADAL" clId="{E0BC3A59-EEBD-44F5-994E-71FFFEB9CC2B}" dt="2021-08-31T21:21:35.070" v="234" actId="26606"/>
          <ac:spMkLst>
            <pc:docMk/>
            <pc:sldMk cId="3387077794" sldId="261"/>
            <ac:spMk id="16" creationId="{BC4C4868-CB8F-4AF9-9CDB-8108F2C19B67}"/>
          </ac:spMkLst>
        </pc:spChg>
        <pc:spChg chg="add del">
          <ac:chgData name="Pauline Smyth" userId="de5ce227-53e3-42c9-b7e0-2fb7785ba6f5" providerId="ADAL" clId="{E0BC3A59-EEBD-44F5-994E-71FFFEB9CC2B}" dt="2021-08-31T21:21:35.070" v="234" actId="26606"/>
          <ac:spMkLst>
            <pc:docMk/>
            <pc:sldMk cId="3387077794" sldId="261"/>
            <ac:spMk id="18" creationId="{375E0459-6403-40CD-989D-56A4407CA12E}"/>
          </ac:spMkLst>
        </pc:spChg>
        <pc:spChg chg="add del">
          <ac:chgData name="Pauline Smyth" userId="de5ce227-53e3-42c9-b7e0-2fb7785ba6f5" providerId="ADAL" clId="{E0BC3A59-EEBD-44F5-994E-71FFFEB9CC2B}" dt="2021-08-31T21:21:35.070" v="234" actId="26606"/>
          <ac:spMkLst>
            <pc:docMk/>
            <pc:sldMk cId="3387077794" sldId="261"/>
            <ac:spMk id="20" creationId="{53E5B1A8-3AC9-4BD1-9BBC-78CA94F2D1BA}"/>
          </ac:spMkLst>
        </pc:spChg>
        <pc:spChg chg="add">
          <ac:chgData name="Pauline Smyth" userId="de5ce227-53e3-42c9-b7e0-2fb7785ba6f5" providerId="ADAL" clId="{E0BC3A59-EEBD-44F5-994E-71FFFEB9CC2B}" dt="2021-08-31T21:21:35.070" v="234" actId="26606"/>
          <ac:spMkLst>
            <pc:docMk/>
            <pc:sldMk cId="3387077794" sldId="261"/>
            <ac:spMk id="25" creationId="{A8384FB5-9ADC-4DDC-881B-597D56F5B15D}"/>
          </ac:spMkLst>
        </pc:spChg>
        <pc:spChg chg="add">
          <ac:chgData name="Pauline Smyth" userId="de5ce227-53e3-42c9-b7e0-2fb7785ba6f5" providerId="ADAL" clId="{E0BC3A59-EEBD-44F5-994E-71FFFEB9CC2B}" dt="2021-08-31T21:21:35.070" v="234" actId="26606"/>
          <ac:spMkLst>
            <pc:docMk/>
            <pc:sldMk cId="3387077794" sldId="261"/>
            <ac:spMk id="27" creationId="{1199E1B1-A8C0-4FE8-A5A8-1CB41D69F857}"/>
          </ac:spMkLst>
        </pc:spChg>
        <pc:spChg chg="add">
          <ac:chgData name="Pauline Smyth" userId="de5ce227-53e3-42c9-b7e0-2fb7785ba6f5" providerId="ADAL" clId="{E0BC3A59-EEBD-44F5-994E-71FFFEB9CC2B}" dt="2021-08-31T21:21:35.070" v="234" actId="26606"/>
          <ac:spMkLst>
            <pc:docMk/>
            <pc:sldMk cId="3387077794" sldId="261"/>
            <ac:spMk id="29" creationId="{84A8DE83-DE75-4B41-9DB4-A7EC0B0DEC0B}"/>
          </ac:spMkLst>
        </pc:spChg>
        <pc:spChg chg="add">
          <ac:chgData name="Pauline Smyth" userId="de5ce227-53e3-42c9-b7e0-2fb7785ba6f5" providerId="ADAL" clId="{E0BC3A59-EEBD-44F5-994E-71FFFEB9CC2B}" dt="2021-08-31T21:21:35.070" v="234" actId="26606"/>
          <ac:spMkLst>
            <pc:docMk/>
            <pc:sldMk cId="3387077794" sldId="261"/>
            <ac:spMk id="31" creationId="{A7009A0A-BEF5-4EAC-AF15-E4F9F002E239}"/>
          </ac:spMkLst>
        </pc:spChg>
        <pc:picChg chg="add mod ord">
          <ac:chgData name="Pauline Smyth" userId="de5ce227-53e3-42c9-b7e0-2fb7785ba6f5" providerId="ADAL" clId="{E0BC3A59-EEBD-44F5-994E-71FFFEB9CC2B}" dt="2021-08-31T21:21:48.196" v="236" actId="14100"/>
          <ac:picMkLst>
            <pc:docMk/>
            <pc:sldMk cId="3387077794" sldId="261"/>
            <ac:picMk id="5" creationId="{7BBC816A-7B5A-45D2-BF19-2B935B295F9D}"/>
          </ac:picMkLst>
        </pc:picChg>
      </pc:sldChg>
      <pc:sldChg chg="addSp delSp modSp new mod setBg">
        <pc:chgData name="Pauline Smyth" userId="de5ce227-53e3-42c9-b7e0-2fb7785ba6f5" providerId="ADAL" clId="{E0BC3A59-EEBD-44F5-994E-71FFFEB9CC2B}" dt="2021-08-31T21:33:37.469" v="282" actId="14100"/>
        <pc:sldMkLst>
          <pc:docMk/>
          <pc:sldMk cId="28420518" sldId="262"/>
        </pc:sldMkLst>
        <pc:spChg chg="mod">
          <ac:chgData name="Pauline Smyth" userId="de5ce227-53e3-42c9-b7e0-2fb7785ba6f5" providerId="ADAL" clId="{E0BC3A59-EEBD-44F5-994E-71FFFEB9CC2B}" dt="2021-08-31T21:32:42.942" v="279" actId="26606"/>
          <ac:spMkLst>
            <pc:docMk/>
            <pc:sldMk cId="28420518" sldId="262"/>
            <ac:spMk id="2" creationId="{16432935-C438-4E66-9769-6DA52ADDA5F8}"/>
          </ac:spMkLst>
        </pc:spChg>
        <pc:spChg chg="del">
          <ac:chgData name="Pauline Smyth" userId="de5ce227-53e3-42c9-b7e0-2fb7785ba6f5" providerId="ADAL" clId="{E0BC3A59-EEBD-44F5-994E-71FFFEB9CC2B}" dt="2021-08-31T21:31:08.806" v="275" actId="22"/>
          <ac:spMkLst>
            <pc:docMk/>
            <pc:sldMk cId="28420518" sldId="262"/>
            <ac:spMk id="3" creationId="{9EFB148A-9BA0-4CFB-A222-8002B6086E76}"/>
          </ac:spMkLst>
        </pc:spChg>
        <pc:spChg chg="add del">
          <ac:chgData name="Pauline Smyth" userId="de5ce227-53e3-42c9-b7e0-2fb7785ba6f5" providerId="ADAL" clId="{E0BC3A59-EEBD-44F5-994E-71FFFEB9CC2B}" dt="2021-08-31T21:32:42.942" v="279" actId="26606"/>
          <ac:spMkLst>
            <pc:docMk/>
            <pc:sldMk cId="28420518" sldId="262"/>
            <ac:spMk id="10" creationId="{A8384FB5-9ADC-4DDC-881B-597D56F5B15D}"/>
          </ac:spMkLst>
        </pc:spChg>
        <pc:spChg chg="add del">
          <ac:chgData name="Pauline Smyth" userId="de5ce227-53e3-42c9-b7e0-2fb7785ba6f5" providerId="ADAL" clId="{E0BC3A59-EEBD-44F5-994E-71FFFEB9CC2B}" dt="2021-08-31T21:32:42.942" v="279" actId="26606"/>
          <ac:spMkLst>
            <pc:docMk/>
            <pc:sldMk cId="28420518" sldId="262"/>
            <ac:spMk id="12" creationId="{91E5A9A7-95C6-4F4F-B00E-C82E07FE62EF}"/>
          </ac:spMkLst>
        </pc:spChg>
        <pc:spChg chg="add del">
          <ac:chgData name="Pauline Smyth" userId="de5ce227-53e3-42c9-b7e0-2fb7785ba6f5" providerId="ADAL" clId="{E0BC3A59-EEBD-44F5-994E-71FFFEB9CC2B}" dt="2021-08-31T21:32:42.942" v="279" actId="26606"/>
          <ac:spMkLst>
            <pc:docMk/>
            <pc:sldMk cId="28420518" sldId="262"/>
            <ac:spMk id="14" creationId="{D07DD2DE-F619-49DD-B5E7-03A290FF4ED1}"/>
          </ac:spMkLst>
        </pc:spChg>
        <pc:spChg chg="add del">
          <ac:chgData name="Pauline Smyth" userId="de5ce227-53e3-42c9-b7e0-2fb7785ba6f5" providerId="ADAL" clId="{E0BC3A59-EEBD-44F5-994E-71FFFEB9CC2B}" dt="2021-08-31T21:32:42.942" v="279" actId="26606"/>
          <ac:spMkLst>
            <pc:docMk/>
            <pc:sldMk cId="28420518" sldId="262"/>
            <ac:spMk id="16" creationId="{85149191-5F60-4A28-AAFF-039F96B0F3EC}"/>
          </ac:spMkLst>
        </pc:spChg>
        <pc:spChg chg="add del">
          <ac:chgData name="Pauline Smyth" userId="de5ce227-53e3-42c9-b7e0-2fb7785ba6f5" providerId="ADAL" clId="{E0BC3A59-EEBD-44F5-994E-71FFFEB9CC2B}" dt="2021-08-31T21:32:42.942" v="279" actId="26606"/>
          <ac:spMkLst>
            <pc:docMk/>
            <pc:sldMk cId="28420518" sldId="262"/>
            <ac:spMk id="18" creationId="{F8260ED5-17F7-4158-B241-D51DD4CF1B7E}"/>
          </ac:spMkLst>
        </pc:spChg>
        <pc:spChg chg="add">
          <ac:chgData name="Pauline Smyth" userId="de5ce227-53e3-42c9-b7e0-2fb7785ba6f5" providerId="ADAL" clId="{E0BC3A59-EEBD-44F5-994E-71FFFEB9CC2B}" dt="2021-08-31T21:32:42.942" v="279" actId="26606"/>
          <ac:spMkLst>
            <pc:docMk/>
            <pc:sldMk cId="28420518" sldId="262"/>
            <ac:spMk id="23" creationId="{A4AC5506-6312-4701-8D3C-40187889A947}"/>
          </ac:spMkLst>
        </pc:spChg>
        <pc:picChg chg="add mod ord">
          <ac:chgData name="Pauline Smyth" userId="de5ce227-53e3-42c9-b7e0-2fb7785ba6f5" providerId="ADAL" clId="{E0BC3A59-EEBD-44F5-994E-71FFFEB9CC2B}" dt="2021-08-31T21:33:37.469" v="282" actId="14100"/>
          <ac:picMkLst>
            <pc:docMk/>
            <pc:sldMk cId="28420518" sldId="262"/>
            <ac:picMk id="5" creationId="{50EFD7B8-6AF1-4D24-9931-76777C5EA874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9886A5-EC61-4492-B0B2-00C003CFCCE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A08B0E4-79A6-4B88-8982-0488A233F97A}">
      <dgm:prSet/>
      <dgm:spPr/>
      <dgm:t>
        <a:bodyPr/>
        <a:lstStyle/>
        <a:p>
          <a:r>
            <a:rPr lang="en-IE"/>
            <a:t>Learn to program in Python, HTML, CSS, JavaScript</a:t>
          </a:r>
          <a:endParaRPr lang="en-US"/>
        </a:p>
      </dgm:t>
    </dgm:pt>
    <dgm:pt modelId="{AE87CC8B-0E5C-4628-BB13-E58AF5411E0A}" type="parTrans" cxnId="{327140FC-D043-46B0-A584-43BAC1ADC967}">
      <dgm:prSet/>
      <dgm:spPr/>
      <dgm:t>
        <a:bodyPr/>
        <a:lstStyle/>
        <a:p>
          <a:endParaRPr lang="en-US"/>
        </a:p>
      </dgm:t>
    </dgm:pt>
    <dgm:pt modelId="{9BAF139B-9A48-4CD0-8668-2D71F89DEF0E}" type="sibTrans" cxnId="{327140FC-D043-46B0-A584-43BAC1ADC967}">
      <dgm:prSet/>
      <dgm:spPr/>
      <dgm:t>
        <a:bodyPr/>
        <a:lstStyle/>
        <a:p>
          <a:endParaRPr lang="en-US"/>
        </a:p>
      </dgm:t>
    </dgm:pt>
    <dgm:pt modelId="{FEC5CFD9-0B11-4874-A37C-BA92C320D8A6}">
      <dgm:prSet/>
      <dgm:spPr/>
      <dgm:t>
        <a:bodyPr/>
        <a:lstStyle/>
        <a:p>
          <a:r>
            <a:rPr lang="en-IE"/>
            <a:t>Use a Micro:Bit – embedded systems </a:t>
          </a:r>
          <a:endParaRPr lang="en-US"/>
        </a:p>
      </dgm:t>
    </dgm:pt>
    <dgm:pt modelId="{82AA16BC-3102-4CE5-8464-10A0F789F72E}" type="parTrans" cxnId="{CC23E5E8-80F3-4693-9AC1-440A641E9278}">
      <dgm:prSet/>
      <dgm:spPr/>
      <dgm:t>
        <a:bodyPr/>
        <a:lstStyle/>
        <a:p>
          <a:endParaRPr lang="en-US"/>
        </a:p>
      </dgm:t>
    </dgm:pt>
    <dgm:pt modelId="{2104FB5F-F289-4990-81B5-AFF884ADAE0B}" type="sibTrans" cxnId="{CC23E5E8-80F3-4693-9AC1-440A641E9278}">
      <dgm:prSet/>
      <dgm:spPr/>
      <dgm:t>
        <a:bodyPr/>
        <a:lstStyle/>
        <a:p>
          <a:endParaRPr lang="en-US"/>
        </a:p>
      </dgm:t>
    </dgm:pt>
    <dgm:pt modelId="{9C1366E7-456B-4846-A020-EC4CC9D81D07}">
      <dgm:prSet/>
      <dgm:spPr/>
      <dgm:t>
        <a:bodyPr/>
        <a:lstStyle/>
        <a:p>
          <a:r>
            <a:rPr lang="en-IE"/>
            <a:t>Data Analytics &amp; Modelling</a:t>
          </a:r>
          <a:endParaRPr lang="en-US"/>
        </a:p>
      </dgm:t>
    </dgm:pt>
    <dgm:pt modelId="{2800C8BC-BB15-4AF6-BDFD-13650EBC27FC}" type="parTrans" cxnId="{4D5FAA2E-56DE-49A1-A243-C0DCA2797309}">
      <dgm:prSet/>
      <dgm:spPr/>
      <dgm:t>
        <a:bodyPr/>
        <a:lstStyle/>
        <a:p>
          <a:endParaRPr lang="en-US"/>
        </a:p>
      </dgm:t>
    </dgm:pt>
    <dgm:pt modelId="{70FB7A2F-6C10-4BD8-AD15-6FB55C1B21A9}" type="sibTrans" cxnId="{4D5FAA2E-56DE-49A1-A243-C0DCA2797309}">
      <dgm:prSet/>
      <dgm:spPr/>
      <dgm:t>
        <a:bodyPr/>
        <a:lstStyle/>
        <a:p>
          <a:endParaRPr lang="en-US"/>
        </a:p>
      </dgm:t>
    </dgm:pt>
    <dgm:pt modelId="{33ED08E2-CCEB-4D9C-BA38-F8298B6CF165}">
      <dgm:prSet/>
      <dgm:spPr/>
      <dgm:t>
        <a:bodyPr/>
        <a:lstStyle/>
        <a:p>
          <a:r>
            <a:rPr lang="en-IE"/>
            <a:t>A History of Computer Science</a:t>
          </a:r>
          <a:endParaRPr lang="en-US"/>
        </a:p>
      </dgm:t>
    </dgm:pt>
    <dgm:pt modelId="{452C3DE7-BF76-4849-AB8C-13EB3232720D}" type="parTrans" cxnId="{80F9086B-D66F-4AE0-99AF-30C4F585A9F6}">
      <dgm:prSet/>
      <dgm:spPr/>
      <dgm:t>
        <a:bodyPr/>
        <a:lstStyle/>
        <a:p>
          <a:endParaRPr lang="en-US"/>
        </a:p>
      </dgm:t>
    </dgm:pt>
    <dgm:pt modelId="{C0ED09E4-736A-4D3D-BCDE-5177B198AF7F}" type="sibTrans" cxnId="{80F9086B-D66F-4AE0-99AF-30C4F585A9F6}">
      <dgm:prSet/>
      <dgm:spPr/>
      <dgm:t>
        <a:bodyPr/>
        <a:lstStyle/>
        <a:p>
          <a:endParaRPr lang="en-US"/>
        </a:p>
      </dgm:t>
    </dgm:pt>
    <dgm:pt modelId="{A169CD87-0B86-44D4-BD24-E876C3B57BD6}">
      <dgm:prSet/>
      <dgm:spPr/>
      <dgm:t>
        <a:bodyPr/>
        <a:lstStyle/>
        <a:p>
          <a:r>
            <a:rPr lang="en-IE"/>
            <a:t>Computer System (Hardware &amp; Software)</a:t>
          </a:r>
          <a:endParaRPr lang="en-US"/>
        </a:p>
      </dgm:t>
    </dgm:pt>
    <dgm:pt modelId="{F08493D5-A19D-41A7-AF23-DF20FF012003}" type="parTrans" cxnId="{21C8A088-C244-48D2-986C-30FB3E0656AE}">
      <dgm:prSet/>
      <dgm:spPr/>
      <dgm:t>
        <a:bodyPr/>
        <a:lstStyle/>
        <a:p>
          <a:endParaRPr lang="en-US"/>
        </a:p>
      </dgm:t>
    </dgm:pt>
    <dgm:pt modelId="{97126D5E-03E3-4D9E-9A12-53335E2758FE}" type="sibTrans" cxnId="{21C8A088-C244-48D2-986C-30FB3E0656AE}">
      <dgm:prSet/>
      <dgm:spPr/>
      <dgm:t>
        <a:bodyPr/>
        <a:lstStyle/>
        <a:p>
          <a:endParaRPr lang="en-US"/>
        </a:p>
      </dgm:t>
    </dgm:pt>
    <dgm:pt modelId="{570D2A2B-ED70-4E07-8366-37C6B5A32348}">
      <dgm:prSet/>
      <dgm:spPr/>
      <dgm:t>
        <a:bodyPr/>
        <a:lstStyle/>
        <a:p>
          <a:r>
            <a:rPr lang="en-IE"/>
            <a:t>Computational Thinking</a:t>
          </a:r>
          <a:endParaRPr lang="en-US"/>
        </a:p>
      </dgm:t>
    </dgm:pt>
    <dgm:pt modelId="{8D038FCC-8700-48B5-BAC3-1A03355DBF48}" type="parTrans" cxnId="{7A0E5F66-5425-4406-AE9B-B667ADAE7884}">
      <dgm:prSet/>
      <dgm:spPr/>
      <dgm:t>
        <a:bodyPr/>
        <a:lstStyle/>
        <a:p>
          <a:endParaRPr lang="en-US"/>
        </a:p>
      </dgm:t>
    </dgm:pt>
    <dgm:pt modelId="{646C1CEA-09C5-4F83-8D36-0EE307D7ED17}" type="sibTrans" cxnId="{7A0E5F66-5425-4406-AE9B-B667ADAE7884}">
      <dgm:prSet/>
      <dgm:spPr/>
      <dgm:t>
        <a:bodyPr/>
        <a:lstStyle/>
        <a:p>
          <a:endParaRPr lang="en-US"/>
        </a:p>
      </dgm:t>
    </dgm:pt>
    <dgm:pt modelId="{3794CD5A-5819-4F10-B88D-0572A3C89F58}">
      <dgm:prSet/>
      <dgm:spPr/>
      <dgm:t>
        <a:bodyPr/>
        <a:lstStyle/>
        <a:p>
          <a:r>
            <a:rPr lang="en-IE"/>
            <a:t>The development of software</a:t>
          </a:r>
          <a:endParaRPr lang="en-US"/>
        </a:p>
      </dgm:t>
    </dgm:pt>
    <dgm:pt modelId="{0E87340F-8D59-49FB-9783-E3B0D9DC74C2}" type="parTrans" cxnId="{0D97AE07-FFBC-49F1-84FD-24A743E0C91C}">
      <dgm:prSet/>
      <dgm:spPr/>
      <dgm:t>
        <a:bodyPr/>
        <a:lstStyle/>
        <a:p>
          <a:endParaRPr lang="en-US"/>
        </a:p>
      </dgm:t>
    </dgm:pt>
    <dgm:pt modelId="{C0E5EE23-330C-497D-BF22-083ABAF412BF}" type="sibTrans" cxnId="{0D97AE07-FFBC-49F1-84FD-24A743E0C91C}">
      <dgm:prSet/>
      <dgm:spPr/>
      <dgm:t>
        <a:bodyPr/>
        <a:lstStyle/>
        <a:p>
          <a:endParaRPr lang="en-US"/>
        </a:p>
      </dgm:t>
    </dgm:pt>
    <dgm:pt modelId="{118B9EF3-E282-4F5D-809B-D523F244358D}">
      <dgm:prSet/>
      <dgm:spPr/>
      <dgm:t>
        <a:bodyPr/>
        <a:lstStyle/>
        <a:p>
          <a:r>
            <a:rPr lang="en-IE"/>
            <a:t>Databases</a:t>
          </a:r>
          <a:endParaRPr lang="en-US"/>
        </a:p>
      </dgm:t>
    </dgm:pt>
    <dgm:pt modelId="{9E770C4C-786B-401F-8E9D-D6CCFA896A0C}" type="parTrans" cxnId="{3A176354-9481-46A1-BFAF-7A1BA3684001}">
      <dgm:prSet/>
      <dgm:spPr/>
      <dgm:t>
        <a:bodyPr/>
        <a:lstStyle/>
        <a:p>
          <a:endParaRPr lang="en-US"/>
        </a:p>
      </dgm:t>
    </dgm:pt>
    <dgm:pt modelId="{06F3D179-4F41-4A64-8771-5DA35986DEF1}" type="sibTrans" cxnId="{3A176354-9481-46A1-BFAF-7A1BA3684001}">
      <dgm:prSet/>
      <dgm:spPr/>
      <dgm:t>
        <a:bodyPr/>
        <a:lstStyle/>
        <a:p>
          <a:endParaRPr lang="en-US"/>
        </a:p>
      </dgm:t>
    </dgm:pt>
    <dgm:pt modelId="{22C03A81-EF56-4D00-9772-19F7878674BC}" type="pres">
      <dgm:prSet presAssocID="{9A9886A5-EC61-4492-B0B2-00C003CFCCE1}" presName="root" presStyleCnt="0">
        <dgm:presLayoutVars>
          <dgm:dir/>
          <dgm:resizeHandles val="exact"/>
        </dgm:presLayoutVars>
      </dgm:prSet>
      <dgm:spPr/>
    </dgm:pt>
    <dgm:pt modelId="{BFE33C16-E8DA-4851-9F5A-8D6B13B62A50}" type="pres">
      <dgm:prSet presAssocID="{FA08B0E4-79A6-4B88-8982-0488A233F97A}" presName="compNode" presStyleCnt="0"/>
      <dgm:spPr/>
    </dgm:pt>
    <dgm:pt modelId="{9C8DAE49-1211-4B26-AC4E-8878AB250244}" type="pres">
      <dgm:prSet presAssocID="{FA08B0E4-79A6-4B88-8982-0488A233F97A}" presName="bgRect" presStyleLbl="bgShp" presStyleIdx="0" presStyleCnt="8"/>
      <dgm:spPr/>
    </dgm:pt>
    <dgm:pt modelId="{16F249BB-94A5-403A-96CE-D714772461A1}" type="pres">
      <dgm:prSet presAssocID="{FA08B0E4-79A6-4B88-8982-0488A233F97A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7D1F6A3-EE52-4760-8F6E-174F4B7F3D10}" type="pres">
      <dgm:prSet presAssocID="{FA08B0E4-79A6-4B88-8982-0488A233F97A}" presName="spaceRect" presStyleCnt="0"/>
      <dgm:spPr/>
    </dgm:pt>
    <dgm:pt modelId="{D3E434EA-E8AA-426A-876D-809D2FE57ECF}" type="pres">
      <dgm:prSet presAssocID="{FA08B0E4-79A6-4B88-8982-0488A233F97A}" presName="parTx" presStyleLbl="revTx" presStyleIdx="0" presStyleCnt="8">
        <dgm:presLayoutVars>
          <dgm:chMax val="0"/>
          <dgm:chPref val="0"/>
        </dgm:presLayoutVars>
      </dgm:prSet>
      <dgm:spPr/>
    </dgm:pt>
    <dgm:pt modelId="{A8D2D060-E0FF-47D2-AB06-6086C1F8C50C}" type="pres">
      <dgm:prSet presAssocID="{9BAF139B-9A48-4CD0-8668-2D71F89DEF0E}" presName="sibTrans" presStyleCnt="0"/>
      <dgm:spPr/>
    </dgm:pt>
    <dgm:pt modelId="{AFEA48CF-1646-4FA7-916A-A4AC3AF45E3A}" type="pres">
      <dgm:prSet presAssocID="{FEC5CFD9-0B11-4874-A37C-BA92C320D8A6}" presName="compNode" presStyleCnt="0"/>
      <dgm:spPr/>
    </dgm:pt>
    <dgm:pt modelId="{1197A88A-0FFE-4230-AB86-33D333C179B6}" type="pres">
      <dgm:prSet presAssocID="{FEC5CFD9-0B11-4874-A37C-BA92C320D8A6}" presName="bgRect" presStyleLbl="bgShp" presStyleIdx="1" presStyleCnt="8"/>
      <dgm:spPr/>
    </dgm:pt>
    <dgm:pt modelId="{241CDA9F-7FF5-4AFA-A3CF-AB6A66A3C938}" type="pres">
      <dgm:prSet presAssocID="{FEC5CFD9-0B11-4874-A37C-BA92C320D8A6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4223B28E-1AC9-42DC-BBD3-484AAA1DF66A}" type="pres">
      <dgm:prSet presAssocID="{FEC5CFD9-0B11-4874-A37C-BA92C320D8A6}" presName="spaceRect" presStyleCnt="0"/>
      <dgm:spPr/>
    </dgm:pt>
    <dgm:pt modelId="{58A4B4AE-7BC6-4B99-8502-CE1E81A4F224}" type="pres">
      <dgm:prSet presAssocID="{FEC5CFD9-0B11-4874-A37C-BA92C320D8A6}" presName="parTx" presStyleLbl="revTx" presStyleIdx="1" presStyleCnt="8">
        <dgm:presLayoutVars>
          <dgm:chMax val="0"/>
          <dgm:chPref val="0"/>
        </dgm:presLayoutVars>
      </dgm:prSet>
      <dgm:spPr/>
    </dgm:pt>
    <dgm:pt modelId="{EB7783E9-2B73-42A5-AB88-0A1CF8DA0AA1}" type="pres">
      <dgm:prSet presAssocID="{2104FB5F-F289-4990-81B5-AFF884ADAE0B}" presName="sibTrans" presStyleCnt="0"/>
      <dgm:spPr/>
    </dgm:pt>
    <dgm:pt modelId="{96B87062-AF0B-474A-BD07-BF4CDC721079}" type="pres">
      <dgm:prSet presAssocID="{9C1366E7-456B-4846-A020-EC4CC9D81D07}" presName="compNode" presStyleCnt="0"/>
      <dgm:spPr/>
    </dgm:pt>
    <dgm:pt modelId="{E1615E2F-8FC4-4692-9320-D7C0DFD03575}" type="pres">
      <dgm:prSet presAssocID="{9C1366E7-456B-4846-A020-EC4CC9D81D07}" presName="bgRect" presStyleLbl="bgShp" presStyleIdx="2" presStyleCnt="8"/>
      <dgm:spPr/>
    </dgm:pt>
    <dgm:pt modelId="{14FF0D32-CD8A-4255-B83D-61BFB2D436AB}" type="pres">
      <dgm:prSet presAssocID="{9C1366E7-456B-4846-A020-EC4CC9D81D07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D2A8FFA-21F0-4DED-BDA7-C19F6FCE6330}" type="pres">
      <dgm:prSet presAssocID="{9C1366E7-456B-4846-A020-EC4CC9D81D07}" presName="spaceRect" presStyleCnt="0"/>
      <dgm:spPr/>
    </dgm:pt>
    <dgm:pt modelId="{AA13EBE9-6543-4D32-96FB-8B7709001F57}" type="pres">
      <dgm:prSet presAssocID="{9C1366E7-456B-4846-A020-EC4CC9D81D07}" presName="parTx" presStyleLbl="revTx" presStyleIdx="2" presStyleCnt="8">
        <dgm:presLayoutVars>
          <dgm:chMax val="0"/>
          <dgm:chPref val="0"/>
        </dgm:presLayoutVars>
      </dgm:prSet>
      <dgm:spPr/>
    </dgm:pt>
    <dgm:pt modelId="{600C17FC-0187-4814-AC4C-12E71238CB39}" type="pres">
      <dgm:prSet presAssocID="{70FB7A2F-6C10-4BD8-AD15-6FB55C1B21A9}" presName="sibTrans" presStyleCnt="0"/>
      <dgm:spPr/>
    </dgm:pt>
    <dgm:pt modelId="{3ABBF83F-CB12-4311-B3A8-4D9026A36600}" type="pres">
      <dgm:prSet presAssocID="{33ED08E2-CCEB-4D9C-BA38-F8298B6CF165}" presName="compNode" presStyleCnt="0"/>
      <dgm:spPr/>
    </dgm:pt>
    <dgm:pt modelId="{B198DAFC-1A3F-4757-B375-7D4F047A6B49}" type="pres">
      <dgm:prSet presAssocID="{33ED08E2-CCEB-4D9C-BA38-F8298B6CF165}" presName="bgRect" presStyleLbl="bgShp" presStyleIdx="3" presStyleCnt="8"/>
      <dgm:spPr/>
    </dgm:pt>
    <dgm:pt modelId="{A07A5F0F-28FB-4B23-851D-EA54268EBB7E}" type="pres">
      <dgm:prSet presAssocID="{33ED08E2-CCEB-4D9C-BA38-F8298B6CF165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A73A4A5-576A-4682-90C8-43E8446506A9}" type="pres">
      <dgm:prSet presAssocID="{33ED08E2-CCEB-4D9C-BA38-F8298B6CF165}" presName="spaceRect" presStyleCnt="0"/>
      <dgm:spPr/>
    </dgm:pt>
    <dgm:pt modelId="{133CCD5E-59C8-4C1A-9E2D-A5CDC2AA78F9}" type="pres">
      <dgm:prSet presAssocID="{33ED08E2-CCEB-4D9C-BA38-F8298B6CF165}" presName="parTx" presStyleLbl="revTx" presStyleIdx="3" presStyleCnt="8">
        <dgm:presLayoutVars>
          <dgm:chMax val="0"/>
          <dgm:chPref val="0"/>
        </dgm:presLayoutVars>
      </dgm:prSet>
      <dgm:spPr/>
    </dgm:pt>
    <dgm:pt modelId="{7CDCD337-6B78-4550-ADC4-6FBEF062EAD7}" type="pres">
      <dgm:prSet presAssocID="{C0ED09E4-736A-4D3D-BCDE-5177B198AF7F}" presName="sibTrans" presStyleCnt="0"/>
      <dgm:spPr/>
    </dgm:pt>
    <dgm:pt modelId="{F4A8DA86-116A-48B9-85D1-C93DF3524D8D}" type="pres">
      <dgm:prSet presAssocID="{A169CD87-0B86-44D4-BD24-E876C3B57BD6}" presName="compNode" presStyleCnt="0"/>
      <dgm:spPr/>
    </dgm:pt>
    <dgm:pt modelId="{D932C240-E4B3-4420-A32C-CA42D4C934DD}" type="pres">
      <dgm:prSet presAssocID="{A169CD87-0B86-44D4-BD24-E876C3B57BD6}" presName="bgRect" presStyleLbl="bgShp" presStyleIdx="4" presStyleCnt="8"/>
      <dgm:spPr/>
    </dgm:pt>
    <dgm:pt modelId="{54734B31-6519-447D-981B-0C932F291867}" type="pres">
      <dgm:prSet presAssocID="{A169CD87-0B86-44D4-BD24-E876C3B57BD6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0EC596F-7D13-4AF2-BDD3-A6CF640CA962}" type="pres">
      <dgm:prSet presAssocID="{A169CD87-0B86-44D4-BD24-E876C3B57BD6}" presName="spaceRect" presStyleCnt="0"/>
      <dgm:spPr/>
    </dgm:pt>
    <dgm:pt modelId="{DA7A7EAF-9EC4-4894-9B6D-A77B681DD5F6}" type="pres">
      <dgm:prSet presAssocID="{A169CD87-0B86-44D4-BD24-E876C3B57BD6}" presName="parTx" presStyleLbl="revTx" presStyleIdx="4" presStyleCnt="8">
        <dgm:presLayoutVars>
          <dgm:chMax val="0"/>
          <dgm:chPref val="0"/>
        </dgm:presLayoutVars>
      </dgm:prSet>
      <dgm:spPr/>
    </dgm:pt>
    <dgm:pt modelId="{7164A6BA-CD58-4592-8127-6DCE913DB5DB}" type="pres">
      <dgm:prSet presAssocID="{97126D5E-03E3-4D9E-9A12-53335E2758FE}" presName="sibTrans" presStyleCnt="0"/>
      <dgm:spPr/>
    </dgm:pt>
    <dgm:pt modelId="{4F3C76D9-0DA5-4A1E-BBA9-5DC5460D4ACB}" type="pres">
      <dgm:prSet presAssocID="{570D2A2B-ED70-4E07-8366-37C6B5A32348}" presName="compNode" presStyleCnt="0"/>
      <dgm:spPr/>
    </dgm:pt>
    <dgm:pt modelId="{4169B2EC-7A92-4380-8226-FF7929D08CEF}" type="pres">
      <dgm:prSet presAssocID="{570D2A2B-ED70-4E07-8366-37C6B5A32348}" presName="bgRect" presStyleLbl="bgShp" presStyleIdx="5" presStyleCnt="8"/>
      <dgm:spPr/>
    </dgm:pt>
    <dgm:pt modelId="{467AA700-6F77-412F-A644-7619A1DC8BCC}" type="pres">
      <dgm:prSet presAssocID="{570D2A2B-ED70-4E07-8366-37C6B5A32348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F1CF91C-1CEC-4804-BA62-EF91433BCC91}" type="pres">
      <dgm:prSet presAssocID="{570D2A2B-ED70-4E07-8366-37C6B5A32348}" presName="spaceRect" presStyleCnt="0"/>
      <dgm:spPr/>
    </dgm:pt>
    <dgm:pt modelId="{2528703E-B16C-4BC0-AFC4-BDE5FFFB1942}" type="pres">
      <dgm:prSet presAssocID="{570D2A2B-ED70-4E07-8366-37C6B5A32348}" presName="parTx" presStyleLbl="revTx" presStyleIdx="5" presStyleCnt="8">
        <dgm:presLayoutVars>
          <dgm:chMax val="0"/>
          <dgm:chPref val="0"/>
        </dgm:presLayoutVars>
      </dgm:prSet>
      <dgm:spPr/>
    </dgm:pt>
    <dgm:pt modelId="{72EDC28A-7D44-4BAA-B43A-E26B653981C5}" type="pres">
      <dgm:prSet presAssocID="{646C1CEA-09C5-4F83-8D36-0EE307D7ED17}" presName="sibTrans" presStyleCnt="0"/>
      <dgm:spPr/>
    </dgm:pt>
    <dgm:pt modelId="{FD09DF48-EF37-4370-915D-B96662B6F0CC}" type="pres">
      <dgm:prSet presAssocID="{3794CD5A-5819-4F10-B88D-0572A3C89F58}" presName="compNode" presStyleCnt="0"/>
      <dgm:spPr/>
    </dgm:pt>
    <dgm:pt modelId="{04C91FEE-2750-406F-9ADA-36592C43A326}" type="pres">
      <dgm:prSet presAssocID="{3794CD5A-5819-4F10-B88D-0572A3C89F58}" presName="bgRect" presStyleLbl="bgShp" presStyleIdx="6" presStyleCnt="8"/>
      <dgm:spPr/>
    </dgm:pt>
    <dgm:pt modelId="{B858FB3F-0694-4E99-B78F-C0E2E8FBCA25}" type="pres">
      <dgm:prSet presAssocID="{3794CD5A-5819-4F10-B88D-0572A3C89F58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F331D0D1-83FF-4EE3-BF08-99E2A516B079}" type="pres">
      <dgm:prSet presAssocID="{3794CD5A-5819-4F10-B88D-0572A3C89F58}" presName="spaceRect" presStyleCnt="0"/>
      <dgm:spPr/>
    </dgm:pt>
    <dgm:pt modelId="{21781427-9655-4B62-8421-6854E9122FB0}" type="pres">
      <dgm:prSet presAssocID="{3794CD5A-5819-4F10-B88D-0572A3C89F58}" presName="parTx" presStyleLbl="revTx" presStyleIdx="6" presStyleCnt="8">
        <dgm:presLayoutVars>
          <dgm:chMax val="0"/>
          <dgm:chPref val="0"/>
        </dgm:presLayoutVars>
      </dgm:prSet>
      <dgm:spPr/>
    </dgm:pt>
    <dgm:pt modelId="{C7EB1470-6568-4A70-9780-3A0C42A7DDE2}" type="pres">
      <dgm:prSet presAssocID="{C0E5EE23-330C-497D-BF22-083ABAF412BF}" presName="sibTrans" presStyleCnt="0"/>
      <dgm:spPr/>
    </dgm:pt>
    <dgm:pt modelId="{53378A91-480F-4B46-B623-E08B775A41BF}" type="pres">
      <dgm:prSet presAssocID="{118B9EF3-E282-4F5D-809B-D523F244358D}" presName="compNode" presStyleCnt="0"/>
      <dgm:spPr/>
    </dgm:pt>
    <dgm:pt modelId="{F6EABA78-8D57-4841-843C-1AFA17B46296}" type="pres">
      <dgm:prSet presAssocID="{118B9EF3-E282-4F5D-809B-D523F244358D}" presName="bgRect" presStyleLbl="bgShp" presStyleIdx="7" presStyleCnt="8"/>
      <dgm:spPr/>
    </dgm:pt>
    <dgm:pt modelId="{295716E6-18D3-4C5A-BECD-F4BDD1AA15AF}" type="pres">
      <dgm:prSet presAssocID="{118B9EF3-E282-4F5D-809B-D523F244358D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3E5052A-420B-40BD-95DA-A8BE0F0500DC}" type="pres">
      <dgm:prSet presAssocID="{118B9EF3-E282-4F5D-809B-D523F244358D}" presName="spaceRect" presStyleCnt="0"/>
      <dgm:spPr/>
    </dgm:pt>
    <dgm:pt modelId="{D5091313-AC0C-44A8-89D0-27E8116A9899}" type="pres">
      <dgm:prSet presAssocID="{118B9EF3-E282-4F5D-809B-D523F244358D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0D97AE07-FFBC-49F1-84FD-24A743E0C91C}" srcId="{9A9886A5-EC61-4492-B0B2-00C003CFCCE1}" destId="{3794CD5A-5819-4F10-B88D-0572A3C89F58}" srcOrd="6" destOrd="0" parTransId="{0E87340F-8D59-49FB-9783-E3B0D9DC74C2}" sibTransId="{C0E5EE23-330C-497D-BF22-083ABAF412BF}"/>
    <dgm:cxn modelId="{4D5FAA2E-56DE-49A1-A243-C0DCA2797309}" srcId="{9A9886A5-EC61-4492-B0B2-00C003CFCCE1}" destId="{9C1366E7-456B-4846-A020-EC4CC9D81D07}" srcOrd="2" destOrd="0" parTransId="{2800C8BC-BB15-4AF6-BDFD-13650EBC27FC}" sibTransId="{70FB7A2F-6C10-4BD8-AD15-6FB55C1B21A9}"/>
    <dgm:cxn modelId="{4582785C-EA53-450A-A2D1-1ABD8B628CEC}" type="presOf" srcId="{9C1366E7-456B-4846-A020-EC4CC9D81D07}" destId="{AA13EBE9-6543-4D32-96FB-8B7709001F57}" srcOrd="0" destOrd="0" presId="urn:microsoft.com/office/officeart/2018/2/layout/IconVerticalSolidList"/>
    <dgm:cxn modelId="{70DD0C42-9C0C-4C30-BD2A-96C21619ED14}" type="presOf" srcId="{FA08B0E4-79A6-4B88-8982-0488A233F97A}" destId="{D3E434EA-E8AA-426A-876D-809D2FE57ECF}" srcOrd="0" destOrd="0" presId="urn:microsoft.com/office/officeart/2018/2/layout/IconVerticalSolidList"/>
    <dgm:cxn modelId="{7A0E5F66-5425-4406-AE9B-B667ADAE7884}" srcId="{9A9886A5-EC61-4492-B0B2-00C003CFCCE1}" destId="{570D2A2B-ED70-4E07-8366-37C6B5A32348}" srcOrd="5" destOrd="0" parTransId="{8D038FCC-8700-48B5-BAC3-1A03355DBF48}" sibTransId="{646C1CEA-09C5-4F83-8D36-0EE307D7ED17}"/>
    <dgm:cxn modelId="{80F9086B-D66F-4AE0-99AF-30C4F585A9F6}" srcId="{9A9886A5-EC61-4492-B0B2-00C003CFCCE1}" destId="{33ED08E2-CCEB-4D9C-BA38-F8298B6CF165}" srcOrd="3" destOrd="0" parTransId="{452C3DE7-BF76-4849-AB8C-13EB3232720D}" sibTransId="{C0ED09E4-736A-4D3D-BCDE-5177B198AF7F}"/>
    <dgm:cxn modelId="{7357D36E-D164-4697-A1AB-1DBF6272A46B}" type="presOf" srcId="{118B9EF3-E282-4F5D-809B-D523F244358D}" destId="{D5091313-AC0C-44A8-89D0-27E8116A9899}" srcOrd="0" destOrd="0" presId="urn:microsoft.com/office/officeart/2018/2/layout/IconVerticalSolidList"/>
    <dgm:cxn modelId="{3A176354-9481-46A1-BFAF-7A1BA3684001}" srcId="{9A9886A5-EC61-4492-B0B2-00C003CFCCE1}" destId="{118B9EF3-E282-4F5D-809B-D523F244358D}" srcOrd="7" destOrd="0" parTransId="{9E770C4C-786B-401F-8E9D-D6CCFA896A0C}" sibTransId="{06F3D179-4F41-4A64-8771-5DA35986DEF1}"/>
    <dgm:cxn modelId="{E4FEAF76-666D-4D43-8F66-67347F07D219}" type="presOf" srcId="{FEC5CFD9-0B11-4874-A37C-BA92C320D8A6}" destId="{58A4B4AE-7BC6-4B99-8502-CE1E81A4F224}" srcOrd="0" destOrd="0" presId="urn:microsoft.com/office/officeart/2018/2/layout/IconVerticalSolidList"/>
    <dgm:cxn modelId="{21C8A088-C244-48D2-986C-30FB3E0656AE}" srcId="{9A9886A5-EC61-4492-B0B2-00C003CFCCE1}" destId="{A169CD87-0B86-44D4-BD24-E876C3B57BD6}" srcOrd="4" destOrd="0" parTransId="{F08493D5-A19D-41A7-AF23-DF20FF012003}" sibTransId="{97126D5E-03E3-4D9E-9A12-53335E2758FE}"/>
    <dgm:cxn modelId="{567F669E-4FD6-4120-BE51-ED80CA0A237B}" type="presOf" srcId="{3794CD5A-5819-4F10-B88D-0572A3C89F58}" destId="{21781427-9655-4B62-8421-6854E9122FB0}" srcOrd="0" destOrd="0" presId="urn:microsoft.com/office/officeart/2018/2/layout/IconVerticalSolidList"/>
    <dgm:cxn modelId="{A94D97A2-484E-4BEE-876D-80B0E85AF311}" type="presOf" srcId="{A169CD87-0B86-44D4-BD24-E876C3B57BD6}" destId="{DA7A7EAF-9EC4-4894-9B6D-A77B681DD5F6}" srcOrd="0" destOrd="0" presId="urn:microsoft.com/office/officeart/2018/2/layout/IconVerticalSolidList"/>
    <dgm:cxn modelId="{42CF79A7-6441-4DB6-85D7-2F3B570DC669}" type="presOf" srcId="{9A9886A5-EC61-4492-B0B2-00C003CFCCE1}" destId="{22C03A81-EF56-4D00-9772-19F7878674BC}" srcOrd="0" destOrd="0" presId="urn:microsoft.com/office/officeart/2018/2/layout/IconVerticalSolidList"/>
    <dgm:cxn modelId="{20B6FFD5-34B0-480E-A7EC-567987E12D2A}" type="presOf" srcId="{570D2A2B-ED70-4E07-8366-37C6B5A32348}" destId="{2528703E-B16C-4BC0-AFC4-BDE5FFFB1942}" srcOrd="0" destOrd="0" presId="urn:microsoft.com/office/officeart/2018/2/layout/IconVerticalSolidList"/>
    <dgm:cxn modelId="{32E984E5-D556-4315-A548-DE86073A7145}" type="presOf" srcId="{33ED08E2-CCEB-4D9C-BA38-F8298B6CF165}" destId="{133CCD5E-59C8-4C1A-9E2D-A5CDC2AA78F9}" srcOrd="0" destOrd="0" presId="urn:microsoft.com/office/officeart/2018/2/layout/IconVerticalSolidList"/>
    <dgm:cxn modelId="{CC23E5E8-80F3-4693-9AC1-440A641E9278}" srcId="{9A9886A5-EC61-4492-B0B2-00C003CFCCE1}" destId="{FEC5CFD9-0B11-4874-A37C-BA92C320D8A6}" srcOrd="1" destOrd="0" parTransId="{82AA16BC-3102-4CE5-8464-10A0F789F72E}" sibTransId="{2104FB5F-F289-4990-81B5-AFF884ADAE0B}"/>
    <dgm:cxn modelId="{327140FC-D043-46B0-A584-43BAC1ADC967}" srcId="{9A9886A5-EC61-4492-B0B2-00C003CFCCE1}" destId="{FA08B0E4-79A6-4B88-8982-0488A233F97A}" srcOrd="0" destOrd="0" parTransId="{AE87CC8B-0E5C-4628-BB13-E58AF5411E0A}" sibTransId="{9BAF139B-9A48-4CD0-8668-2D71F89DEF0E}"/>
    <dgm:cxn modelId="{A9CD3761-0946-4814-9D34-1BDEEBD90069}" type="presParOf" srcId="{22C03A81-EF56-4D00-9772-19F7878674BC}" destId="{BFE33C16-E8DA-4851-9F5A-8D6B13B62A50}" srcOrd="0" destOrd="0" presId="urn:microsoft.com/office/officeart/2018/2/layout/IconVerticalSolidList"/>
    <dgm:cxn modelId="{16591F23-3D83-4AA3-AE87-DAEC98FF53EC}" type="presParOf" srcId="{BFE33C16-E8DA-4851-9F5A-8D6B13B62A50}" destId="{9C8DAE49-1211-4B26-AC4E-8878AB250244}" srcOrd="0" destOrd="0" presId="urn:microsoft.com/office/officeart/2018/2/layout/IconVerticalSolidList"/>
    <dgm:cxn modelId="{3F8B2BCD-A6A7-4F2E-8470-7B3BF5F99D87}" type="presParOf" srcId="{BFE33C16-E8DA-4851-9F5A-8D6B13B62A50}" destId="{16F249BB-94A5-403A-96CE-D714772461A1}" srcOrd="1" destOrd="0" presId="urn:microsoft.com/office/officeart/2018/2/layout/IconVerticalSolidList"/>
    <dgm:cxn modelId="{DE6D3534-F299-4AF9-A053-A3A79D7C43B3}" type="presParOf" srcId="{BFE33C16-E8DA-4851-9F5A-8D6B13B62A50}" destId="{57D1F6A3-EE52-4760-8F6E-174F4B7F3D10}" srcOrd="2" destOrd="0" presId="urn:microsoft.com/office/officeart/2018/2/layout/IconVerticalSolidList"/>
    <dgm:cxn modelId="{7496445A-B355-40CF-997D-8DD3BC01080C}" type="presParOf" srcId="{BFE33C16-E8DA-4851-9F5A-8D6B13B62A50}" destId="{D3E434EA-E8AA-426A-876D-809D2FE57ECF}" srcOrd="3" destOrd="0" presId="urn:microsoft.com/office/officeart/2018/2/layout/IconVerticalSolidList"/>
    <dgm:cxn modelId="{A831B58D-B9F1-40A3-9C1B-9A06334F61CF}" type="presParOf" srcId="{22C03A81-EF56-4D00-9772-19F7878674BC}" destId="{A8D2D060-E0FF-47D2-AB06-6086C1F8C50C}" srcOrd="1" destOrd="0" presId="urn:microsoft.com/office/officeart/2018/2/layout/IconVerticalSolidList"/>
    <dgm:cxn modelId="{3970E4C0-7B40-463C-9274-E755E7584DD4}" type="presParOf" srcId="{22C03A81-EF56-4D00-9772-19F7878674BC}" destId="{AFEA48CF-1646-4FA7-916A-A4AC3AF45E3A}" srcOrd="2" destOrd="0" presId="urn:microsoft.com/office/officeart/2018/2/layout/IconVerticalSolidList"/>
    <dgm:cxn modelId="{CF2D3DC9-CF48-483E-93CF-034030EDC96E}" type="presParOf" srcId="{AFEA48CF-1646-4FA7-916A-A4AC3AF45E3A}" destId="{1197A88A-0FFE-4230-AB86-33D333C179B6}" srcOrd="0" destOrd="0" presId="urn:microsoft.com/office/officeart/2018/2/layout/IconVerticalSolidList"/>
    <dgm:cxn modelId="{EFAB5D26-3097-449F-BA90-CF36D7F7B82F}" type="presParOf" srcId="{AFEA48CF-1646-4FA7-916A-A4AC3AF45E3A}" destId="{241CDA9F-7FF5-4AFA-A3CF-AB6A66A3C938}" srcOrd="1" destOrd="0" presId="urn:microsoft.com/office/officeart/2018/2/layout/IconVerticalSolidList"/>
    <dgm:cxn modelId="{838DADA8-1B5A-4254-ACDD-0F3D626F7B56}" type="presParOf" srcId="{AFEA48CF-1646-4FA7-916A-A4AC3AF45E3A}" destId="{4223B28E-1AC9-42DC-BBD3-484AAA1DF66A}" srcOrd="2" destOrd="0" presId="urn:microsoft.com/office/officeart/2018/2/layout/IconVerticalSolidList"/>
    <dgm:cxn modelId="{A149ED6A-16E6-4EC3-947D-41A3E58941AE}" type="presParOf" srcId="{AFEA48CF-1646-4FA7-916A-A4AC3AF45E3A}" destId="{58A4B4AE-7BC6-4B99-8502-CE1E81A4F224}" srcOrd="3" destOrd="0" presId="urn:microsoft.com/office/officeart/2018/2/layout/IconVerticalSolidList"/>
    <dgm:cxn modelId="{FFB09B18-3876-49B0-95B9-1357763C32A4}" type="presParOf" srcId="{22C03A81-EF56-4D00-9772-19F7878674BC}" destId="{EB7783E9-2B73-42A5-AB88-0A1CF8DA0AA1}" srcOrd="3" destOrd="0" presId="urn:microsoft.com/office/officeart/2018/2/layout/IconVerticalSolidList"/>
    <dgm:cxn modelId="{A354E03C-0584-4DF9-89DC-A7CFA609714C}" type="presParOf" srcId="{22C03A81-EF56-4D00-9772-19F7878674BC}" destId="{96B87062-AF0B-474A-BD07-BF4CDC721079}" srcOrd="4" destOrd="0" presId="urn:microsoft.com/office/officeart/2018/2/layout/IconVerticalSolidList"/>
    <dgm:cxn modelId="{F1A2ABB1-5665-4C1B-97E8-B35ADCE39531}" type="presParOf" srcId="{96B87062-AF0B-474A-BD07-BF4CDC721079}" destId="{E1615E2F-8FC4-4692-9320-D7C0DFD03575}" srcOrd="0" destOrd="0" presId="urn:microsoft.com/office/officeart/2018/2/layout/IconVerticalSolidList"/>
    <dgm:cxn modelId="{72DE8BDD-B067-4838-96EB-B5D9FEB7BA89}" type="presParOf" srcId="{96B87062-AF0B-474A-BD07-BF4CDC721079}" destId="{14FF0D32-CD8A-4255-B83D-61BFB2D436AB}" srcOrd="1" destOrd="0" presId="urn:microsoft.com/office/officeart/2018/2/layout/IconVerticalSolidList"/>
    <dgm:cxn modelId="{0D7EE767-FE22-4FD2-972B-8557B6964F03}" type="presParOf" srcId="{96B87062-AF0B-474A-BD07-BF4CDC721079}" destId="{2D2A8FFA-21F0-4DED-BDA7-C19F6FCE6330}" srcOrd="2" destOrd="0" presId="urn:microsoft.com/office/officeart/2018/2/layout/IconVerticalSolidList"/>
    <dgm:cxn modelId="{A401D1F6-32EE-4C46-8322-B8D014B2652D}" type="presParOf" srcId="{96B87062-AF0B-474A-BD07-BF4CDC721079}" destId="{AA13EBE9-6543-4D32-96FB-8B7709001F57}" srcOrd="3" destOrd="0" presId="urn:microsoft.com/office/officeart/2018/2/layout/IconVerticalSolidList"/>
    <dgm:cxn modelId="{BEEEA69A-77FA-42F5-AE04-188F49C1C237}" type="presParOf" srcId="{22C03A81-EF56-4D00-9772-19F7878674BC}" destId="{600C17FC-0187-4814-AC4C-12E71238CB39}" srcOrd="5" destOrd="0" presId="urn:microsoft.com/office/officeart/2018/2/layout/IconVerticalSolidList"/>
    <dgm:cxn modelId="{561A824D-FFB2-4351-A1F9-C28C453B754D}" type="presParOf" srcId="{22C03A81-EF56-4D00-9772-19F7878674BC}" destId="{3ABBF83F-CB12-4311-B3A8-4D9026A36600}" srcOrd="6" destOrd="0" presId="urn:microsoft.com/office/officeart/2018/2/layout/IconVerticalSolidList"/>
    <dgm:cxn modelId="{E8D34ABE-FC01-4EE0-A6FE-11B11B612A60}" type="presParOf" srcId="{3ABBF83F-CB12-4311-B3A8-4D9026A36600}" destId="{B198DAFC-1A3F-4757-B375-7D4F047A6B49}" srcOrd="0" destOrd="0" presId="urn:microsoft.com/office/officeart/2018/2/layout/IconVerticalSolidList"/>
    <dgm:cxn modelId="{1E93F704-088F-456D-834F-46866294C653}" type="presParOf" srcId="{3ABBF83F-CB12-4311-B3A8-4D9026A36600}" destId="{A07A5F0F-28FB-4B23-851D-EA54268EBB7E}" srcOrd="1" destOrd="0" presId="urn:microsoft.com/office/officeart/2018/2/layout/IconVerticalSolidList"/>
    <dgm:cxn modelId="{0BC97ABA-FE44-4A28-AD66-DBA30CA024F8}" type="presParOf" srcId="{3ABBF83F-CB12-4311-B3A8-4D9026A36600}" destId="{CA73A4A5-576A-4682-90C8-43E8446506A9}" srcOrd="2" destOrd="0" presId="urn:microsoft.com/office/officeart/2018/2/layout/IconVerticalSolidList"/>
    <dgm:cxn modelId="{B50462F7-1967-44E9-95F4-F823BAF30F96}" type="presParOf" srcId="{3ABBF83F-CB12-4311-B3A8-4D9026A36600}" destId="{133CCD5E-59C8-4C1A-9E2D-A5CDC2AA78F9}" srcOrd="3" destOrd="0" presId="urn:microsoft.com/office/officeart/2018/2/layout/IconVerticalSolidList"/>
    <dgm:cxn modelId="{257A5892-E3C2-44B3-A323-307FDE57FF3E}" type="presParOf" srcId="{22C03A81-EF56-4D00-9772-19F7878674BC}" destId="{7CDCD337-6B78-4550-ADC4-6FBEF062EAD7}" srcOrd="7" destOrd="0" presId="urn:microsoft.com/office/officeart/2018/2/layout/IconVerticalSolidList"/>
    <dgm:cxn modelId="{EAF4BE84-3C4C-4192-B8F9-54BFAF4EC6A6}" type="presParOf" srcId="{22C03A81-EF56-4D00-9772-19F7878674BC}" destId="{F4A8DA86-116A-48B9-85D1-C93DF3524D8D}" srcOrd="8" destOrd="0" presId="urn:microsoft.com/office/officeart/2018/2/layout/IconVerticalSolidList"/>
    <dgm:cxn modelId="{9FE0C9AB-364A-419E-8792-B665A8041E94}" type="presParOf" srcId="{F4A8DA86-116A-48B9-85D1-C93DF3524D8D}" destId="{D932C240-E4B3-4420-A32C-CA42D4C934DD}" srcOrd="0" destOrd="0" presId="urn:microsoft.com/office/officeart/2018/2/layout/IconVerticalSolidList"/>
    <dgm:cxn modelId="{B7DE399A-B4A1-4F78-86D9-35BE9AA94ACF}" type="presParOf" srcId="{F4A8DA86-116A-48B9-85D1-C93DF3524D8D}" destId="{54734B31-6519-447D-981B-0C932F291867}" srcOrd="1" destOrd="0" presId="urn:microsoft.com/office/officeart/2018/2/layout/IconVerticalSolidList"/>
    <dgm:cxn modelId="{2A74AB68-B3AA-4B8B-B408-96746E8948C3}" type="presParOf" srcId="{F4A8DA86-116A-48B9-85D1-C93DF3524D8D}" destId="{D0EC596F-7D13-4AF2-BDD3-A6CF640CA962}" srcOrd="2" destOrd="0" presId="urn:microsoft.com/office/officeart/2018/2/layout/IconVerticalSolidList"/>
    <dgm:cxn modelId="{E5BA74C1-2D8F-4F83-B3D7-C0B215587C27}" type="presParOf" srcId="{F4A8DA86-116A-48B9-85D1-C93DF3524D8D}" destId="{DA7A7EAF-9EC4-4894-9B6D-A77B681DD5F6}" srcOrd="3" destOrd="0" presId="urn:microsoft.com/office/officeart/2018/2/layout/IconVerticalSolidList"/>
    <dgm:cxn modelId="{F240E953-396B-4B1E-B4F2-647A5A9E784A}" type="presParOf" srcId="{22C03A81-EF56-4D00-9772-19F7878674BC}" destId="{7164A6BA-CD58-4592-8127-6DCE913DB5DB}" srcOrd="9" destOrd="0" presId="urn:microsoft.com/office/officeart/2018/2/layout/IconVerticalSolidList"/>
    <dgm:cxn modelId="{35EAAD83-B9B8-41BE-8202-32224D79C2D2}" type="presParOf" srcId="{22C03A81-EF56-4D00-9772-19F7878674BC}" destId="{4F3C76D9-0DA5-4A1E-BBA9-5DC5460D4ACB}" srcOrd="10" destOrd="0" presId="urn:microsoft.com/office/officeart/2018/2/layout/IconVerticalSolidList"/>
    <dgm:cxn modelId="{FB45A189-AF8A-4FE1-868B-874B6AD95DC9}" type="presParOf" srcId="{4F3C76D9-0DA5-4A1E-BBA9-5DC5460D4ACB}" destId="{4169B2EC-7A92-4380-8226-FF7929D08CEF}" srcOrd="0" destOrd="0" presId="urn:microsoft.com/office/officeart/2018/2/layout/IconVerticalSolidList"/>
    <dgm:cxn modelId="{00FD63A7-DC87-45D0-B339-EAD4517451BE}" type="presParOf" srcId="{4F3C76D9-0DA5-4A1E-BBA9-5DC5460D4ACB}" destId="{467AA700-6F77-412F-A644-7619A1DC8BCC}" srcOrd="1" destOrd="0" presId="urn:microsoft.com/office/officeart/2018/2/layout/IconVerticalSolidList"/>
    <dgm:cxn modelId="{AEE8F919-FA03-4012-AA6C-976EBBA97526}" type="presParOf" srcId="{4F3C76D9-0DA5-4A1E-BBA9-5DC5460D4ACB}" destId="{BF1CF91C-1CEC-4804-BA62-EF91433BCC91}" srcOrd="2" destOrd="0" presId="urn:microsoft.com/office/officeart/2018/2/layout/IconVerticalSolidList"/>
    <dgm:cxn modelId="{BCECB50A-37CA-46C5-9730-1982D0EF0E1A}" type="presParOf" srcId="{4F3C76D9-0DA5-4A1E-BBA9-5DC5460D4ACB}" destId="{2528703E-B16C-4BC0-AFC4-BDE5FFFB1942}" srcOrd="3" destOrd="0" presId="urn:microsoft.com/office/officeart/2018/2/layout/IconVerticalSolidList"/>
    <dgm:cxn modelId="{ED013FD7-F5C8-40CC-949D-0758E2EA847F}" type="presParOf" srcId="{22C03A81-EF56-4D00-9772-19F7878674BC}" destId="{72EDC28A-7D44-4BAA-B43A-E26B653981C5}" srcOrd="11" destOrd="0" presId="urn:microsoft.com/office/officeart/2018/2/layout/IconVerticalSolidList"/>
    <dgm:cxn modelId="{4FA69333-5AD6-48D4-B732-2D92DE7F9EEC}" type="presParOf" srcId="{22C03A81-EF56-4D00-9772-19F7878674BC}" destId="{FD09DF48-EF37-4370-915D-B96662B6F0CC}" srcOrd="12" destOrd="0" presId="urn:microsoft.com/office/officeart/2018/2/layout/IconVerticalSolidList"/>
    <dgm:cxn modelId="{945DB13A-8111-4A12-A14D-8DF68D48C903}" type="presParOf" srcId="{FD09DF48-EF37-4370-915D-B96662B6F0CC}" destId="{04C91FEE-2750-406F-9ADA-36592C43A326}" srcOrd="0" destOrd="0" presId="urn:microsoft.com/office/officeart/2018/2/layout/IconVerticalSolidList"/>
    <dgm:cxn modelId="{FBA13A3B-E10F-4ECC-ADAC-FF47A6E74E0F}" type="presParOf" srcId="{FD09DF48-EF37-4370-915D-B96662B6F0CC}" destId="{B858FB3F-0694-4E99-B78F-C0E2E8FBCA25}" srcOrd="1" destOrd="0" presId="urn:microsoft.com/office/officeart/2018/2/layout/IconVerticalSolidList"/>
    <dgm:cxn modelId="{FBF88C56-3BB2-4B60-BDB1-E0368D7F8278}" type="presParOf" srcId="{FD09DF48-EF37-4370-915D-B96662B6F0CC}" destId="{F331D0D1-83FF-4EE3-BF08-99E2A516B079}" srcOrd="2" destOrd="0" presId="urn:microsoft.com/office/officeart/2018/2/layout/IconVerticalSolidList"/>
    <dgm:cxn modelId="{97501D5C-6DA8-42CD-8328-C5D42D4565EC}" type="presParOf" srcId="{FD09DF48-EF37-4370-915D-B96662B6F0CC}" destId="{21781427-9655-4B62-8421-6854E9122FB0}" srcOrd="3" destOrd="0" presId="urn:microsoft.com/office/officeart/2018/2/layout/IconVerticalSolidList"/>
    <dgm:cxn modelId="{5E5369A4-F91B-45F1-99B3-B9A3900E0891}" type="presParOf" srcId="{22C03A81-EF56-4D00-9772-19F7878674BC}" destId="{C7EB1470-6568-4A70-9780-3A0C42A7DDE2}" srcOrd="13" destOrd="0" presId="urn:microsoft.com/office/officeart/2018/2/layout/IconVerticalSolidList"/>
    <dgm:cxn modelId="{6B62BD1A-3CC9-465B-AFF3-5985620EF039}" type="presParOf" srcId="{22C03A81-EF56-4D00-9772-19F7878674BC}" destId="{53378A91-480F-4B46-B623-E08B775A41BF}" srcOrd="14" destOrd="0" presId="urn:microsoft.com/office/officeart/2018/2/layout/IconVerticalSolidList"/>
    <dgm:cxn modelId="{59D96C26-3F78-433B-9A71-D98225D8827A}" type="presParOf" srcId="{53378A91-480F-4B46-B623-E08B775A41BF}" destId="{F6EABA78-8D57-4841-843C-1AFA17B46296}" srcOrd="0" destOrd="0" presId="urn:microsoft.com/office/officeart/2018/2/layout/IconVerticalSolidList"/>
    <dgm:cxn modelId="{8DCAC288-CC5B-42A5-8583-3A09879A1CEB}" type="presParOf" srcId="{53378A91-480F-4B46-B623-E08B775A41BF}" destId="{295716E6-18D3-4C5A-BECD-F4BDD1AA15AF}" srcOrd="1" destOrd="0" presId="urn:microsoft.com/office/officeart/2018/2/layout/IconVerticalSolidList"/>
    <dgm:cxn modelId="{16D8D12C-EDC3-45CA-8150-674E453EF7C2}" type="presParOf" srcId="{53378A91-480F-4B46-B623-E08B775A41BF}" destId="{03E5052A-420B-40BD-95DA-A8BE0F0500DC}" srcOrd="2" destOrd="0" presId="urn:microsoft.com/office/officeart/2018/2/layout/IconVerticalSolidList"/>
    <dgm:cxn modelId="{EEE850FD-F1A2-4F2D-8B00-3FC63B563EB7}" type="presParOf" srcId="{53378A91-480F-4B46-B623-E08B775A41BF}" destId="{D5091313-AC0C-44A8-89D0-27E8116A989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8DAE49-1211-4B26-AC4E-8878AB250244}">
      <dsp:nvSpPr>
        <dsp:cNvPr id="0" name=""/>
        <dsp:cNvSpPr/>
      </dsp:nvSpPr>
      <dsp:spPr>
        <a:xfrm>
          <a:off x="0" y="671"/>
          <a:ext cx="6263640" cy="564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249BB-94A5-403A-96CE-D714772461A1}">
      <dsp:nvSpPr>
        <dsp:cNvPr id="0" name=""/>
        <dsp:cNvSpPr/>
      </dsp:nvSpPr>
      <dsp:spPr>
        <a:xfrm>
          <a:off x="170744" y="127672"/>
          <a:ext cx="310445" cy="3104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434EA-E8AA-426A-876D-809D2FE57ECF}">
      <dsp:nvSpPr>
        <dsp:cNvPr id="0" name=""/>
        <dsp:cNvSpPr/>
      </dsp:nvSpPr>
      <dsp:spPr>
        <a:xfrm>
          <a:off x="651934" y="671"/>
          <a:ext cx="5611705" cy="564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7" tIns="59737" rIns="59737" bIns="597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Learn to program in Python, HTML, CSS, JavaScript</a:t>
          </a:r>
          <a:endParaRPr lang="en-US" sz="1600" kern="1200"/>
        </a:p>
      </dsp:txBody>
      <dsp:txXfrm>
        <a:off x="651934" y="671"/>
        <a:ext cx="5611705" cy="564445"/>
      </dsp:txXfrm>
    </dsp:sp>
    <dsp:sp modelId="{1197A88A-0FFE-4230-AB86-33D333C179B6}">
      <dsp:nvSpPr>
        <dsp:cNvPr id="0" name=""/>
        <dsp:cNvSpPr/>
      </dsp:nvSpPr>
      <dsp:spPr>
        <a:xfrm>
          <a:off x="0" y="706228"/>
          <a:ext cx="6263640" cy="564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CDA9F-7FF5-4AFA-A3CF-AB6A66A3C938}">
      <dsp:nvSpPr>
        <dsp:cNvPr id="0" name=""/>
        <dsp:cNvSpPr/>
      </dsp:nvSpPr>
      <dsp:spPr>
        <a:xfrm>
          <a:off x="170744" y="833229"/>
          <a:ext cx="310445" cy="3104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4B4AE-7BC6-4B99-8502-CE1E81A4F224}">
      <dsp:nvSpPr>
        <dsp:cNvPr id="0" name=""/>
        <dsp:cNvSpPr/>
      </dsp:nvSpPr>
      <dsp:spPr>
        <a:xfrm>
          <a:off x="651934" y="706228"/>
          <a:ext cx="5611705" cy="564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7" tIns="59737" rIns="59737" bIns="597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Use a Micro:Bit – embedded systems </a:t>
          </a:r>
          <a:endParaRPr lang="en-US" sz="1600" kern="1200"/>
        </a:p>
      </dsp:txBody>
      <dsp:txXfrm>
        <a:off x="651934" y="706228"/>
        <a:ext cx="5611705" cy="564445"/>
      </dsp:txXfrm>
    </dsp:sp>
    <dsp:sp modelId="{E1615E2F-8FC4-4692-9320-D7C0DFD03575}">
      <dsp:nvSpPr>
        <dsp:cNvPr id="0" name=""/>
        <dsp:cNvSpPr/>
      </dsp:nvSpPr>
      <dsp:spPr>
        <a:xfrm>
          <a:off x="0" y="1411785"/>
          <a:ext cx="6263640" cy="564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FF0D32-CD8A-4255-B83D-61BFB2D436AB}">
      <dsp:nvSpPr>
        <dsp:cNvPr id="0" name=""/>
        <dsp:cNvSpPr/>
      </dsp:nvSpPr>
      <dsp:spPr>
        <a:xfrm>
          <a:off x="170744" y="1538786"/>
          <a:ext cx="310445" cy="3104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3EBE9-6543-4D32-96FB-8B7709001F57}">
      <dsp:nvSpPr>
        <dsp:cNvPr id="0" name=""/>
        <dsp:cNvSpPr/>
      </dsp:nvSpPr>
      <dsp:spPr>
        <a:xfrm>
          <a:off x="651934" y="1411785"/>
          <a:ext cx="5611705" cy="564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7" tIns="59737" rIns="59737" bIns="597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Data Analytics &amp; Modelling</a:t>
          </a:r>
          <a:endParaRPr lang="en-US" sz="1600" kern="1200"/>
        </a:p>
      </dsp:txBody>
      <dsp:txXfrm>
        <a:off x="651934" y="1411785"/>
        <a:ext cx="5611705" cy="564445"/>
      </dsp:txXfrm>
    </dsp:sp>
    <dsp:sp modelId="{B198DAFC-1A3F-4757-B375-7D4F047A6B49}">
      <dsp:nvSpPr>
        <dsp:cNvPr id="0" name=""/>
        <dsp:cNvSpPr/>
      </dsp:nvSpPr>
      <dsp:spPr>
        <a:xfrm>
          <a:off x="0" y="2117342"/>
          <a:ext cx="6263640" cy="564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7A5F0F-28FB-4B23-851D-EA54268EBB7E}">
      <dsp:nvSpPr>
        <dsp:cNvPr id="0" name=""/>
        <dsp:cNvSpPr/>
      </dsp:nvSpPr>
      <dsp:spPr>
        <a:xfrm>
          <a:off x="170744" y="2244343"/>
          <a:ext cx="310445" cy="3104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CCD5E-59C8-4C1A-9E2D-A5CDC2AA78F9}">
      <dsp:nvSpPr>
        <dsp:cNvPr id="0" name=""/>
        <dsp:cNvSpPr/>
      </dsp:nvSpPr>
      <dsp:spPr>
        <a:xfrm>
          <a:off x="651934" y="2117342"/>
          <a:ext cx="5611705" cy="564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7" tIns="59737" rIns="59737" bIns="597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A History of Computer Science</a:t>
          </a:r>
          <a:endParaRPr lang="en-US" sz="1600" kern="1200"/>
        </a:p>
      </dsp:txBody>
      <dsp:txXfrm>
        <a:off x="651934" y="2117342"/>
        <a:ext cx="5611705" cy="564445"/>
      </dsp:txXfrm>
    </dsp:sp>
    <dsp:sp modelId="{D932C240-E4B3-4420-A32C-CA42D4C934DD}">
      <dsp:nvSpPr>
        <dsp:cNvPr id="0" name=""/>
        <dsp:cNvSpPr/>
      </dsp:nvSpPr>
      <dsp:spPr>
        <a:xfrm>
          <a:off x="0" y="2822899"/>
          <a:ext cx="6263640" cy="564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734B31-6519-447D-981B-0C932F291867}">
      <dsp:nvSpPr>
        <dsp:cNvPr id="0" name=""/>
        <dsp:cNvSpPr/>
      </dsp:nvSpPr>
      <dsp:spPr>
        <a:xfrm>
          <a:off x="170744" y="2949899"/>
          <a:ext cx="310445" cy="3104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A7EAF-9EC4-4894-9B6D-A77B681DD5F6}">
      <dsp:nvSpPr>
        <dsp:cNvPr id="0" name=""/>
        <dsp:cNvSpPr/>
      </dsp:nvSpPr>
      <dsp:spPr>
        <a:xfrm>
          <a:off x="651934" y="2822899"/>
          <a:ext cx="5611705" cy="564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7" tIns="59737" rIns="59737" bIns="597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Computer System (Hardware &amp; Software)</a:t>
          </a:r>
          <a:endParaRPr lang="en-US" sz="1600" kern="1200"/>
        </a:p>
      </dsp:txBody>
      <dsp:txXfrm>
        <a:off x="651934" y="2822899"/>
        <a:ext cx="5611705" cy="564445"/>
      </dsp:txXfrm>
    </dsp:sp>
    <dsp:sp modelId="{4169B2EC-7A92-4380-8226-FF7929D08CEF}">
      <dsp:nvSpPr>
        <dsp:cNvPr id="0" name=""/>
        <dsp:cNvSpPr/>
      </dsp:nvSpPr>
      <dsp:spPr>
        <a:xfrm>
          <a:off x="0" y="3528456"/>
          <a:ext cx="6263640" cy="564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7AA700-6F77-412F-A644-7619A1DC8BCC}">
      <dsp:nvSpPr>
        <dsp:cNvPr id="0" name=""/>
        <dsp:cNvSpPr/>
      </dsp:nvSpPr>
      <dsp:spPr>
        <a:xfrm>
          <a:off x="170744" y="3655456"/>
          <a:ext cx="310445" cy="3104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8703E-B16C-4BC0-AFC4-BDE5FFFB1942}">
      <dsp:nvSpPr>
        <dsp:cNvPr id="0" name=""/>
        <dsp:cNvSpPr/>
      </dsp:nvSpPr>
      <dsp:spPr>
        <a:xfrm>
          <a:off x="651934" y="3528456"/>
          <a:ext cx="5611705" cy="564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7" tIns="59737" rIns="59737" bIns="597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Computational Thinking</a:t>
          </a:r>
          <a:endParaRPr lang="en-US" sz="1600" kern="1200"/>
        </a:p>
      </dsp:txBody>
      <dsp:txXfrm>
        <a:off x="651934" y="3528456"/>
        <a:ext cx="5611705" cy="564445"/>
      </dsp:txXfrm>
    </dsp:sp>
    <dsp:sp modelId="{04C91FEE-2750-406F-9ADA-36592C43A326}">
      <dsp:nvSpPr>
        <dsp:cNvPr id="0" name=""/>
        <dsp:cNvSpPr/>
      </dsp:nvSpPr>
      <dsp:spPr>
        <a:xfrm>
          <a:off x="0" y="4234013"/>
          <a:ext cx="6263640" cy="564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58FB3F-0694-4E99-B78F-C0E2E8FBCA25}">
      <dsp:nvSpPr>
        <dsp:cNvPr id="0" name=""/>
        <dsp:cNvSpPr/>
      </dsp:nvSpPr>
      <dsp:spPr>
        <a:xfrm>
          <a:off x="170744" y="4361013"/>
          <a:ext cx="310445" cy="31044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81427-9655-4B62-8421-6854E9122FB0}">
      <dsp:nvSpPr>
        <dsp:cNvPr id="0" name=""/>
        <dsp:cNvSpPr/>
      </dsp:nvSpPr>
      <dsp:spPr>
        <a:xfrm>
          <a:off x="651934" y="4234013"/>
          <a:ext cx="5611705" cy="564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7" tIns="59737" rIns="59737" bIns="597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The development of software</a:t>
          </a:r>
          <a:endParaRPr lang="en-US" sz="1600" kern="1200"/>
        </a:p>
      </dsp:txBody>
      <dsp:txXfrm>
        <a:off x="651934" y="4234013"/>
        <a:ext cx="5611705" cy="564445"/>
      </dsp:txXfrm>
    </dsp:sp>
    <dsp:sp modelId="{F6EABA78-8D57-4841-843C-1AFA17B46296}">
      <dsp:nvSpPr>
        <dsp:cNvPr id="0" name=""/>
        <dsp:cNvSpPr/>
      </dsp:nvSpPr>
      <dsp:spPr>
        <a:xfrm>
          <a:off x="0" y="4939570"/>
          <a:ext cx="6263640" cy="564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716E6-18D3-4C5A-BECD-F4BDD1AA15AF}">
      <dsp:nvSpPr>
        <dsp:cNvPr id="0" name=""/>
        <dsp:cNvSpPr/>
      </dsp:nvSpPr>
      <dsp:spPr>
        <a:xfrm>
          <a:off x="170744" y="5066570"/>
          <a:ext cx="310445" cy="310445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091313-AC0C-44A8-89D0-27E8116A9899}">
      <dsp:nvSpPr>
        <dsp:cNvPr id="0" name=""/>
        <dsp:cNvSpPr/>
      </dsp:nvSpPr>
      <dsp:spPr>
        <a:xfrm>
          <a:off x="651934" y="4939570"/>
          <a:ext cx="5611705" cy="564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7" tIns="59737" rIns="59737" bIns="597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Databases</a:t>
          </a:r>
          <a:endParaRPr lang="en-US" sz="1600" kern="1200"/>
        </a:p>
      </dsp:txBody>
      <dsp:txXfrm>
        <a:off x="651934" y="4939570"/>
        <a:ext cx="5611705" cy="564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7D91A-2882-4780-ADF0-F29C6C20B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457A9-728A-47BC-A63F-D91AC08E4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83CE1-6445-4703-B171-F05348B8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B4C0-7038-4D87-8B56-88942C09347C}" type="datetimeFigureOut">
              <a:rPr lang="en-IE" smtClean="0"/>
              <a:t>30/08/2022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13E9F-F9CE-4B60-B9E0-41B6C86D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19597-93D3-44C6-8BC0-2C3B3B9E3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1B98-FC15-4374-BAD2-04CD487D0D2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853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2A826-E68A-4199-889F-20206147D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8D87B-C562-4E10-9640-5BA00116C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A0CE4-88F2-4058-8AFD-3536301C2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B4C0-7038-4D87-8B56-88942C09347C}" type="datetimeFigureOut">
              <a:rPr lang="en-IE" smtClean="0"/>
              <a:t>30/08/2022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9B7E7-D7F5-4F99-AA29-49B946D1B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76CF5-0987-4E61-B017-71358083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1B98-FC15-4374-BAD2-04CD487D0D2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0331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90372-96A0-48AB-9CCA-3488FA1D4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9E8BD-58AA-4049-8420-8CCF28A06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03F98-0FAF-4F66-879B-858DD04E6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B4C0-7038-4D87-8B56-88942C09347C}" type="datetimeFigureOut">
              <a:rPr lang="en-IE" smtClean="0"/>
              <a:t>30/08/2022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E8A31-9956-4228-9DFF-5AF8AED2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6318E-052E-45BB-94C8-F01213F8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1B98-FC15-4374-BAD2-04CD487D0D2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111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EA69-19D8-4CFD-8A1F-CF8C5BC6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62AC9-16E9-4355-94CD-E95E71235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BEFB5-CE4B-4405-BD1D-568392ECD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11405-4158-4EA2-8B25-F257907E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B4C0-7038-4D87-8B56-88942C09347C}" type="datetimeFigureOut">
              <a:rPr lang="en-IE" smtClean="0"/>
              <a:t>30/08/2022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5DEB5-B320-49A5-B6A0-20AF8E134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1B3E2-1139-40D8-ABFB-EA09EC3D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1B98-FC15-4374-BAD2-04CD487D0D2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8447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4B41-4BD7-4CC4-91C1-868EF6A92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84659-88B7-4B8D-8BF5-5A6E76089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575A1-313B-4468-9802-C010BA72C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731607-FE49-40C2-B499-60ED7DAF0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171368-4A9F-4A13-B850-F9045435B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91637D-A6B3-446E-9076-13A439901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B4C0-7038-4D87-8B56-88942C09347C}" type="datetimeFigureOut">
              <a:rPr lang="en-IE" smtClean="0"/>
              <a:t>30/08/2022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65EE3-824C-445A-B346-16984D51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6344B-B065-4649-8FB6-1D2834E0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1B98-FC15-4374-BAD2-04CD487D0D2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138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9106B-00A1-478F-AD3F-87ACDEFC8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8C2C7-E59A-4CC9-A1F3-D63F68977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B4C0-7038-4D87-8B56-88942C09347C}" type="datetimeFigureOut">
              <a:rPr lang="en-IE" smtClean="0"/>
              <a:t>30/08/2022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37DDC-3C4C-470A-B118-B12B56527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48007F-6D53-4DC5-92A0-4E0AD0BF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1B98-FC15-4374-BAD2-04CD487D0D2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7423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64A532-D2E3-4CBA-BB69-3C0A7DE0D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B4C0-7038-4D87-8B56-88942C09347C}" type="datetimeFigureOut">
              <a:rPr lang="en-IE" smtClean="0"/>
              <a:t>30/08/2022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7CAEB-2759-45E1-9FBB-9A802EB5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7246D-02FE-42FD-BC90-21FB0B56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1B98-FC15-4374-BAD2-04CD487D0D2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41961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E8094-360D-47A0-AAA6-45EC90A8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D78A-6D30-4E3F-A83E-AF792AB4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FBAF98-078C-4672-8468-09DBF30F0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5F1CF-7782-422E-8490-AD5D5A0F0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B4C0-7038-4D87-8B56-88942C09347C}" type="datetimeFigureOut">
              <a:rPr lang="en-IE" smtClean="0"/>
              <a:t>30/08/2022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50037-8E63-4979-8C99-5DF3C51B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44364-A610-4F33-8370-3C1D7F1B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1B98-FC15-4374-BAD2-04CD487D0D2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43564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1C37-B983-48CC-BC6E-94FCD3B1F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C1262-D3C4-4DAC-A753-229A079EE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91465-7344-4468-AB8F-DD5ED55E4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7A824-0A80-4210-85B2-734E1B54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B4C0-7038-4D87-8B56-88942C09347C}" type="datetimeFigureOut">
              <a:rPr lang="en-IE" smtClean="0"/>
              <a:t>30/08/2022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6AA34-5C25-437B-983F-1617EE8FC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0C265-09FA-4E64-88B8-57B8FE5A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1B98-FC15-4374-BAD2-04CD487D0D2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079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109D8-6908-4DAA-BE31-269D1FB2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1FB78-F658-4278-9464-D35D60CE1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D537E-65D6-44DE-BEA6-4528FE1F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B4C0-7038-4D87-8B56-88942C09347C}" type="datetimeFigureOut">
              <a:rPr lang="en-IE" smtClean="0"/>
              <a:t>30/08/2022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6B22D-A394-4564-BD92-CBF02536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24060-9961-4098-9F99-2E685491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1B98-FC15-4374-BAD2-04CD487D0D2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2622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12903C-4E8C-45A6-A795-888C20EC4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E0E72-FE9D-4D50-8D44-6273D9D52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02C68-191E-4BC7-B951-DD780CA4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B4C0-7038-4D87-8B56-88942C09347C}" type="datetimeFigureOut">
              <a:rPr lang="en-IE" smtClean="0"/>
              <a:t>30/08/2022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6DB25-71A2-4C7C-9592-8F3335386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79AC4-80B6-41B1-8F23-EB0B8771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71B98-FC15-4374-BAD2-04CD487D0D2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43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519C11-79E5-4B6F-9642-0F58A2BA7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1B711-07D7-4EA5-8B11-713491EDA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79809-E029-483D-BD3F-282B526996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7B4C0-7038-4D87-8B56-88942C09347C}" type="datetimeFigureOut">
              <a:rPr lang="en-IE" smtClean="0"/>
              <a:t>30/08/2022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4524D-E756-4BCE-B200-64A435AC8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0C3FD-7880-44E1-B77F-41481CE94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71B98-FC15-4374-BAD2-04CD487D0D2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90971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PU with binary numbers and blueprint">
            <a:extLst>
              <a:ext uri="{FF2B5EF4-FFF2-40B4-BE49-F238E27FC236}">
                <a16:creationId xmlns:a16="http://schemas.microsoft.com/office/drawing/2014/main" id="{6C8911A6-BAB1-433A-9EA6-0D702B679D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85D874-1B56-42E3-881A-7A0CB2794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IE" sz="9600" dirty="0">
                <a:solidFill>
                  <a:srgbClr val="FFFFFF"/>
                </a:solidFill>
              </a:rPr>
              <a:t>Computer Science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A9F6D-FD8B-472C-A4F8-DB8506665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Autofit/>
          </a:bodyPr>
          <a:lstStyle/>
          <a:p>
            <a:r>
              <a:rPr lang="en-IE" sz="3600" dirty="0">
                <a:solidFill>
                  <a:srgbClr val="FFFFFF"/>
                </a:solidFill>
              </a:rPr>
              <a:t>Introduction to Leaving Cert Computer Science</a:t>
            </a:r>
          </a:p>
          <a:p>
            <a:r>
              <a:rPr lang="en-IE" sz="3600" dirty="0">
                <a:solidFill>
                  <a:srgbClr val="FFFFFF"/>
                </a:solidFill>
              </a:rPr>
              <a:t>- Ms Smyth</a:t>
            </a:r>
          </a:p>
        </p:txBody>
      </p:sp>
    </p:spTree>
    <p:extLst>
      <p:ext uri="{BB962C8B-B14F-4D97-AF65-F5344CB8AC3E}">
        <p14:creationId xmlns:p14="http://schemas.microsoft.com/office/powerpoint/2010/main" val="3228952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A21544-F30F-472D-B26D-8D785008A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3 parts to Leaving Cert Computer Science</a:t>
            </a:r>
          </a:p>
        </p:txBody>
      </p:sp>
      <p:pic>
        <p:nvPicPr>
          <p:cNvPr id="3" name="Picture 2" descr="Table&#10;&#10;Description automatically generated with low confidence">
            <a:extLst>
              <a:ext uri="{FF2B5EF4-FFF2-40B4-BE49-F238E27FC236}">
                <a16:creationId xmlns:a16="http://schemas.microsoft.com/office/drawing/2014/main" id="{1DC67D26-922A-4816-8F65-F3108AB2E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365807"/>
            <a:ext cx="11327549" cy="365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60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A21544-F30F-472D-B26D-8D785008A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96" y="207554"/>
            <a:ext cx="775182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Computer Science Learning Outcomes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1A5C4C-A8EF-AE7B-3804-13049A4DF633}"/>
              </a:ext>
            </a:extLst>
          </p:cNvPr>
          <p:cNvSpPr txBox="1"/>
          <p:nvPr/>
        </p:nvSpPr>
        <p:spPr>
          <a:xfrm>
            <a:off x="173926" y="1701965"/>
            <a:ext cx="1114147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/>
              <a:t>Strand 1: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400" dirty="0"/>
              <a:t>23 learnings Outcomes in Strand 1 (Practices and Principles)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1.1 describe a systematic process for solving problems and making decisions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1.2 explain how the power of computing enables different solutions to difficult problems 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………</a:t>
            </a:r>
            <a:endParaRPr lang="en-IE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IE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8ED38-DEE6-6FE2-8F6E-02B2BAC37D16}"/>
              </a:ext>
            </a:extLst>
          </p:cNvPr>
          <p:cNvSpPr txBox="1"/>
          <p:nvPr/>
        </p:nvSpPr>
        <p:spPr>
          <a:xfrm>
            <a:off x="173926" y="4441176"/>
            <a:ext cx="1114147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/>
              <a:t>Strand 2: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400" dirty="0"/>
              <a:t>22 learnings Outcomes in Strand 2 (Core Concepts)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2.1 use abstraction to describe systems and to explain the relationship between wholes and parts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use a range of methods for identifying patterns and abstract common features</a:t>
            </a:r>
          </a:p>
          <a:p>
            <a:pPr lvl="2"/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401717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1CC89A-889F-4680-A81F-59E75D9F4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en-IE" sz="6000">
                <a:solidFill>
                  <a:schemeClr val="bg1"/>
                </a:solidFill>
              </a:rPr>
              <a:t>What will I study in computer science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0AE191-1C74-4E3E-BD2E-006E771779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142134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1431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C86C9F-4C11-49BD-B8C7-915B350C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Strand 3 - Applied Learning Tasks 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BC816A-7B5A-45D2-BF19-2B935B295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1" y="2576442"/>
            <a:ext cx="11951176" cy="4033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A8C133-1B72-4F0E-13C1-C03482394D2B}"/>
              </a:ext>
            </a:extLst>
          </p:cNvPr>
          <p:cNvSpPr txBox="1"/>
          <p:nvPr/>
        </p:nvSpPr>
        <p:spPr>
          <a:xfrm>
            <a:off x="491091" y="1798677"/>
            <a:ext cx="1114147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/>
              <a:t>Strand 3: Has 14 Learning Outcomes</a:t>
            </a:r>
          </a:p>
          <a:p>
            <a:pPr lvl="2"/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3387077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023CB-4EEE-440B-9EA6-D9C0B37B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am I assessed in Leaving Cert Computer Science?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DF412CF-E41D-4FC1-A36C-B79ABF3DF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691473"/>
            <a:ext cx="11327549" cy="30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47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32935-C438-4E66-9769-6DA52ADDA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65" y="506681"/>
            <a:ext cx="11170870" cy="1059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Actual Leaving Certificate Exam – </a:t>
            </a:r>
            <a:b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takes place in Late May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EFD7B8-6AF1-4D24-9931-76777C5EA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44" y="1744717"/>
            <a:ext cx="11759830" cy="420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59C47FF1BBBD41944C27E755792B60" ma:contentTypeVersion="13" ma:contentTypeDescription="Create a new document." ma:contentTypeScope="" ma:versionID="10712fcb74858acd939241f8f14c3c2a">
  <xsd:schema xmlns:xsd="http://www.w3.org/2001/XMLSchema" xmlns:xs="http://www.w3.org/2001/XMLSchema" xmlns:p="http://schemas.microsoft.com/office/2006/metadata/properties" xmlns:ns1="http://schemas.microsoft.com/sharepoint/v3" xmlns:ns2="2a24f1cd-5e3a-428d-a962-0c0266cdec1f" xmlns:ns3="2522d011-583a-4cec-893b-a3e4ebe7a880" targetNamespace="http://schemas.microsoft.com/office/2006/metadata/properties" ma:root="true" ma:fieldsID="762bbfe59eafa4ea92fb4b763fa075a5" ns1:_="" ns2:_="" ns3:_="">
    <xsd:import namespace="http://schemas.microsoft.com/sharepoint/v3"/>
    <xsd:import namespace="2a24f1cd-5e3a-428d-a962-0c0266cdec1f"/>
    <xsd:import namespace="2522d011-583a-4cec-893b-a3e4ebe7a8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24f1cd-5e3a-428d-a962-0c0266cdec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12559f9-f71b-4af0-bfaa-ab2f6ccdd4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2d011-583a-4cec-893b-a3e4ebe7a88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8a40212-ea4a-4620-9c44-1250f1e428a8}" ma:internalName="TaxCatchAll" ma:showField="CatchAllData" ma:web="2522d011-583a-4cec-893b-a3e4ebe7a8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24f1cd-5e3a-428d-a962-0c0266cdec1f">
      <Terms xmlns="http://schemas.microsoft.com/office/infopath/2007/PartnerControls"/>
    </lcf76f155ced4ddcb4097134ff3c332f>
    <TaxCatchAll xmlns="2522d011-583a-4cec-893b-a3e4ebe7a880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47397EF-19BD-4B71-81DE-F28F1E749117}"/>
</file>

<file path=customXml/itemProps2.xml><?xml version="1.0" encoding="utf-8"?>
<ds:datastoreItem xmlns:ds="http://schemas.openxmlformats.org/officeDocument/2006/customXml" ds:itemID="{AC98B1BD-1EDC-4867-92E5-2DDF2FD3BEC5}"/>
</file>

<file path=customXml/itemProps3.xml><?xml version="1.0" encoding="utf-8"?>
<ds:datastoreItem xmlns:ds="http://schemas.openxmlformats.org/officeDocument/2006/customXml" ds:itemID="{AB384094-4174-4A58-A064-16DD5400C9D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Computer Science </vt:lpstr>
      <vt:lpstr>The 3 parts to Leaving Cert Computer Science</vt:lpstr>
      <vt:lpstr>Computer Science Learning Outcomes</vt:lpstr>
      <vt:lpstr>What will I study in computer science</vt:lpstr>
      <vt:lpstr>Strand 3 - Applied Learning Tasks ?</vt:lpstr>
      <vt:lpstr>How am I assessed in Leaving Cert Computer Science?</vt:lpstr>
      <vt:lpstr>The Actual Leaving Certificate Exam –   takes place in Late May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</dc:title>
  <dc:creator>Pauline Smyth</dc:creator>
  <cp:lastModifiedBy>Pauline Smyth</cp:lastModifiedBy>
  <cp:revision>3</cp:revision>
  <dcterms:created xsi:type="dcterms:W3CDTF">2021-08-31T06:03:11Z</dcterms:created>
  <dcterms:modified xsi:type="dcterms:W3CDTF">2022-08-30T10:52:08Z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0x0101008D59C47FF1BBBD41944C27E755792B60</vt:lpwstr>
  </property>
</Properties>
</file>