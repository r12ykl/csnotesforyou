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280" r:id="rId5"/>
    <p:sldId id="281" r:id="rId6"/>
    <p:sldId id="277" r:id="rId7"/>
    <p:sldId id="282" r:id="rId8"/>
    <p:sldId id="279" r:id="rId9"/>
    <p:sldId id="273" r:id="rId10"/>
    <p:sldId id="283" r:id="rId11"/>
    <p:sldId id="284" r:id="rId12"/>
    <p:sldId id="287" r:id="rId13"/>
    <p:sldId id="307" r:id="rId14"/>
    <p:sldId id="285" r:id="rId15"/>
    <p:sldId id="286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9" r:id="rId27"/>
    <p:sldId id="300" r:id="rId28"/>
    <p:sldId id="301" r:id="rId29"/>
    <p:sldId id="302" r:id="rId30"/>
    <p:sldId id="304" r:id="rId31"/>
    <p:sldId id="305" r:id="rId32"/>
    <p:sldId id="306" r:id="rId33"/>
    <p:sldId id="308" r:id="rId34"/>
    <p:sldId id="309" r:id="rId35"/>
    <p:sldId id="310" r:id="rId36"/>
    <p:sldId id="312" r:id="rId37"/>
    <p:sldId id="31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ine Smyth" initials="PS" lastIdx="2" clrIdx="0">
    <p:extLst>
      <p:ext uri="{19B8F6BF-5375-455C-9EA6-DF929625EA0E}">
        <p15:presenceInfo xmlns:p15="http://schemas.microsoft.com/office/powerpoint/2012/main" userId="S::PSmyth.SPC@lmetb.ie::de5ce227-53e3-42c9-b7e0-2fb7785ba6f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de5ce227-53e3-42c9-b7e0-2fb7785ba6f5" providerId="ADAL" clId="{779250EB-B234-4E95-87A0-5B22FB9FB2CB}"/>
    <pc:docChg chg="custSel addSld delSld modSld">
      <pc:chgData name="Pauline Smyth" userId="de5ce227-53e3-42c9-b7e0-2fb7785ba6f5" providerId="ADAL" clId="{779250EB-B234-4E95-87A0-5B22FB9FB2CB}" dt="2023-11-17T19:36:40.638" v="852" actId="20577"/>
      <pc:docMkLst>
        <pc:docMk/>
      </pc:docMkLst>
      <pc:sldChg chg="del">
        <pc:chgData name="Pauline Smyth" userId="de5ce227-53e3-42c9-b7e0-2fb7785ba6f5" providerId="ADAL" clId="{779250EB-B234-4E95-87A0-5B22FB9FB2CB}" dt="2022-11-21T09:58:47.485" v="0" actId="47"/>
        <pc:sldMkLst>
          <pc:docMk/>
          <pc:sldMk cId="3173069290" sldId="272"/>
        </pc:sldMkLst>
      </pc:sldChg>
      <pc:sldChg chg="delSp mod">
        <pc:chgData name="Pauline Smyth" userId="de5ce227-53e3-42c9-b7e0-2fb7785ba6f5" providerId="ADAL" clId="{779250EB-B234-4E95-87A0-5B22FB9FB2CB}" dt="2022-11-22T09:45:08.667" v="1" actId="478"/>
        <pc:sldMkLst>
          <pc:docMk/>
          <pc:sldMk cId="304986385" sldId="285"/>
        </pc:sldMkLst>
        <pc:spChg chg="del">
          <ac:chgData name="Pauline Smyth" userId="de5ce227-53e3-42c9-b7e0-2fb7785ba6f5" providerId="ADAL" clId="{779250EB-B234-4E95-87A0-5B22FB9FB2CB}" dt="2022-11-22T09:45:08.667" v="1" actId="478"/>
          <ac:spMkLst>
            <pc:docMk/>
            <pc:sldMk cId="304986385" sldId="285"/>
            <ac:spMk id="5" creationId="{5AFC54A4-EC18-4152-B481-94ABCA0C9655}"/>
          </ac:spMkLst>
        </pc:spChg>
      </pc:sldChg>
      <pc:sldChg chg="del">
        <pc:chgData name="Pauline Smyth" userId="de5ce227-53e3-42c9-b7e0-2fb7785ba6f5" providerId="ADAL" clId="{779250EB-B234-4E95-87A0-5B22FB9FB2CB}" dt="2022-11-27T20:59:15.183" v="2" actId="47"/>
        <pc:sldMkLst>
          <pc:docMk/>
          <pc:sldMk cId="2076004974" sldId="303"/>
        </pc:sldMkLst>
      </pc:sldChg>
      <pc:sldChg chg="modSp mod">
        <pc:chgData name="Pauline Smyth" userId="de5ce227-53e3-42c9-b7e0-2fb7785ba6f5" providerId="ADAL" clId="{779250EB-B234-4E95-87A0-5B22FB9FB2CB}" dt="2023-11-17T19:27:13.573" v="247" actId="13926"/>
        <pc:sldMkLst>
          <pc:docMk/>
          <pc:sldMk cId="2547938869" sldId="308"/>
        </pc:sldMkLst>
        <pc:spChg chg="mod">
          <ac:chgData name="Pauline Smyth" userId="de5ce227-53e3-42c9-b7e0-2fb7785ba6f5" providerId="ADAL" clId="{779250EB-B234-4E95-87A0-5B22FB9FB2CB}" dt="2023-11-17T19:27:13.573" v="247" actId="13926"/>
          <ac:spMkLst>
            <pc:docMk/>
            <pc:sldMk cId="2547938869" sldId="308"/>
            <ac:spMk id="3" creationId="{F41E672D-1113-40FB-B4CE-D30C4DBF4BC1}"/>
          </ac:spMkLst>
        </pc:spChg>
      </pc:sldChg>
      <pc:sldChg chg="modSp mod">
        <pc:chgData name="Pauline Smyth" userId="de5ce227-53e3-42c9-b7e0-2fb7785ba6f5" providerId="ADAL" clId="{779250EB-B234-4E95-87A0-5B22FB9FB2CB}" dt="2023-11-17T19:27:05.928" v="246" actId="13926"/>
        <pc:sldMkLst>
          <pc:docMk/>
          <pc:sldMk cId="3440518217" sldId="309"/>
        </pc:sldMkLst>
        <pc:spChg chg="mod">
          <ac:chgData name="Pauline Smyth" userId="de5ce227-53e3-42c9-b7e0-2fb7785ba6f5" providerId="ADAL" clId="{779250EB-B234-4E95-87A0-5B22FB9FB2CB}" dt="2023-11-17T19:27:05.928" v="246" actId="13926"/>
          <ac:spMkLst>
            <pc:docMk/>
            <pc:sldMk cId="3440518217" sldId="309"/>
            <ac:spMk id="3" creationId="{F41E672D-1113-40FB-B4CE-D30C4DBF4BC1}"/>
          </ac:spMkLst>
        </pc:spChg>
      </pc:sldChg>
      <pc:sldChg chg="modSp mod">
        <pc:chgData name="Pauline Smyth" userId="de5ce227-53e3-42c9-b7e0-2fb7785ba6f5" providerId="ADAL" clId="{779250EB-B234-4E95-87A0-5B22FB9FB2CB}" dt="2023-11-17T19:24:55.380" v="123" actId="13926"/>
        <pc:sldMkLst>
          <pc:docMk/>
          <pc:sldMk cId="1617185859" sldId="310"/>
        </pc:sldMkLst>
        <pc:spChg chg="mod">
          <ac:chgData name="Pauline Smyth" userId="de5ce227-53e3-42c9-b7e0-2fb7785ba6f5" providerId="ADAL" clId="{779250EB-B234-4E95-87A0-5B22FB9FB2CB}" dt="2023-11-17T19:24:55.380" v="123" actId="13926"/>
          <ac:spMkLst>
            <pc:docMk/>
            <pc:sldMk cId="1617185859" sldId="310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779250EB-B234-4E95-87A0-5B22FB9FB2CB}" dt="2023-11-17T19:36:40.638" v="852" actId="20577"/>
        <pc:sldMkLst>
          <pc:docMk/>
          <pc:sldMk cId="2431537939" sldId="311"/>
        </pc:sldMkLst>
        <pc:spChg chg="mod">
          <ac:chgData name="Pauline Smyth" userId="de5ce227-53e3-42c9-b7e0-2fb7785ba6f5" providerId="ADAL" clId="{779250EB-B234-4E95-87A0-5B22FB9FB2CB}" dt="2023-11-17T19:32:50.501" v="551" actId="20577"/>
          <ac:spMkLst>
            <pc:docMk/>
            <pc:sldMk cId="2431537939" sldId="311"/>
            <ac:spMk id="2" creationId="{15CE2330-453A-4ACD-8B23-665D37F85B76}"/>
          </ac:spMkLst>
        </pc:spChg>
        <pc:spChg chg="mod">
          <ac:chgData name="Pauline Smyth" userId="de5ce227-53e3-42c9-b7e0-2fb7785ba6f5" providerId="ADAL" clId="{779250EB-B234-4E95-87A0-5B22FB9FB2CB}" dt="2023-11-17T19:36:40.638" v="852" actId="20577"/>
          <ac:spMkLst>
            <pc:docMk/>
            <pc:sldMk cId="2431537939" sldId="311"/>
            <ac:spMk id="3" creationId="{F41E672D-1113-40FB-B4CE-D30C4DBF4BC1}"/>
          </ac:spMkLst>
        </pc:spChg>
      </pc:sldChg>
      <pc:sldChg chg="add">
        <pc:chgData name="Pauline Smyth" userId="de5ce227-53e3-42c9-b7e0-2fb7785ba6f5" providerId="ADAL" clId="{779250EB-B234-4E95-87A0-5B22FB9FB2CB}" dt="2023-11-17T19:32:43.015" v="550" actId="2890"/>
        <pc:sldMkLst>
          <pc:docMk/>
          <pc:sldMk cId="3211263857" sldId="312"/>
        </pc:sldMkLst>
      </pc:sldChg>
    </pc:docChg>
  </pc:docChgLst>
  <pc:docChgLst>
    <pc:chgData name="Pauline Smyth" userId="de5ce227-53e3-42c9-b7e0-2fb7785ba6f5" providerId="ADAL" clId="{0636EA33-9B8E-40EA-860C-89FAE3A4F988}"/>
    <pc:docChg chg="undo custSel addSld delSld modSld sldOrd">
      <pc:chgData name="Pauline Smyth" userId="de5ce227-53e3-42c9-b7e0-2fb7785ba6f5" providerId="ADAL" clId="{0636EA33-9B8E-40EA-860C-89FAE3A4F988}" dt="2021-09-14T08:40:13.879" v="4798" actId="47"/>
      <pc:docMkLst>
        <pc:docMk/>
      </pc:docMkLst>
      <pc:sldChg chg="del">
        <pc:chgData name="Pauline Smyth" userId="de5ce227-53e3-42c9-b7e0-2fb7785ba6f5" providerId="ADAL" clId="{0636EA33-9B8E-40EA-860C-89FAE3A4F988}" dt="2021-09-14T08:40:13.879" v="4798" actId="47"/>
        <pc:sldMkLst>
          <pc:docMk/>
          <pc:sldMk cId="3156863798" sldId="274"/>
        </pc:sldMkLst>
      </pc:sldChg>
      <pc:sldChg chg="addSp modSp mod addCm delCm">
        <pc:chgData name="Pauline Smyth" userId="de5ce227-53e3-42c9-b7e0-2fb7785ba6f5" providerId="ADAL" clId="{0636EA33-9B8E-40EA-860C-89FAE3A4F988}" dt="2021-09-05T20:15:27.817" v="312" actId="1076"/>
        <pc:sldMkLst>
          <pc:docMk/>
          <pc:sldMk cId="2356419802" sldId="277"/>
        </pc:sldMkLst>
        <pc:spChg chg="mod">
          <ac:chgData name="Pauline Smyth" userId="de5ce227-53e3-42c9-b7e0-2fb7785ba6f5" providerId="ADAL" clId="{0636EA33-9B8E-40EA-860C-89FAE3A4F988}" dt="2021-09-05T20:07:57.458" v="1"/>
          <ac:spMkLst>
            <pc:docMk/>
            <pc:sldMk cId="2356419802" sldId="277"/>
            <ac:spMk id="2" creationId="{F580F996-EFD6-4EBA-B7BD-F38E5722BF1E}"/>
          </ac:spMkLst>
        </pc:spChg>
        <pc:spChg chg="add mod">
          <ac:chgData name="Pauline Smyth" userId="de5ce227-53e3-42c9-b7e0-2fb7785ba6f5" providerId="ADAL" clId="{0636EA33-9B8E-40EA-860C-89FAE3A4F988}" dt="2021-09-05T20:15:27.817" v="312" actId="1076"/>
          <ac:spMkLst>
            <pc:docMk/>
            <pc:sldMk cId="2356419802" sldId="277"/>
            <ac:spMk id="3" creationId="{AF83F144-4E8A-4B85-A67B-A29A926EF332}"/>
          </ac:spMkLst>
        </pc:spChg>
      </pc:sldChg>
      <pc:sldChg chg="modSp mod setBg setClrOvrMap">
        <pc:chgData name="Pauline Smyth" userId="de5ce227-53e3-42c9-b7e0-2fb7785ba6f5" providerId="ADAL" clId="{0636EA33-9B8E-40EA-860C-89FAE3A4F988}" dt="2021-09-05T20:07:12.489" v="0" actId="26606"/>
        <pc:sldMkLst>
          <pc:docMk/>
          <pc:sldMk cId="2478781826" sldId="280"/>
        </pc:sldMkLst>
        <pc:spChg chg="mod">
          <ac:chgData name="Pauline Smyth" userId="de5ce227-53e3-42c9-b7e0-2fb7785ba6f5" providerId="ADAL" clId="{0636EA33-9B8E-40EA-860C-89FAE3A4F988}" dt="2021-09-05T20:07:12.489" v="0" actId="26606"/>
          <ac:spMkLst>
            <pc:docMk/>
            <pc:sldMk cId="2478781826" sldId="280"/>
            <ac:spMk id="2" creationId="{68A3AD0F-BCD4-4110-9096-05C15011C815}"/>
          </ac:spMkLst>
        </pc:spChg>
        <pc:spChg chg="mod">
          <ac:chgData name="Pauline Smyth" userId="de5ce227-53e3-42c9-b7e0-2fb7785ba6f5" providerId="ADAL" clId="{0636EA33-9B8E-40EA-860C-89FAE3A4F988}" dt="2021-09-05T20:07:12.489" v="0" actId="26606"/>
          <ac:spMkLst>
            <pc:docMk/>
            <pc:sldMk cId="2478781826" sldId="280"/>
            <ac:spMk id="3" creationId="{75385BD1-4355-475B-8C68-74742DC51272}"/>
          </ac:spMkLst>
        </pc:spChg>
        <pc:picChg chg="mod">
          <ac:chgData name="Pauline Smyth" userId="de5ce227-53e3-42c9-b7e0-2fb7785ba6f5" providerId="ADAL" clId="{0636EA33-9B8E-40EA-860C-89FAE3A4F988}" dt="2021-09-05T20:07:12.489" v="0" actId="26606"/>
          <ac:picMkLst>
            <pc:docMk/>
            <pc:sldMk cId="2478781826" sldId="280"/>
            <ac:picMk id="5" creationId="{B5078C94-8BA1-447D-B460-83B372480687}"/>
          </ac:picMkLst>
        </pc:picChg>
      </pc:sldChg>
      <pc:sldChg chg="modSp new mod">
        <pc:chgData name="Pauline Smyth" userId="de5ce227-53e3-42c9-b7e0-2fb7785ba6f5" providerId="ADAL" clId="{0636EA33-9B8E-40EA-860C-89FAE3A4F988}" dt="2021-09-05T20:48:28.380" v="771" actId="403"/>
        <pc:sldMkLst>
          <pc:docMk/>
          <pc:sldMk cId="2632931951" sldId="281"/>
        </pc:sldMkLst>
        <pc:spChg chg="mod">
          <ac:chgData name="Pauline Smyth" userId="de5ce227-53e3-42c9-b7e0-2fb7785ba6f5" providerId="ADAL" clId="{0636EA33-9B8E-40EA-860C-89FAE3A4F988}" dt="2021-09-05T20:09:05.055" v="35" actId="20577"/>
          <ac:spMkLst>
            <pc:docMk/>
            <pc:sldMk cId="2632931951" sldId="281"/>
            <ac:spMk id="2" creationId="{5E5A577B-4E78-490E-834F-1E616892E5E9}"/>
          </ac:spMkLst>
        </pc:spChg>
        <pc:spChg chg="mod">
          <ac:chgData name="Pauline Smyth" userId="de5ce227-53e3-42c9-b7e0-2fb7785ba6f5" providerId="ADAL" clId="{0636EA33-9B8E-40EA-860C-89FAE3A4F988}" dt="2021-09-05T20:48:28.380" v="771" actId="403"/>
          <ac:spMkLst>
            <pc:docMk/>
            <pc:sldMk cId="2632931951" sldId="281"/>
            <ac:spMk id="3" creationId="{B2978CEC-2532-42D1-B400-6F30BE9267CC}"/>
          </ac:spMkLst>
        </pc:spChg>
      </pc:sldChg>
      <pc:sldChg chg="addSp delSp modSp add mod">
        <pc:chgData name="Pauline Smyth" userId="de5ce227-53e3-42c9-b7e0-2fb7785ba6f5" providerId="ADAL" clId="{0636EA33-9B8E-40EA-860C-89FAE3A4F988}" dt="2021-09-05T20:16:52.352" v="423" actId="14100"/>
        <pc:sldMkLst>
          <pc:docMk/>
          <pc:sldMk cId="273922597" sldId="282"/>
        </pc:sldMkLst>
        <pc:spChg chg="add mod">
          <ac:chgData name="Pauline Smyth" userId="de5ce227-53e3-42c9-b7e0-2fb7785ba6f5" providerId="ADAL" clId="{0636EA33-9B8E-40EA-860C-89FAE3A4F988}" dt="2021-09-05T20:16:52.352" v="423" actId="14100"/>
          <ac:spMkLst>
            <pc:docMk/>
            <pc:sldMk cId="273922597" sldId="282"/>
            <ac:spMk id="4" creationId="{E973AD0E-ADC9-4DEF-8148-538483DD6792}"/>
          </ac:spMkLst>
        </pc:spChg>
        <pc:picChg chg="del">
          <ac:chgData name="Pauline Smyth" userId="de5ce227-53e3-42c9-b7e0-2fb7785ba6f5" providerId="ADAL" clId="{0636EA33-9B8E-40EA-860C-89FAE3A4F988}" dt="2021-09-05T20:12:54.048" v="161" actId="478"/>
          <ac:picMkLst>
            <pc:docMk/>
            <pc:sldMk cId="273922597" sldId="282"/>
            <ac:picMk id="5" creationId="{9B457210-3990-41C5-A532-754535AD47FB}"/>
          </ac:picMkLst>
        </pc:picChg>
      </pc:sldChg>
      <pc:sldChg chg="addSp delSp modSp add mod ord modTransition modAnim">
        <pc:chgData name="Pauline Smyth" userId="de5ce227-53e3-42c9-b7e0-2fb7785ba6f5" providerId="ADAL" clId="{0636EA33-9B8E-40EA-860C-89FAE3A4F988}" dt="2021-09-05T20:28:59.739" v="582"/>
        <pc:sldMkLst>
          <pc:docMk/>
          <pc:sldMk cId="607340033" sldId="283"/>
        </pc:sldMkLst>
        <pc:spChg chg="add mod">
          <ac:chgData name="Pauline Smyth" userId="de5ce227-53e3-42c9-b7e0-2fb7785ba6f5" providerId="ADAL" clId="{0636EA33-9B8E-40EA-860C-89FAE3A4F988}" dt="2021-09-05T20:28:38.104" v="580" actId="1076"/>
          <ac:spMkLst>
            <pc:docMk/>
            <pc:sldMk cId="607340033" sldId="283"/>
            <ac:spMk id="6" creationId="{7307B099-5CC9-489E-90B0-7E58B4630C85}"/>
          </ac:spMkLst>
        </pc:spChg>
        <pc:spChg chg="mod">
          <ac:chgData name="Pauline Smyth" userId="de5ce227-53e3-42c9-b7e0-2fb7785ba6f5" providerId="ADAL" clId="{0636EA33-9B8E-40EA-860C-89FAE3A4F988}" dt="2021-09-05T20:18:44.616" v="443" actId="14100"/>
          <ac:spMkLst>
            <pc:docMk/>
            <pc:sldMk cId="607340033" sldId="283"/>
            <ac:spMk id="9" creationId="{DF216886-62E2-42BC-AC94-D4503AE269FD}"/>
          </ac:spMkLst>
        </pc:spChg>
        <pc:spChg chg="del mod">
          <ac:chgData name="Pauline Smyth" userId="de5ce227-53e3-42c9-b7e0-2fb7785ba6f5" providerId="ADAL" clId="{0636EA33-9B8E-40EA-860C-89FAE3A4F988}" dt="2021-09-05T20:25:40.383" v="564" actId="478"/>
          <ac:spMkLst>
            <pc:docMk/>
            <pc:sldMk cId="607340033" sldId="283"/>
            <ac:spMk id="10" creationId="{865C9C06-9614-4B34-A70C-ABEAA3B9E835}"/>
          </ac:spMkLst>
        </pc:spChg>
        <pc:picChg chg="add mod">
          <ac:chgData name="Pauline Smyth" userId="de5ce227-53e3-42c9-b7e0-2fb7785ba6f5" providerId="ADAL" clId="{0636EA33-9B8E-40EA-860C-89FAE3A4F988}" dt="2021-09-05T20:28:18.862" v="576" actId="1076"/>
          <ac:picMkLst>
            <pc:docMk/>
            <pc:sldMk cId="607340033" sldId="283"/>
            <ac:picMk id="3" creationId="{2B008DC2-D9CF-4A57-B490-817BA5DA1460}"/>
          </ac:picMkLst>
        </pc:picChg>
        <pc:picChg chg="add del mod">
          <ac:chgData name="Pauline Smyth" userId="de5ce227-53e3-42c9-b7e0-2fb7785ba6f5" providerId="ADAL" clId="{0636EA33-9B8E-40EA-860C-89FAE3A4F988}" dt="2021-09-05T20:25:11.642" v="560" actId="478"/>
          <ac:picMkLst>
            <pc:docMk/>
            <pc:sldMk cId="607340033" sldId="283"/>
            <ac:picMk id="5" creationId="{3885B3B4-1635-42B3-B844-C6FE2409C1DC}"/>
          </ac:picMkLst>
        </pc:picChg>
        <pc:picChg chg="add mod">
          <ac:chgData name="Pauline Smyth" userId="de5ce227-53e3-42c9-b7e0-2fb7785ba6f5" providerId="ADAL" clId="{0636EA33-9B8E-40EA-860C-89FAE3A4F988}" dt="2021-09-05T20:28:32.794" v="579" actId="1076"/>
          <ac:picMkLst>
            <pc:docMk/>
            <pc:sldMk cId="607340033" sldId="283"/>
            <ac:picMk id="11" creationId="{B9B5F3A4-9AF7-4E5A-877A-2C247580A6C6}"/>
          </ac:picMkLst>
        </pc:picChg>
      </pc:sldChg>
      <pc:sldChg chg="addSp delSp add del mod">
        <pc:chgData name="Pauline Smyth" userId="de5ce227-53e3-42c9-b7e0-2fb7785ba6f5" providerId="ADAL" clId="{0636EA33-9B8E-40EA-860C-89FAE3A4F988}" dt="2021-09-05T20:17:38.652" v="427" actId="2890"/>
        <pc:sldMkLst>
          <pc:docMk/>
          <pc:sldMk cId="1621979371" sldId="283"/>
        </pc:sldMkLst>
        <pc:picChg chg="add del">
          <ac:chgData name="Pauline Smyth" userId="de5ce227-53e3-42c9-b7e0-2fb7785ba6f5" providerId="ADAL" clId="{0636EA33-9B8E-40EA-860C-89FAE3A4F988}" dt="2021-09-05T20:17:38.042" v="426" actId="478"/>
          <ac:picMkLst>
            <pc:docMk/>
            <pc:sldMk cId="1621979371" sldId="283"/>
            <ac:picMk id="3" creationId="{D760F7AA-C21F-4866-82D8-7578485FA293}"/>
          </ac:picMkLst>
        </pc:picChg>
      </pc:sldChg>
      <pc:sldChg chg="addSp delSp modSp add mod">
        <pc:chgData name="Pauline Smyth" userId="de5ce227-53e3-42c9-b7e0-2fb7785ba6f5" providerId="ADAL" clId="{0636EA33-9B8E-40EA-860C-89FAE3A4F988}" dt="2021-09-05T20:31:42.974" v="585" actId="1076"/>
        <pc:sldMkLst>
          <pc:docMk/>
          <pc:sldMk cId="2654424931" sldId="284"/>
        </pc:sldMkLst>
        <pc:spChg chg="del">
          <ac:chgData name="Pauline Smyth" userId="de5ce227-53e3-42c9-b7e0-2fb7785ba6f5" providerId="ADAL" clId="{0636EA33-9B8E-40EA-860C-89FAE3A4F988}" dt="2021-09-05T20:25:48.344" v="566" actId="478"/>
          <ac:spMkLst>
            <pc:docMk/>
            <pc:sldMk cId="2654424931" sldId="284"/>
            <ac:spMk id="6" creationId="{7307B099-5CC9-489E-90B0-7E58B4630C85}"/>
          </ac:spMkLst>
        </pc:spChg>
        <pc:picChg chg="del">
          <ac:chgData name="Pauline Smyth" userId="de5ce227-53e3-42c9-b7e0-2fb7785ba6f5" providerId="ADAL" clId="{0636EA33-9B8E-40EA-860C-89FAE3A4F988}" dt="2021-09-05T20:25:44.267" v="565" actId="478"/>
          <ac:picMkLst>
            <pc:docMk/>
            <pc:sldMk cId="2654424931" sldId="284"/>
            <ac:picMk id="3" creationId="{2B008DC2-D9CF-4A57-B490-817BA5DA1460}"/>
          </ac:picMkLst>
        </pc:picChg>
        <pc:picChg chg="add mod">
          <ac:chgData name="Pauline Smyth" userId="de5ce227-53e3-42c9-b7e0-2fb7785ba6f5" providerId="ADAL" clId="{0636EA33-9B8E-40EA-860C-89FAE3A4F988}" dt="2021-09-05T20:31:42.974" v="585" actId="1076"/>
          <ac:picMkLst>
            <pc:docMk/>
            <pc:sldMk cId="2654424931" sldId="284"/>
            <ac:picMk id="4" creationId="{59E3077E-12BD-405B-B172-8E32B3A8EB91}"/>
          </ac:picMkLst>
        </pc:picChg>
        <pc:picChg chg="del mod">
          <ac:chgData name="Pauline Smyth" userId="de5ce227-53e3-42c9-b7e0-2fb7785ba6f5" providerId="ADAL" clId="{0636EA33-9B8E-40EA-860C-89FAE3A4F988}" dt="2021-09-05T20:28:13.382" v="575" actId="21"/>
          <ac:picMkLst>
            <pc:docMk/>
            <pc:sldMk cId="2654424931" sldId="284"/>
            <ac:picMk id="5" creationId="{3885B3B4-1635-42B3-B844-C6FE2409C1DC}"/>
          </ac:picMkLst>
        </pc:picChg>
      </pc:sldChg>
      <pc:sldChg chg="addSp delSp modSp add mod">
        <pc:chgData name="Pauline Smyth" userId="de5ce227-53e3-42c9-b7e0-2fb7785ba6f5" providerId="ADAL" clId="{0636EA33-9B8E-40EA-860C-89FAE3A4F988}" dt="2021-09-05T20:37:35.742" v="634" actId="122"/>
        <pc:sldMkLst>
          <pc:docMk/>
          <pc:sldMk cId="304986385" sldId="285"/>
        </pc:sldMkLst>
        <pc:spChg chg="add mod">
          <ac:chgData name="Pauline Smyth" userId="de5ce227-53e3-42c9-b7e0-2fb7785ba6f5" providerId="ADAL" clId="{0636EA33-9B8E-40EA-860C-89FAE3A4F988}" dt="2021-09-05T20:37:35.742" v="634" actId="122"/>
          <ac:spMkLst>
            <pc:docMk/>
            <pc:sldMk cId="304986385" sldId="285"/>
            <ac:spMk id="5" creationId="{5AFC54A4-EC18-4152-B481-94ABCA0C9655}"/>
          </ac:spMkLst>
        </pc:spChg>
        <pc:picChg chg="add mod">
          <ac:chgData name="Pauline Smyth" userId="de5ce227-53e3-42c9-b7e0-2fb7785ba6f5" providerId="ADAL" clId="{0636EA33-9B8E-40EA-860C-89FAE3A4F988}" dt="2021-09-05T20:33:09.669" v="590" actId="14100"/>
          <ac:picMkLst>
            <pc:docMk/>
            <pc:sldMk cId="304986385" sldId="285"/>
            <ac:picMk id="3" creationId="{C6650112-2FA7-4F86-8A0F-C01ADC5E09C8}"/>
          </ac:picMkLst>
        </pc:picChg>
        <pc:picChg chg="del">
          <ac:chgData name="Pauline Smyth" userId="de5ce227-53e3-42c9-b7e0-2fb7785ba6f5" providerId="ADAL" clId="{0636EA33-9B8E-40EA-860C-89FAE3A4F988}" dt="2021-09-05T20:32:25.309" v="587" actId="478"/>
          <ac:picMkLst>
            <pc:docMk/>
            <pc:sldMk cId="304986385" sldId="285"/>
            <ac:picMk id="4" creationId="{59E3077E-12BD-405B-B172-8E32B3A8EB91}"/>
          </ac:picMkLst>
        </pc:picChg>
      </pc:sldChg>
      <pc:sldChg chg="addSp delSp modSp add mod ord">
        <pc:chgData name="Pauline Smyth" userId="de5ce227-53e3-42c9-b7e0-2fb7785ba6f5" providerId="ADAL" clId="{0636EA33-9B8E-40EA-860C-89FAE3A4F988}" dt="2021-09-08T21:29:06.367" v="1441" actId="14100"/>
        <pc:sldMkLst>
          <pc:docMk/>
          <pc:sldMk cId="2415201375" sldId="286"/>
        </pc:sldMkLst>
        <pc:spChg chg="add mod">
          <ac:chgData name="Pauline Smyth" userId="de5ce227-53e3-42c9-b7e0-2fb7785ba6f5" providerId="ADAL" clId="{0636EA33-9B8E-40EA-860C-89FAE3A4F988}" dt="2021-09-08T21:29:06.367" v="1441" actId="14100"/>
          <ac:spMkLst>
            <pc:docMk/>
            <pc:sldMk cId="2415201375" sldId="286"/>
            <ac:spMk id="7" creationId="{56D1C45C-26B6-495B-B889-E77D5710453C}"/>
          </ac:spMkLst>
        </pc:spChg>
        <pc:spChg chg="mod">
          <ac:chgData name="Pauline Smyth" userId="de5ce227-53e3-42c9-b7e0-2fb7785ba6f5" providerId="ADAL" clId="{0636EA33-9B8E-40EA-860C-89FAE3A4F988}" dt="2021-09-05T20:50:25.232" v="809" actId="404"/>
          <ac:spMkLst>
            <pc:docMk/>
            <pc:sldMk cId="2415201375" sldId="286"/>
            <ac:spMk id="9" creationId="{DF216886-62E2-42BC-AC94-D4503AE269FD}"/>
          </ac:spMkLst>
        </pc:spChg>
        <pc:picChg chg="add del mod">
          <ac:chgData name="Pauline Smyth" userId="de5ce227-53e3-42c9-b7e0-2fb7785ba6f5" providerId="ADAL" clId="{0636EA33-9B8E-40EA-860C-89FAE3A4F988}" dt="2021-09-05T20:42:38.801" v="660" actId="22"/>
          <ac:picMkLst>
            <pc:docMk/>
            <pc:sldMk cId="2415201375" sldId="286"/>
            <ac:picMk id="3" creationId="{5E7E9B49-7817-4C6A-A17A-912F0F42FA4C}"/>
          </ac:picMkLst>
        </pc:picChg>
        <pc:picChg chg="del">
          <ac:chgData name="Pauline Smyth" userId="de5ce227-53e3-42c9-b7e0-2fb7785ba6f5" providerId="ADAL" clId="{0636EA33-9B8E-40EA-860C-89FAE3A4F988}" dt="2021-09-05T20:39:46.306" v="652" actId="478"/>
          <ac:picMkLst>
            <pc:docMk/>
            <pc:sldMk cId="2415201375" sldId="286"/>
            <ac:picMk id="4" creationId="{59E3077E-12BD-405B-B172-8E32B3A8EB91}"/>
          </ac:picMkLst>
        </pc:picChg>
        <pc:picChg chg="add del mod">
          <ac:chgData name="Pauline Smyth" userId="de5ce227-53e3-42c9-b7e0-2fb7785ba6f5" providerId="ADAL" clId="{0636EA33-9B8E-40EA-860C-89FAE3A4F988}" dt="2021-09-05T20:49:56.776" v="777" actId="478"/>
          <ac:picMkLst>
            <pc:docMk/>
            <pc:sldMk cId="2415201375" sldId="286"/>
            <ac:picMk id="6" creationId="{61B418F0-C295-45F5-A93E-EC21CBEFE954}"/>
          </ac:picMkLst>
        </pc:picChg>
      </pc:sldChg>
      <pc:sldChg chg="add ord">
        <pc:chgData name="Pauline Smyth" userId="de5ce227-53e3-42c9-b7e0-2fb7785ba6f5" providerId="ADAL" clId="{0636EA33-9B8E-40EA-860C-89FAE3A4F988}" dt="2021-09-05T20:49:02.190" v="774"/>
        <pc:sldMkLst>
          <pc:docMk/>
          <pc:sldMk cId="2066626185" sldId="287"/>
        </pc:sldMkLst>
      </pc:sldChg>
      <pc:sldChg chg="addSp delSp modSp add mod modTransition modAnim">
        <pc:chgData name="Pauline Smyth" userId="de5ce227-53e3-42c9-b7e0-2fb7785ba6f5" providerId="ADAL" clId="{0636EA33-9B8E-40EA-860C-89FAE3A4F988}" dt="2021-09-08T21:29:42.231" v="1446" actId="14100"/>
        <pc:sldMkLst>
          <pc:docMk/>
          <pc:sldMk cId="180544891" sldId="288"/>
        </pc:sldMkLst>
        <pc:spChg chg="del">
          <ac:chgData name="Pauline Smyth" userId="de5ce227-53e3-42c9-b7e0-2fb7785ba6f5" providerId="ADAL" clId="{0636EA33-9B8E-40EA-860C-89FAE3A4F988}" dt="2021-09-05T21:00:31.625" v="1069" actId="478"/>
          <ac:spMkLst>
            <pc:docMk/>
            <pc:sldMk cId="180544891" sldId="288"/>
            <ac:spMk id="5" creationId="{5AFC54A4-EC18-4152-B481-94ABCA0C9655}"/>
          </ac:spMkLst>
        </pc:spChg>
        <pc:spChg chg="add del mod">
          <ac:chgData name="Pauline Smyth" userId="de5ce227-53e3-42c9-b7e0-2fb7785ba6f5" providerId="ADAL" clId="{0636EA33-9B8E-40EA-860C-89FAE3A4F988}" dt="2021-09-05T21:08:18.409" v="1085"/>
          <ac:spMkLst>
            <pc:docMk/>
            <pc:sldMk cId="180544891" sldId="288"/>
            <ac:spMk id="8" creationId="{FCEC6121-3966-4469-A711-84ED921895CA}"/>
          </ac:spMkLst>
        </pc:spChg>
        <pc:spChg chg="add mod">
          <ac:chgData name="Pauline Smyth" userId="de5ce227-53e3-42c9-b7e0-2fb7785ba6f5" providerId="ADAL" clId="{0636EA33-9B8E-40EA-860C-89FAE3A4F988}" dt="2021-09-05T21:08:58.888" v="1089" actId="20577"/>
          <ac:spMkLst>
            <pc:docMk/>
            <pc:sldMk cId="180544891" sldId="288"/>
            <ac:spMk id="11" creationId="{2E46CA70-EE32-41B1-90B1-2A3A8C9C8684}"/>
          </ac:spMkLst>
        </pc:spChg>
        <pc:picChg chg="del">
          <ac:chgData name="Pauline Smyth" userId="de5ce227-53e3-42c9-b7e0-2fb7785ba6f5" providerId="ADAL" clId="{0636EA33-9B8E-40EA-860C-89FAE3A4F988}" dt="2021-09-05T21:00:27.174" v="1068" actId="478"/>
          <ac:picMkLst>
            <pc:docMk/>
            <pc:sldMk cId="180544891" sldId="288"/>
            <ac:picMk id="3" creationId="{C6650112-2FA7-4F86-8A0F-C01ADC5E09C8}"/>
          </ac:picMkLst>
        </pc:picChg>
        <pc:picChg chg="add mod">
          <ac:chgData name="Pauline Smyth" userId="de5ce227-53e3-42c9-b7e0-2fb7785ba6f5" providerId="ADAL" clId="{0636EA33-9B8E-40EA-860C-89FAE3A4F988}" dt="2021-09-08T21:29:31.495" v="1444" actId="14100"/>
          <ac:picMkLst>
            <pc:docMk/>
            <pc:sldMk cId="180544891" sldId="288"/>
            <ac:picMk id="4" creationId="{EAC467D3-F914-4171-AB5D-3D2C2857B6BC}"/>
          </ac:picMkLst>
        </pc:picChg>
        <pc:picChg chg="add mod">
          <ac:chgData name="Pauline Smyth" userId="de5ce227-53e3-42c9-b7e0-2fb7785ba6f5" providerId="ADAL" clId="{0636EA33-9B8E-40EA-860C-89FAE3A4F988}" dt="2021-09-08T21:29:42.231" v="1446" actId="14100"/>
          <ac:picMkLst>
            <pc:docMk/>
            <pc:sldMk cId="180544891" sldId="288"/>
            <ac:picMk id="7" creationId="{582FA71B-023E-4782-B8FC-65223CB5BE63}"/>
          </ac:picMkLst>
        </pc:picChg>
      </pc:sldChg>
      <pc:sldChg chg="addSp delSp modSp add mod delAnim">
        <pc:chgData name="Pauline Smyth" userId="de5ce227-53e3-42c9-b7e0-2fb7785ba6f5" providerId="ADAL" clId="{0636EA33-9B8E-40EA-860C-89FAE3A4F988}" dt="2021-09-08T21:34:13.413" v="1726" actId="2711"/>
        <pc:sldMkLst>
          <pc:docMk/>
          <pc:sldMk cId="1408885105" sldId="289"/>
        </pc:sldMkLst>
        <pc:spChg chg="add mod">
          <ac:chgData name="Pauline Smyth" userId="de5ce227-53e3-42c9-b7e0-2fb7785ba6f5" providerId="ADAL" clId="{0636EA33-9B8E-40EA-860C-89FAE3A4F988}" dt="2021-09-08T21:34:13.413" v="1726" actId="2711"/>
          <ac:spMkLst>
            <pc:docMk/>
            <pc:sldMk cId="1408885105" sldId="289"/>
            <ac:spMk id="2" creationId="{C8354860-7DCD-40D9-9813-A257A98AFF46}"/>
          </ac:spMkLst>
        </pc:spChg>
        <pc:spChg chg="mod">
          <ac:chgData name="Pauline Smyth" userId="de5ce227-53e3-42c9-b7e0-2fb7785ba6f5" providerId="ADAL" clId="{0636EA33-9B8E-40EA-860C-89FAE3A4F988}" dt="2021-09-05T21:11:28.236" v="1115" actId="114"/>
          <ac:spMkLst>
            <pc:docMk/>
            <pc:sldMk cId="1408885105" sldId="289"/>
            <ac:spMk id="9" creationId="{DF216886-62E2-42BC-AC94-D4503AE269FD}"/>
          </ac:spMkLst>
        </pc:spChg>
        <pc:spChg chg="del">
          <ac:chgData name="Pauline Smyth" userId="de5ce227-53e3-42c9-b7e0-2fb7785ba6f5" providerId="ADAL" clId="{0636EA33-9B8E-40EA-860C-89FAE3A4F988}" dt="2021-09-05T21:10:31.947" v="1094" actId="478"/>
          <ac:spMkLst>
            <pc:docMk/>
            <pc:sldMk cId="1408885105" sldId="289"/>
            <ac:spMk id="11" creationId="{2E46CA70-EE32-41B1-90B1-2A3A8C9C8684}"/>
          </ac:spMkLst>
        </pc:spChg>
        <pc:picChg chg="add del mod">
          <ac:chgData name="Pauline Smyth" userId="de5ce227-53e3-42c9-b7e0-2fb7785ba6f5" providerId="ADAL" clId="{0636EA33-9B8E-40EA-860C-89FAE3A4F988}" dt="2021-09-08T21:33:40.105" v="1716" actId="478"/>
          <ac:picMkLst>
            <pc:docMk/>
            <pc:sldMk cId="1408885105" sldId="289"/>
            <ac:picMk id="3" creationId="{D2549F4F-14D5-4AF0-93D9-B02DA6C61497}"/>
          </ac:picMkLst>
        </pc:picChg>
        <pc:picChg chg="del">
          <ac:chgData name="Pauline Smyth" userId="de5ce227-53e3-42c9-b7e0-2fb7785ba6f5" providerId="ADAL" clId="{0636EA33-9B8E-40EA-860C-89FAE3A4F988}" dt="2021-09-05T21:10:25.878" v="1092" actId="478"/>
          <ac:picMkLst>
            <pc:docMk/>
            <pc:sldMk cId="1408885105" sldId="289"/>
            <ac:picMk id="4" creationId="{EAC467D3-F914-4171-AB5D-3D2C2857B6BC}"/>
          </ac:picMkLst>
        </pc:picChg>
        <pc:picChg chg="del">
          <ac:chgData name="Pauline Smyth" userId="de5ce227-53e3-42c9-b7e0-2fb7785ba6f5" providerId="ADAL" clId="{0636EA33-9B8E-40EA-860C-89FAE3A4F988}" dt="2021-09-05T21:10:27.966" v="1093" actId="478"/>
          <ac:picMkLst>
            <pc:docMk/>
            <pc:sldMk cId="1408885105" sldId="289"/>
            <ac:picMk id="7" creationId="{582FA71B-023E-4782-B8FC-65223CB5BE63}"/>
          </ac:picMkLst>
        </pc:picChg>
      </pc:sldChg>
      <pc:sldChg chg="modSp new mod">
        <pc:chgData name="Pauline Smyth" userId="de5ce227-53e3-42c9-b7e0-2fb7785ba6f5" providerId="ADAL" clId="{0636EA33-9B8E-40EA-860C-89FAE3A4F988}" dt="2021-09-08T21:35:06.225" v="1735" actId="403"/>
        <pc:sldMkLst>
          <pc:docMk/>
          <pc:sldMk cId="919986870" sldId="290"/>
        </pc:sldMkLst>
        <pc:spChg chg="mod">
          <ac:chgData name="Pauline Smyth" userId="de5ce227-53e3-42c9-b7e0-2fb7785ba6f5" providerId="ADAL" clId="{0636EA33-9B8E-40EA-860C-89FAE3A4F988}" dt="2021-09-06T11:03:25.062" v="1147" actId="20577"/>
          <ac:spMkLst>
            <pc:docMk/>
            <pc:sldMk cId="919986870" sldId="290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8T21:35:06.225" v="1735" actId="403"/>
          <ac:spMkLst>
            <pc:docMk/>
            <pc:sldMk cId="919986870" sldId="290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8T21:36:10.055" v="1744" actId="20577"/>
        <pc:sldMkLst>
          <pc:docMk/>
          <pc:sldMk cId="3583530907" sldId="291"/>
        </pc:sldMkLst>
        <pc:spChg chg="mod">
          <ac:chgData name="Pauline Smyth" userId="de5ce227-53e3-42c9-b7e0-2fb7785ba6f5" providerId="ADAL" clId="{0636EA33-9B8E-40EA-860C-89FAE3A4F988}" dt="2021-09-08T21:36:10.055" v="1744" actId="20577"/>
          <ac:spMkLst>
            <pc:docMk/>
            <pc:sldMk cId="3583530907" sldId="291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8T21:35:34.814" v="1742" actId="1076"/>
          <ac:spMkLst>
            <pc:docMk/>
            <pc:sldMk cId="3583530907" sldId="291"/>
            <ac:spMk id="3" creationId="{F41E672D-1113-40FB-B4CE-D30C4DBF4BC1}"/>
          </ac:spMkLst>
        </pc:spChg>
      </pc:sldChg>
      <pc:sldChg chg="addSp modSp add mod">
        <pc:chgData name="Pauline Smyth" userId="de5ce227-53e3-42c9-b7e0-2fb7785ba6f5" providerId="ADAL" clId="{0636EA33-9B8E-40EA-860C-89FAE3A4F988}" dt="2021-09-08T21:49:10.093" v="2248" actId="20577"/>
        <pc:sldMkLst>
          <pc:docMk/>
          <pc:sldMk cId="3413047137" sldId="292"/>
        </pc:sldMkLst>
        <pc:spChg chg="mod">
          <ac:chgData name="Pauline Smyth" userId="de5ce227-53e3-42c9-b7e0-2fb7785ba6f5" providerId="ADAL" clId="{0636EA33-9B8E-40EA-860C-89FAE3A4F988}" dt="2021-09-08T21:48:49.420" v="2230" actId="1076"/>
          <ac:spMkLst>
            <pc:docMk/>
            <pc:sldMk cId="3413047137" sldId="292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8T21:49:10.093" v="2248" actId="20577"/>
          <ac:spMkLst>
            <pc:docMk/>
            <pc:sldMk cId="3413047137" sldId="292"/>
            <ac:spMk id="3" creationId="{F41E672D-1113-40FB-B4CE-D30C4DBF4BC1}"/>
          </ac:spMkLst>
        </pc:spChg>
        <pc:spChg chg="add mod">
          <ac:chgData name="Pauline Smyth" userId="de5ce227-53e3-42c9-b7e0-2fb7785ba6f5" providerId="ADAL" clId="{0636EA33-9B8E-40EA-860C-89FAE3A4F988}" dt="2021-09-08T21:48:46.300" v="2229" actId="1076"/>
          <ac:spMkLst>
            <pc:docMk/>
            <pc:sldMk cId="3413047137" sldId="292"/>
            <ac:spMk id="4" creationId="{27865A08-0696-4B13-B009-9B7A53E739D7}"/>
          </ac:spMkLst>
        </pc:spChg>
      </pc:sldChg>
      <pc:sldChg chg="modSp add mod">
        <pc:chgData name="Pauline Smyth" userId="de5ce227-53e3-42c9-b7e0-2fb7785ba6f5" providerId="ADAL" clId="{0636EA33-9B8E-40EA-860C-89FAE3A4F988}" dt="2021-09-08T21:49:53.578" v="2255" actId="20577"/>
        <pc:sldMkLst>
          <pc:docMk/>
          <pc:sldMk cId="2861018303" sldId="293"/>
        </pc:sldMkLst>
        <pc:spChg chg="mod">
          <ac:chgData name="Pauline Smyth" userId="de5ce227-53e3-42c9-b7e0-2fb7785ba6f5" providerId="ADAL" clId="{0636EA33-9B8E-40EA-860C-89FAE3A4F988}" dt="2021-09-08T21:49:53.578" v="2255" actId="20577"/>
          <ac:spMkLst>
            <pc:docMk/>
            <pc:sldMk cId="2861018303" sldId="293"/>
            <ac:spMk id="3" creationId="{F41E672D-1113-40FB-B4CE-D30C4DBF4BC1}"/>
          </ac:spMkLst>
        </pc:spChg>
      </pc:sldChg>
      <pc:sldChg chg="addSp delSp modSp add mod">
        <pc:chgData name="Pauline Smyth" userId="de5ce227-53e3-42c9-b7e0-2fb7785ba6f5" providerId="ADAL" clId="{0636EA33-9B8E-40EA-860C-89FAE3A4F988}" dt="2021-09-08T21:57:03.900" v="2527" actId="1076"/>
        <pc:sldMkLst>
          <pc:docMk/>
          <pc:sldMk cId="3546845213" sldId="294"/>
        </pc:sldMkLst>
        <pc:spChg chg="mod">
          <ac:chgData name="Pauline Smyth" userId="de5ce227-53e3-42c9-b7e0-2fb7785ba6f5" providerId="ADAL" clId="{0636EA33-9B8E-40EA-860C-89FAE3A4F988}" dt="2021-09-08T21:53:28.629" v="2352" actId="1076"/>
          <ac:spMkLst>
            <pc:docMk/>
            <pc:sldMk cId="3546845213" sldId="294"/>
            <ac:spMk id="2" creationId="{15CE2330-453A-4ACD-8B23-665D37F85B76}"/>
          </ac:spMkLst>
        </pc:spChg>
        <pc:spChg chg="del mod">
          <ac:chgData name="Pauline Smyth" userId="de5ce227-53e3-42c9-b7e0-2fb7785ba6f5" providerId="ADAL" clId="{0636EA33-9B8E-40EA-860C-89FAE3A4F988}" dt="2021-09-08T21:51:18.840" v="2292" actId="3680"/>
          <ac:spMkLst>
            <pc:docMk/>
            <pc:sldMk cId="3546845213" sldId="294"/>
            <ac:spMk id="3" creationId="{F41E672D-1113-40FB-B4CE-D30C4DBF4BC1}"/>
          </ac:spMkLst>
        </pc:spChg>
        <pc:spChg chg="add del mod">
          <ac:chgData name="Pauline Smyth" userId="de5ce227-53e3-42c9-b7e0-2fb7785ba6f5" providerId="ADAL" clId="{0636EA33-9B8E-40EA-860C-89FAE3A4F988}" dt="2021-09-08T21:52:32.647" v="2313" actId="3680"/>
          <ac:spMkLst>
            <pc:docMk/>
            <pc:sldMk cId="3546845213" sldId="294"/>
            <ac:spMk id="6" creationId="{61208A68-E754-4023-B544-086C67363B75}"/>
          </ac:spMkLst>
        </pc:spChg>
        <pc:spChg chg="add del mod">
          <ac:chgData name="Pauline Smyth" userId="de5ce227-53e3-42c9-b7e0-2fb7785ba6f5" providerId="ADAL" clId="{0636EA33-9B8E-40EA-860C-89FAE3A4F988}" dt="2021-09-08T21:54:01.695" v="2356" actId="3680"/>
          <ac:spMkLst>
            <pc:docMk/>
            <pc:sldMk cId="3546845213" sldId="294"/>
            <ac:spMk id="9" creationId="{8934470C-10BC-4A03-96B7-3369CC276895}"/>
          </ac:spMkLst>
        </pc:spChg>
        <pc:graphicFrameChg chg="add del mod ord modGraphic">
          <ac:chgData name="Pauline Smyth" userId="de5ce227-53e3-42c9-b7e0-2fb7785ba6f5" providerId="ADAL" clId="{0636EA33-9B8E-40EA-860C-89FAE3A4F988}" dt="2021-09-08T21:52:15.783" v="2312" actId="478"/>
          <ac:graphicFrameMkLst>
            <pc:docMk/>
            <pc:sldMk cId="3546845213" sldId="294"/>
            <ac:graphicFrameMk id="4" creationId="{DC15AD59-AD88-4907-A4AD-F3711151960A}"/>
          </ac:graphicFrameMkLst>
        </pc:graphicFrameChg>
        <pc:graphicFrameChg chg="add del mod ord modGraphic">
          <ac:chgData name="Pauline Smyth" userId="de5ce227-53e3-42c9-b7e0-2fb7785ba6f5" providerId="ADAL" clId="{0636EA33-9B8E-40EA-860C-89FAE3A4F988}" dt="2021-09-08T21:53:44.485" v="2355" actId="478"/>
          <ac:graphicFrameMkLst>
            <pc:docMk/>
            <pc:sldMk cId="3546845213" sldId="294"/>
            <ac:graphicFrameMk id="7" creationId="{87953546-4829-43FB-A509-E16F07E86B42}"/>
          </ac:graphicFrameMkLst>
        </pc:graphicFrameChg>
        <pc:graphicFrameChg chg="add mod ord modGraphic">
          <ac:chgData name="Pauline Smyth" userId="de5ce227-53e3-42c9-b7e0-2fb7785ba6f5" providerId="ADAL" clId="{0636EA33-9B8E-40EA-860C-89FAE3A4F988}" dt="2021-09-08T21:57:03.900" v="2527" actId="1076"/>
          <ac:graphicFrameMkLst>
            <pc:docMk/>
            <pc:sldMk cId="3546845213" sldId="294"/>
            <ac:graphicFrameMk id="10" creationId="{658493ED-655F-4CD8-8A9A-E56BC0656471}"/>
          </ac:graphicFrameMkLst>
        </pc:graphicFrameChg>
      </pc:sldChg>
      <pc:sldChg chg="modSp add mod ord">
        <pc:chgData name="Pauline Smyth" userId="de5ce227-53e3-42c9-b7e0-2fb7785ba6f5" providerId="ADAL" clId="{0636EA33-9B8E-40EA-860C-89FAE3A4F988}" dt="2021-09-08T22:07:29.217" v="2724" actId="20577"/>
        <pc:sldMkLst>
          <pc:docMk/>
          <pc:sldMk cId="1754506507" sldId="295"/>
        </pc:sldMkLst>
        <pc:spChg chg="mod">
          <ac:chgData name="Pauline Smyth" userId="de5ce227-53e3-42c9-b7e0-2fb7785ba6f5" providerId="ADAL" clId="{0636EA33-9B8E-40EA-860C-89FAE3A4F988}" dt="2021-09-08T22:02:13.141" v="2552" actId="20577"/>
          <ac:spMkLst>
            <pc:docMk/>
            <pc:sldMk cId="1754506507" sldId="295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8T22:07:29.217" v="2724" actId="20577"/>
          <ac:spMkLst>
            <pc:docMk/>
            <pc:sldMk cId="1754506507" sldId="295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8T22:07:58.137" v="2730" actId="20577"/>
        <pc:sldMkLst>
          <pc:docMk/>
          <pc:sldMk cId="640288855" sldId="296"/>
        </pc:sldMkLst>
        <pc:spChg chg="mod">
          <ac:chgData name="Pauline Smyth" userId="de5ce227-53e3-42c9-b7e0-2fb7785ba6f5" providerId="ADAL" clId="{0636EA33-9B8E-40EA-860C-89FAE3A4F988}" dt="2021-09-08T22:07:58.137" v="2730" actId="20577"/>
          <ac:spMkLst>
            <pc:docMk/>
            <pc:sldMk cId="640288855" sldId="296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8T22:11:42.252" v="2887" actId="20577"/>
        <pc:sldMkLst>
          <pc:docMk/>
          <pc:sldMk cId="2333041360" sldId="297"/>
        </pc:sldMkLst>
        <pc:spChg chg="mod">
          <ac:chgData name="Pauline Smyth" userId="de5ce227-53e3-42c9-b7e0-2fb7785ba6f5" providerId="ADAL" clId="{0636EA33-9B8E-40EA-860C-89FAE3A4F988}" dt="2021-09-08T22:11:42.252" v="2887" actId="20577"/>
          <ac:spMkLst>
            <pc:docMk/>
            <pc:sldMk cId="2333041360" sldId="297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8T22:11:26.786" v="2886" actId="1076"/>
          <ac:spMkLst>
            <pc:docMk/>
            <pc:sldMk cId="2333041360" sldId="297"/>
            <ac:spMk id="3" creationId="{F41E672D-1113-40FB-B4CE-D30C4DBF4BC1}"/>
          </ac:spMkLst>
        </pc:spChg>
      </pc:sldChg>
      <pc:sldChg chg="modSp add del mod ord">
        <pc:chgData name="Pauline Smyth" userId="de5ce227-53e3-42c9-b7e0-2fb7785ba6f5" providerId="ADAL" clId="{0636EA33-9B8E-40EA-860C-89FAE3A4F988}" dt="2021-09-09T05:47:38.730" v="2971" actId="47"/>
        <pc:sldMkLst>
          <pc:docMk/>
          <pc:sldMk cId="2101888035" sldId="298"/>
        </pc:sldMkLst>
        <pc:spChg chg="mod">
          <ac:chgData name="Pauline Smyth" userId="de5ce227-53e3-42c9-b7e0-2fb7785ba6f5" providerId="ADAL" clId="{0636EA33-9B8E-40EA-860C-89FAE3A4F988}" dt="2021-09-08T22:12:41.828" v="2930" actId="1076"/>
          <ac:spMkLst>
            <pc:docMk/>
            <pc:sldMk cId="2101888035" sldId="298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8T22:12:46.680" v="2931" actId="6549"/>
          <ac:spMkLst>
            <pc:docMk/>
            <pc:sldMk cId="2101888035" sldId="298"/>
            <ac:spMk id="3" creationId="{F41E672D-1113-40FB-B4CE-D30C4DBF4BC1}"/>
          </ac:spMkLst>
        </pc:spChg>
      </pc:sldChg>
      <pc:sldChg chg="modSp add mod ord">
        <pc:chgData name="Pauline Smyth" userId="de5ce227-53e3-42c9-b7e0-2fb7785ba6f5" providerId="ADAL" clId="{0636EA33-9B8E-40EA-860C-89FAE3A4F988}" dt="2021-09-09T05:47:05.047" v="2969" actId="20577"/>
        <pc:sldMkLst>
          <pc:docMk/>
          <pc:sldMk cId="2591686030" sldId="299"/>
        </pc:sldMkLst>
        <pc:spChg chg="mod">
          <ac:chgData name="Pauline Smyth" userId="de5ce227-53e3-42c9-b7e0-2fb7785ba6f5" providerId="ADAL" clId="{0636EA33-9B8E-40EA-860C-89FAE3A4F988}" dt="2021-09-09T05:46:01.369" v="2941" actId="1076"/>
          <ac:spMkLst>
            <pc:docMk/>
            <pc:sldMk cId="2591686030" sldId="299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5:47:05.047" v="2969" actId="20577"/>
          <ac:spMkLst>
            <pc:docMk/>
            <pc:sldMk cId="2591686030" sldId="299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9T05:50:00.151" v="3032" actId="113"/>
        <pc:sldMkLst>
          <pc:docMk/>
          <pc:sldMk cId="3341397333" sldId="300"/>
        </pc:sldMkLst>
        <pc:spChg chg="mod">
          <ac:chgData name="Pauline Smyth" userId="de5ce227-53e3-42c9-b7e0-2fb7785ba6f5" providerId="ADAL" clId="{0636EA33-9B8E-40EA-860C-89FAE3A4F988}" dt="2021-09-09T05:50:00.151" v="3032" actId="113"/>
          <ac:spMkLst>
            <pc:docMk/>
            <pc:sldMk cId="3341397333" sldId="300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5:49:30.716" v="3031" actId="20577"/>
          <ac:spMkLst>
            <pc:docMk/>
            <pc:sldMk cId="3341397333" sldId="300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9T05:53:19.008" v="3074" actId="20577"/>
        <pc:sldMkLst>
          <pc:docMk/>
          <pc:sldMk cId="2838567307" sldId="301"/>
        </pc:sldMkLst>
        <pc:spChg chg="mod">
          <ac:chgData name="Pauline Smyth" userId="de5ce227-53e3-42c9-b7e0-2fb7785ba6f5" providerId="ADAL" clId="{0636EA33-9B8E-40EA-860C-89FAE3A4F988}" dt="2021-09-09T05:51:28.690" v="3050" actId="20577"/>
          <ac:spMkLst>
            <pc:docMk/>
            <pc:sldMk cId="2838567307" sldId="301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5:53:19.008" v="3074" actId="20577"/>
          <ac:spMkLst>
            <pc:docMk/>
            <pc:sldMk cId="2838567307" sldId="301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9T05:59:25.603" v="3185" actId="20577"/>
        <pc:sldMkLst>
          <pc:docMk/>
          <pc:sldMk cId="412940771" sldId="302"/>
        </pc:sldMkLst>
        <pc:spChg chg="mod">
          <ac:chgData name="Pauline Smyth" userId="de5ce227-53e3-42c9-b7e0-2fb7785ba6f5" providerId="ADAL" clId="{0636EA33-9B8E-40EA-860C-89FAE3A4F988}" dt="2021-09-09T05:54:40.107" v="3094" actId="20577"/>
          <ac:spMkLst>
            <pc:docMk/>
            <pc:sldMk cId="412940771" sldId="302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5:59:25.603" v="3185" actId="20577"/>
          <ac:spMkLst>
            <pc:docMk/>
            <pc:sldMk cId="412940771" sldId="302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09T06:03:23.742" v="3228" actId="27636"/>
        <pc:sldMkLst>
          <pc:docMk/>
          <pc:sldMk cId="2076004974" sldId="303"/>
        </pc:sldMkLst>
        <pc:spChg chg="mod">
          <ac:chgData name="Pauline Smyth" userId="de5ce227-53e3-42c9-b7e0-2fb7785ba6f5" providerId="ADAL" clId="{0636EA33-9B8E-40EA-860C-89FAE3A4F988}" dt="2021-09-09T06:03:23.742" v="3228" actId="27636"/>
          <ac:spMkLst>
            <pc:docMk/>
            <pc:sldMk cId="2076004974" sldId="303"/>
            <ac:spMk id="3" creationId="{F41E672D-1113-40FB-B4CE-D30C4DBF4BC1}"/>
          </ac:spMkLst>
        </pc:spChg>
      </pc:sldChg>
      <pc:sldChg chg="addSp modSp add mod modAnim">
        <pc:chgData name="Pauline Smyth" userId="de5ce227-53e3-42c9-b7e0-2fb7785ba6f5" providerId="ADAL" clId="{0636EA33-9B8E-40EA-860C-89FAE3A4F988}" dt="2021-09-09T06:10:42.417" v="3557"/>
        <pc:sldMkLst>
          <pc:docMk/>
          <pc:sldMk cId="2769484064" sldId="304"/>
        </pc:sldMkLst>
        <pc:spChg chg="mod">
          <ac:chgData name="Pauline Smyth" userId="de5ce227-53e3-42c9-b7e0-2fb7785ba6f5" providerId="ADAL" clId="{0636EA33-9B8E-40EA-860C-89FAE3A4F988}" dt="2021-09-09T06:06:12.505" v="3282" actId="14100"/>
          <ac:spMkLst>
            <pc:docMk/>
            <pc:sldMk cId="2769484064" sldId="304"/>
            <ac:spMk id="3" creationId="{F41E672D-1113-40FB-B4CE-D30C4DBF4BC1}"/>
          </ac:spMkLst>
        </pc:spChg>
        <pc:spChg chg="add mod">
          <ac:chgData name="Pauline Smyth" userId="de5ce227-53e3-42c9-b7e0-2fb7785ba6f5" providerId="ADAL" clId="{0636EA33-9B8E-40EA-860C-89FAE3A4F988}" dt="2021-09-09T06:10:33.075" v="3556" actId="1076"/>
          <ac:spMkLst>
            <pc:docMk/>
            <pc:sldMk cId="2769484064" sldId="304"/>
            <ac:spMk id="4" creationId="{B11A0CF8-C056-4B36-B73C-B263570FC7BD}"/>
          </ac:spMkLst>
        </pc:spChg>
      </pc:sldChg>
      <pc:sldChg chg="delSp modSp add mod delAnim">
        <pc:chgData name="Pauline Smyth" userId="de5ce227-53e3-42c9-b7e0-2fb7785ba6f5" providerId="ADAL" clId="{0636EA33-9B8E-40EA-860C-89FAE3A4F988}" dt="2021-09-09T06:13:21.654" v="3660" actId="20577"/>
        <pc:sldMkLst>
          <pc:docMk/>
          <pc:sldMk cId="1333066821" sldId="305"/>
        </pc:sldMkLst>
        <pc:spChg chg="mod">
          <ac:chgData name="Pauline Smyth" userId="de5ce227-53e3-42c9-b7e0-2fb7785ba6f5" providerId="ADAL" clId="{0636EA33-9B8E-40EA-860C-89FAE3A4F988}" dt="2021-09-09T06:11:54.605" v="3600" actId="20577"/>
          <ac:spMkLst>
            <pc:docMk/>
            <pc:sldMk cId="1333066821" sldId="305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6:13:21.654" v="3660" actId="20577"/>
          <ac:spMkLst>
            <pc:docMk/>
            <pc:sldMk cId="1333066821" sldId="305"/>
            <ac:spMk id="3" creationId="{F41E672D-1113-40FB-B4CE-D30C4DBF4BC1}"/>
          </ac:spMkLst>
        </pc:spChg>
        <pc:spChg chg="del">
          <ac:chgData name="Pauline Smyth" userId="de5ce227-53e3-42c9-b7e0-2fb7785ba6f5" providerId="ADAL" clId="{0636EA33-9B8E-40EA-860C-89FAE3A4F988}" dt="2021-09-09T06:12:01.237" v="3601" actId="478"/>
          <ac:spMkLst>
            <pc:docMk/>
            <pc:sldMk cId="1333066821" sldId="305"/>
            <ac:spMk id="4" creationId="{B11A0CF8-C056-4B36-B73C-B263570FC7BD}"/>
          </ac:spMkLst>
        </pc:spChg>
      </pc:sldChg>
      <pc:sldChg chg="addSp modSp add mod">
        <pc:chgData name="Pauline Smyth" userId="de5ce227-53e3-42c9-b7e0-2fb7785ba6f5" providerId="ADAL" clId="{0636EA33-9B8E-40EA-860C-89FAE3A4F988}" dt="2021-09-09T06:22:21.693" v="4038" actId="1076"/>
        <pc:sldMkLst>
          <pc:docMk/>
          <pc:sldMk cId="2099555180" sldId="306"/>
        </pc:sldMkLst>
        <pc:spChg chg="mod">
          <ac:chgData name="Pauline Smyth" userId="de5ce227-53e3-42c9-b7e0-2fb7785ba6f5" providerId="ADAL" clId="{0636EA33-9B8E-40EA-860C-89FAE3A4F988}" dt="2021-09-09T06:14:04.833" v="3686" actId="20577"/>
          <ac:spMkLst>
            <pc:docMk/>
            <pc:sldMk cId="2099555180" sldId="306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6:14:14.748" v="3687" actId="6549"/>
          <ac:spMkLst>
            <pc:docMk/>
            <pc:sldMk cId="2099555180" sldId="306"/>
            <ac:spMk id="3" creationId="{F41E672D-1113-40FB-B4CE-D30C4DBF4BC1}"/>
          </ac:spMkLst>
        </pc:spChg>
        <pc:graphicFrameChg chg="add mod modGraphic">
          <ac:chgData name="Pauline Smyth" userId="de5ce227-53e3-42c9-b7e0-2fb7785ba6f5" providerId="ADAL" clId="{0636EA33-9B8E-40EA-860C-89FAE3A4F988}" dt="2021-09-09T06:22:21.693" v="4038" actId="1076"/>
          <ac:graphicFrameMkLst>
            <pc:docMk/>
            <pc:sldMk cId="2099555180" sldId="306"/>
            <ac:graphicFrameMk id="4" creationId="{8700FD13-77F8-475A-9BCE-5AB808DA4931}"/>
          </ac:graphicFrameMkLst>
        </pc:graphicFrameChg>
      </pc:sldChg>
      <pc:sldChg chg="modSp add del mod ord">
        <pc:chgData name="Pauline Smyth" userId="de5ce227-53e3-42c9-b7e0-2fb7785ba6f5" providerId="ADAL" clId="{0636EA33-9B8E-40EA-860C-89FAE3A4F988}" dt="2021-09-09T06:30:08.643" v="4545" actId="2696"/>
        <pc:sldMkLst>
          <pc:docMk/>
          <pc:sldMk cId="3946175706" sldId="307"/>
        </pc:sldMkLst>
        <pc:spChg chg="mod">
          <ac:chgData name="Pauline Smyth" userId="de5ce227-53e3-42c9-b7e0-2fb7785ba6f5" providerId="ADAL" clId="{0636EA33-9B8E-40EA-860C-89FAE3A4F988}" dt="2021-09-09T06:23:42.118" v="4047" actId="20577"/>
          <ac:spMkLst>
            <pc:docMk/>
            <pc:sldMk cId="3946175706" sldId="307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6:25:36.106" v="4249" actId="20577"/>
          <ac:spMkLst>
            <pc:docMk/>
            <pc:sldMk cId="3946175706" sldId="307"/>
            <ac:spMk id="3" creationId="{F41E672D-1113-40FB-B4CE-D30C4DBF4BC1}"/>
          </ac:spMkLst>
        </pc:spChg>
      </pc:sldChg>
      <pc:sldChg chg="add">
        <pc:chgData name="Pauline Smyth" userId="de5ce227-53e3-42c9-b7e0-2fb7785ba6f5" providerId="ADAL" clId="{0636EA33-9B8E-40EA-860C-89FAE3A4F988}" dt="2021-09-09T06:30:33.164" v="4546"/>
        <pc:sldMkLst>
          <pc:docMk/>
          <pc:sldMk cId="3999702414" sldId="307"/>
        </pc:sldMkLst>
      </pc:sldChg>
      <pc:sldChg chg="modSp add mod">
        <pc:chgData name="Pauline Smyth" userId="de5ce227-53e3-42c9-b7e0-2fb7785ba6f5" providerId="ADAL" clId="{0636EA33-9B8E-40EA-860C-89FAE3A4F988}" dt="2021-09-13T09:42:04.634" v="4550" actId="20577"/>
        <pc:sldMkLst>
          <pc:docMk/>
          <pc:sldMk cId="2547938869" sldId="308"/>
        </pc:sldMkLst>
        <pc:spChg chg="mod">
          <ac:chgData name="Pauline Smyth" userId="de5ce227-53e3-42c9-b7e0-2fb7785ba6f5" providerId="ADAL" clId="{0636EA33-9B8E-40EA-860C-89FAE3A4F988}" dt="2021-09-13T09:42:04.634" v="4550" actId="20577"/>
          <ac:spMkLst>
            <pc:docMk/>
            <pc:sldMk cId="2547938869" sldId="308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6:29:55.918" v="4544" actId="27636"/>
          <ac:spMkLst>
            <pc:docMk/>
            <pc:sldMk cId="2547938869" sldId="308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13T09:42:09.109" v="4551" actId="20577"/>
        <pc:sldMkLst>
          <pc:docMk/>
          <pc:sldMk cId="3440518217" sldId="309"/>
        </pc:sldMkLst>
        <pc:spChg chg="mod">
          <ac:chgData name="Pauline Smyth" userId="de5ce227-53e3-42c9-b7e0-2fb7785ba6f5" providerId="ADAL" clId="{0636EA33-9B8E-40EA-860C-89FAE3A4F988}" dt="2021-09-13T09:42:09.109" v="4551" actId="20577"/>
          <ac:spMkLst>
            <pc:docMk/>
            <pc:sldMk cId="3440518217" sldId="309"/>
            <ac:spMk id="2" creationId="{15CE2330-453A-4ACD-8B23-665D37F85B76}"/>
          </ac:spMkLst>
        </pc:spChg>
        <pc:spChg chg="mod">
          <ac:chgData name="Pauline Smyth" userId="de5ce227-53e3-42c9-b7e0-2fb7785ba6f5" providerId="ADAL" clId="{0636EA33-9B8E-40EA-860C-89FAE3A4F988}" dt="2021-09-09T06:29:27.458" v="4532" actId="20577"/>
          <ac:spMkLst>
            <pc:docMk/>
            <pc:sldMk cId="3440518217" sldId="309"/>
            <ac:spMk id="3" creationId="{F41E672D-1113-40FB-B4CE-D30C4DBF4BC1}"/>
          </ac:spMkLst>
        </pc:spChg>
      </pc:sldChg>
      <pc:sldChg chg="modSp add mod">
        <pc:chgData name="Pauline Smyth" userId="de5ce227-53e3-42c9-b7e0-2fb7785ba6f5" providerId="ADAL" clId="{0636EA33-9B8E-40EA-860C-89FAE3A4F988}" dt="2021-09-13T09:45:31.139" v="4795" actId="27636"/>
        <pc:sldMkLst>
          <pc:docMk/>
          <pc:sldMk cId="1617185859" sldId="310"/>
        </pc:sldMkLst>
        <pc:spChg chg="mod">
          <ac:chgData name="Pauline Smyth" userId="de5ce227-53e3-42c9-b7e0-2fb7785ba6f5" providerId="ADAL" clId="{0636EA33-9B8E-40EA-860C-89FAE3A4F988}" dt="2021-09-13T09:45:31.139" v="4795" actId="27636"/>
          <ac:spMkLst>
            <pc:docMk/>
            <pc:sldMk cId="1617185859" sldId="310"/>
            <ac:spMk id="3" creationId="{F41E672D-1113-40FB-B4CE-D30C4DBF4BC1}"/>
          </ac:spMkLst>
        </pc:spChg>
      </pc:sldChg>
      <pc:sldChg chg="add del">
        <pc:chgData name="Pauline Smyth" userId="de5ce227-53e3-42c9-b7e0-2fb7785ba6f5" providerId="ADAL" clId="{0636EA33-9B8E-40EA-860C-89FAE3A4F988}" dt="2021-09-14T08:40:11.919" v="4797" actId="47"/>
        <pc:sldMkLst>
          <pc:docMk/>
          <pc:sldMk cId="37899027" sldId="311"/>
        </pc:sldMkLst>
      </pc:sldChg>
    </pc:docChg>
  </pc:docChgLst>
  <pc:docChgLst>
    <pc:chgData name="Pauline Smyth" userId="de5ce227-53e3-42c9-b7e0-2fb7785ba6f5" providerId="ADAL" clId="{A308EC96-616C-4DB2-A830-969F5A2F6FDC}"/>
    <pc:docChg chg="modSld sldOrd">
      <pc:chgData name="Pauline Smyth" userId="de5ce227-53e3-42c9-b7e0-2fb7785ba6f5" providerId="ADAL" clId="{A308EC96-616C-4DB2-A830-969F5A2F6FDC}" dt="2023-11-21T11:37:59.822" v="1"/>
      <pc:docMkLst>
        <pc:docMk/>
      </pc:docMkLst>
      <pc:sldChg chg="ord">
        <pc:chgData name="Pauline Smyth" userId="de5ce227-53e3-42c9-b7e0-2fb7785ba6f5" providerId="ADAL" clId="{A308EC96-616C-4DB2-A830-969F5A2F6FDC}" dt="2023-11-21T11:37:59.822" v="1"/>
        <pc:sldMkLst>
          <pc:docMk/>
          <pc:sldMk cId="3211263857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CEEF2-D2BD-436D-9CBF-72D7ED7B2F52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A989E-8662-4239-8BA5-B7490E8185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950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718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2623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821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218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7881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4739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4788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seen the # symbols in the slides.</a:t>
            </a:r>
          </a:p>
          <a:p>
            <a:r>
              <a:rPr lang="en-US" dirty="0">
                <a:cs typeface="Calibri"/>
              </a:rPr>
              <a:t>I forget what I write; need to remind my future self</a:t>
            </a:r>
          </a:p>
          <a:p>
            <a:r>
              <a:rPr lang="en-US" dirty="0"/>
              <a:t>Programmers though it's better to write explanation in between the code</a:t>
            </a:r>
          </a:p>
          <a:p>
            <a:r>
              <a:rPr lang="en-US">
                <a:cs typeface="Calibri"/>
              </a:rPr>
              <a:t>Show example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C26B-A5F8-45C0-AAE1-8463F5702A2D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978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841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854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722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782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9909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716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87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800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459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0379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5644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3980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3314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852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0897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6832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95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C10010C-85DC-47A5-95F4-9C64D071AE98}" type="datetimeFigureOut">
              <a:rPr lang="en-IE" smtClean="0"/>
              <a:t>21/11/2023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26224-E6E0-42B8-A269-252147F9E9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6686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AD0F-BCD4-4110-9096-05C15011C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2108" y="1454964"/>
            <a:ext cx="4802191" cy="3308840"/>
          </a:xfrm>
        </p:spPr>
        <p:txBody>
          <a:bodyPr>
            <a:normAutofit/>
          </a:bodyPr>
          <a:lstStyle/>
          <a:p>
            <a:r>
              <a:rPr lang="en-IE"/>
              <a:t>Python – </a:t>
            </a:r>
            <a:br>
              <a:rPr lang="en-IE"/>
            </a:br>
            <a:r>
              <a:rPr lang="en-IE"/>
              <a:t>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85BD1-4355-475B-8C68-74742DC51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2108" y="4763803"/>
            <a:ext cx="4802191" cy="1464378"/>
          </a:xfrm>
        </p:spPr>
        <p:txBody>
          <a:bodyPr>
            <a:normAutofit/>
          </a:bodyPr>
          <a:lstStyle/>
          <a:p>
            <a:r>
              <a:rPr lang="en-IE"/>
              <a:t>5</a:t>
            </a:r>
            <a:r>
              <a:rPr lang="en-IE" baseline="30000"/>
              <a:t>th</a:t>
            </a:r>
            <a:r>
              <a:rPr lang="en-IE"/>
              <a:t> Computer Science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5078C94-8BA1-447D-B460-83B3724806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" r="40553" b="-1"/>
          <a:stretch/>
        </p:blipFill>
        <p:spPr>
          <a:xfrm>
            <a:off x="-1" y="10"/>
            <a:ext cx="609440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8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577B-4E78-490E-834F-1E616892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Learning Intentions – 06/09/2021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8CEC-2532-42D1-B400-6F30BE926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224792"/>
          </a:xfrm>
        </p:spPr>
        <p:txBody>
          <a:bodyPr>
            <a:normAutofit/>
          </a:bodyPr>
          <a:lstStyle/>
          <a:p>
            <a:r>
              <a:rPr lang="en-IE" sz="2800" dirty="0"/>
              <a:t>Understand how to comment code</a:t>
            </a:r>
          </a:p>
          <a:p>
            <a:r>
              <a:rPr lang="en-IE" sz="2800" dirty="0"/>
              <a:t>Define what a variable is</a:t>
            </a:r>
          </a:p>
          <a:p>
            <a:r>
              <a:rPr lang="en-IE" sz="2800" dirty="0"/>
              <a:t>Construct a program using </a:t>
            </a:r>
            <a:r>
              <a:rPr lang="en-IE" sz="2800" i="1" dirty="0"/>
              <a:t>input</a:t>
            </a:r>
            <a:r>
              <a:rPr lang="en-IE" sz="2800" dirty="0"/>
              <a:t> command with a variable</a:t>
            </a:r>
          </a:p>
          <a:p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632931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F996-EFD6-4EBA-B7BD-F38E5722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457210-3990-41C5-A532-754535AD4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051" y="2367419"/>
            <a:ext cx="10614237" cy="367012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83F144-4E8A-4B85-A67B-A29A926EF332}"/>
              </a:ext>
            </a:extLst>
          </p:cNvPr>
          <p:cNvSpPr txBox="1"/>
          <p:nvPr/>
        </p:nvSpPr>
        <p:spPr>
          <a:xfrm>
            <a:off x="420050" y="1354708"/>
            <a:ext cx="1061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b="1" dirty="0"/>
              <a:t>Indentation </a:t>
            </a:r>
            <a:r>
              <a:rPr lang="en-IE" sz="2400" dirty="0"/>
              <a:t>refers to the empty space(s) at the beginning of a line of code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641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F996-EFD6-4EBA-B7BD-F38E5722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3AD0E-ADC9-4DEF-8148-538483DD6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473239"/>
          </a:xfrm>
        </p:spPr>
        <p:txBody>
          <a:bodyPr>
            <a:normAutofit/>
          </a:bodyPr>
          <a:lstStyle/>
          <a:p>
            <a:r>
              <a:rPr lang="en-IE" sz="2800" dirty="0"/>
              <a:t>Every line of code must be indented correctly</a:t>
            </a:r>
          </a:p>
          <a:p>
            <a:endParaRPr lang="en-IE" sz="2800" dirty="0"/>
          </a:p>
          <a:p>
            <a:r>
              <a:rPr lang="en-IE" sz="2800" dirty="0"/>
              <a:t>Proper indentation means logically related lines  (blocks of code) appear at the same level of indentation</a:t>
            </a:r>
          </a:p>
          <a:p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7392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 Light"/>
              </a:rPr>
              <a:t>Commenting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Useful when your code needs further explanation. Either for your future self and anybody else.</a:t>
            </a:r>
          </a:p>
          <a:p>
            <a:r>
              <a:rPr lang="en-US" dirty="0">
                <a:cs typeface="Calibri"/>
              </a:rPr>
              <a:t>Useful when you want to remove the code from execution but not permanently</a:t>
            </a:r>
            <a:endParaRPr lang="en-US" dirty="0"/>
          </a:p>
          <a:p>
            <a:r>
              <a:rPr lang="en-US" dirty="0"/>
              <a:t>Comments in Python are done with #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720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0F7AA-C21F-4866-82D8-7578485F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19" y="1941534"/>
            <a:ext cx="9439504" cy="41784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266DAC4-9E86-4BA3-98C8-AB362B119C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 Light"/>
              </a:rPr>
              <a:t>Commenting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01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cs typeface="Calibri Light"/>
              </a:rPr>
              <a:t>Variables </a:t>
            </a:r>
            <a:endParaRPr lang="en-US" sz="4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008DC2-D9CF-4A57-B490-817BA5DA1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41" y="1391478"/>
            <a:ext cx="11488548" cy="1923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7B099-5CC9-489E-90B0-7E58B4630C85}"/>
              </a:ext>
            </a:extLst>
          </p:cNvPr>
          <p:cNvSpPr txBox="1"/>
          <p:nvPr/>
        </p:nvSpPr>
        <p:spPr>
          <a:xfrm>
            <a:off x="316708" y="3676115"/>
            <a:ext cx="11368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To improve this program, it would be better if we had a way of telling the program the persons name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B5F3A4-9AF7-4E5A-877A-2C247580A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41" y="4991113"/>
            <a:ext cx="11368414" cy="12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40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cs typeface="Calibri Light"/>
              </a:rPr>
              <a:t>Variables </a:t>
            </a:r>
            <a:endParaRPr lang="en-US" sz="4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3077E-12BD-405B-B172-8E32B3A8E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20" y="1540046"/>
            <a:ext cx="11658062" cy="408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2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cs typeface="Calibri Light"/>
              </a:rPr>
              <a:t>Variables - </a:t>
            </a:r>
            <a:r>
              <a:rPr lang="en-US" sz="4800" b="1" i="1" dirty="0">
                <a:cs typeface="Calibri Light"/>
              </a:rPr>
              <a:t>input</a:t>
            </a:r>
            <a:r>
              <a:rPr lang="en-US" sz="4800" b="1" dirty="0">
                <a:cs typeface="Calibri Light"/>
              </a:rPr>
              <a:t> command </a:t>
            </a:r>
            <a:endParaRPr lang="en-US" sz="4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418F0-C295-45F5-A93E-EC21CBEFE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80" y="1605455"/>
            <a:ext cx="11833640" cy="364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2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Task 1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733550"/>
            <a:ext cx="11001375" cy="3143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Write code for the following: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Create a variable to store the value of your age. Assign the value of your age to that variable and display it with the following text: “What a great age!”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70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cs typeface="Calibri Light"/>
              </a:rPr>
              <a:t>Variables </a:t>
            </a:r>
            <a:endParaRPr lang="en-US" sz="4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50112-2FA7-4F86-8A0F-C01ADC5E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43" y="1601021"/>
            <a:ext cx="11182008" cy="147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6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Calibri Light"/>
              </a:rPr>
              <a:t>Variables - </a:t>
            </a:r>
            <a:r>
              <a:rPr lang="en-US" b="1" i="1" dirty="0">
                <a:cs typeface="Calibri Light"/>
              </a:rPr>
              <a:t>how to declare a variable</a:t>
            </a:r>
            <a:endParaRPr lang="en-US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1C45C-26B6-495B-B889-E77D5710453C}"/>
              </a:ext>
            </a:extLst>
          </p:cNvPr>
          <p:cNvSpPr txBox="1"/>
          <p:nvPr/>
        </p:nvSpPr>
        <p:spPr>
          <a:xfrm>
            <a:off x="114300" y="1360249"/>
            <a:ext cx="123825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>
                <a:latin typeface="Arial Narrow" panose="020B0606020202030204" pitchFamily="34" charset="0"/>
              </a:rPr>
              <a:t>&lt;variable-name&gt; = &lt;expression&gt;</a:t>
            </a:r>
          </a:p>
          <a:p>
            <a:endParaRPr lang="en-IE" sz="3200" dirty="0">
              <a:latin typeface="Arial Narrow" panose="020B0606020202030204" pitchFamily="34" charset="0"/>
            </a:endParaRPr>
          </a:p>
          <a:p>
            <a:r>
              <a:rPr lang="en-IE" sz="3200" dirty="0">
                <a:latin typeface="Arial Narrow" panose="020B0606020202030204" pitchFamily="34" charset="0"/>
              </a:rPr>
              <a:t> The ‘=‘ symbol in the middle is the Python </a:t>
            </a:r>
            <a:r>
              <a:rPr lang="en-IE" sz="3200" i="1" u="sng" dirty="0">
                <a:latin typeface="Arial Narrow" panose="020B0606020202030204" pitchFamily="34" charset="0"/>
              </a:rPr>
              <a:t>assignment</a:t>
            </a:r>
            <a:r>
              <a:rPr lang="en-IE" sz="3200" dirty="0">
                <a:latin typeface="Arial Narrow" panose="020B0606020202030204" pitchFamily="34" charset="0"/>
              </a:rPr>
              <a:t> operator</a:t>
            </a:r>
          </a:p>
          <a:p>
            <a:endParaRPr lang="en-IE" sz="3200" dirty="0">
              <a:latin typeface="Arial Narrow" panose="020B0606020202030204" pitchFamily="34" charset="0"/>
            </a:endParaRPr>
          </a:p>
          <a:p>
            <a:r>
              <a:rPr lang="en-IE" sz="3200" dirty="0" err="1">
                <a:latin typeface="Arial Narrow" panose="020B0606020202030204" pitchFamily="34" charset="0"/>
              </a:rPr>
              <a:t>personName</a:t>
            </a:r>
            <a:r>
              <a:rPr lang="en-IE" sz="3200" dirty="0">
                <a:latin typeface="Arial Narrow" panose="020B0606020202030204" pitchFamily="34" charset="0"/>
              </a:rPr>
              <a:t> = “Alex”</a:t>
            </a:r>
          </a:p>
          <a:p>
            <a:r>
              <a:rPr lang="en-IE" sz="3200" dirty="0" err="1">
                <a:latin typeface="Arial Narrow" panose="020B0606020202030204" pitchFamily="34" charset="0"/>
              </a:rPr>
              <a:t>personAge</a:t>
            </a:r>
            <a:r>
              <a:rPr lang="en-IE" sz="3200" dirty="0">
                <a:latin typeface="Arial Narrow" panose="020B0606020202030204" pitchFamily="34" charset="0"/>
              </a:rPr>
              <a:t> = 17</a:t>
            </a:r>
          </a:p>
          <a:p>
            <a:r>
              <a:rPr lang="en-IE" sz="3200" dirty="0" err="1">
                <a:latin typeface="Arial Narrow" panose="020B0606020202030204" pitchFamily="34" charset="0"/>
              </a:rPr>
              <a:t>yearlyIncome</a:t>
            </a:r>
            <a:r>
              <a:rPr lang="en-IE" sz="3200" dirty="0">
                <a:latin typeface="Arial Narrow" panose="020B0606020202030204" pitchFamily="34" charset="0"/>
              </a:rPr>
              <a:t> = 1000 * 52</a:t>
            </a:r>
          </a:p>
          <a:p>
            <a:r>
              <a:rPr lang="en-IE" sz="3200" dirty="0" err="1">
                <a:latin typeface="Arial Narrow" panose="020B0606020202030204" pitchFamily="34" charset="0"/>
              </a:rPr>
              <a:t>personHeight</a:t>
            </a:r>
            <a:r>
              <a:rPr lang="en-IE" sz="3200" dirty="0">
                <a:latin typeface="Arial Narrow" panose="020B0606020202030204" pitchFamily="34" charset="0"/>
              </a:rPr>
              <a:t> = input(“What is your height in cm?)</a:t>
            </a:r>
          </a:p>
        </p:txBody>
      </p:sp>
    </p:spTree>
    <p:extLst>
      <p:ext uri="{BB962C8B-B14F-4D97-AF65-F5344CB8AC3E}">
        <p14:creationId xmlns:p14="http://schemas.microsoft.com/office/powerpoint/2010/main" val="2415201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cs typeface="Calibri Light"/>
              </a:rPr>
              <a:t>Variables </a:t>
            </a:r>
            <a:endParaRPr lang="en-US" sz="4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467D3-F914-4171-AB5D-3D2C2857B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5" y="1285876"/>
            <a:ext cx="12051077" cy="1819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2FA71B-023E-4782-B8FC-65223CB5B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8" y="3171825"/>
            <a:ext cx="8824292" cy="2933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46CA70-EE32-41B1-90B1-2A3A8C9C8684}"/>
              </a:ext>
            </a:extLst>
          </p:cNvPr>
          <p:cNvSpPr txBox="1"/>
          <p:nvPr/>
        </p:nvSpPr>
        <p:spPr>
          <a:xfrm>
            <a:off x="8865703" y="4074249"/>
            <a:ext cx="2696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Complete task 2 in handout</a:t>
            </a:r>
          </a:p>
        </p:txBody>
      </p:sp>
    </p:spTree>
    <p:extLst>
      <p:ext uri="{BB962C8B-B14F-4D97-AF65-F5344CB8AC3E}">
        <p14:creationId xmlns:p14="http://schemas.microsoft.com/office/powerpoint/2010/main" val="1805448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216886-62E2-42BC-AC94-D4503AE26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cs typeface="Calibri Light"/>
              </a:rPr>
              <a:t>Variables - </a:t>
            </a:r>
            <a:r>
              <a:rPr lang="en-US" sz="4800" b="1" i="1" dirty="0" err="1">
                <a:cs typeface="Calibri Light"/>
              </a:rPr>
              <a:t>Initialisation</a:t>
            </a:r>
            <a:r>
              <a:rPr lang="en-US" sz="4800" b="1" dirty="0">
                <a:cs typeface="Calibri Light"/>
              </a:rPr>
              <a:t> </a:t>
            </a:r>
            <a:endParaRPr lang="en-US" sz="4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9C06-9614-4B34-A70C-ABEAA3B9E8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354860-7DCD-40D9-9813-A257A98AFF46}"/>
              </a:ext>
            </a:extLst>
          </p:cNvPr>
          <p:cNvSpPr txBox="1"/>
          <p:nvPr/>
        </p:nvSpPr>
        <p:spPr>
          <a:xfrm>
            <a:off x="85724" y="1533525"/>
            <a:ext cx="118205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000" dirty="0">
                <a:latin typeface="Calibri" panose="020F0502020204030204" pitchFamily="34" charset="0"/>
                <a:cs typeface="Calibri" panose="020F0502020204030204" pitchFamily="34" charset="0"/>
              </a:rPr>
              <a:t>Variables are used by programs to store data</a:t>
            </a:r>
          </a:p>
          <a:p>
            <a:endParaRPr lang="en-IE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E" sz="4000" dirty="0">
                <a:latin typeface="Calibri" panose="020F0502020204030204" pitchFamily="34" charset="0"/>
                <a:cs typeface="Calibri" panose="020F0502020204030204" pitchFamily="34" charset="0"/>
              </a:rPr>
              <a:t>If a value is needed at a later stage in the program use a variable to store it</a:t>
            </a:r>
          </a:p>
          <a:p>
            <a:endParaRPr lang="en-IE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E" sz="4000" dirty="0">
                <a:latin typeface="Calibri" panose="020F0502020204030204" pitchFamily="34" charset="0"/>
                <a:cs typeface="Calibri" panose="020F0502020204030204" pitchFamily="34" charset="0"/>
              </a:rPr>
              <a:t>When a variable is used for the 1</a:t>
            </a:r>
            <a:r>
              <a:rPr lang="en-IE" sz="4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IE" sz="4000" dirty="0">
                <a:latin typeface="Calibri" panose="020F0502020204030204" pitchFamily="34" charset="0"/>
                <a:cs typeface="Calibri" panose="020F0502020204030204" pitchFamily="34" charset="0"/>
              </a:rPr>
              <a:t> time, it must be given a value.  This is called </a:t>
            </a:r>
            <a:r>
              <a:rPr lang="en-IE" sz="4000" i="1" dirty="0">
                <a:latin typeface="Calibri" panose="020F0502020204030204" pitchFamily="34" charset="0"/>
                <a:cs typeface="Calibri" panose="020F0502020204030204" pitchFamily="34" charset="0"/>
              </a:rPr>
              <a:t>Initialisation</a:t>
            </a:r>
          </a:p>
        </p:txBody>
      </p:sp>
    </p:spTree>
    <p:extLst>
      <p:ext uri="{BB962C8B-B14F-4D97-AF65-F5344CB8AC3E}">
        <p14:creationId xmlns:p14="http://schemas.microsoft.com/office/powerpoint/2010/main" val="140888510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Guidelines for naming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752600"/>
            <a:ext cx="10906125" cy="4552950"/>
          </a:xfrm>
        </p:spPr>
        <p:txBody>
          <a:bodyPr>
            <a:normAutofit/>
          </a:bodyPr>
          <a:lstStyle/>
          <a:p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Variable should be </a:t>
            </a:r>
            <a:r>
              <a:rPr lang="en-IE" sz="3600" b="1" dirty="0">
                <a:latin typeface="Calibri" panose="020F0502020204030204" pitchFamily="34" charset="0"/>
                <a:cs typeface="Calibri" panose="020F0502020204030204" pitchFamily="34" charset="0"/>
              </a:rPr>
              <a:t>meaningful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&amp; simple</a:t>
            </a:r>
          </a:p>
          <a:p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In multi-word variable names, we use </a:t>
            </a:r>
            <a:r>
              <a:rPr lang="en-IE" sz="3600" b="1" dirty="0">
                <a:latin typeface="Calibri" panose="020F0502020204030204" pitchFamily="34" charset="0"/>
                <a:cs typeface="Calibri" panose="020F0502020204030204" pitchFamily="34" charset="0"/>
              </a:rPr>
              <a:t>camel case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. The initial word is lower case, then subsequent words start with capital</a:t>
            </a:r>
          </a:p>
          <a:p>
            <a:pPr lvl="1"/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firstName</a:t>
            </a: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addressLine1</a:t>
            </a:r>
          </a:p>
          <a:p>
            <a:pPr lvl="1"/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totalScore</a:t>
            </a: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986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Syntax rules for variable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061756"/>
            <a:ext cx="11849100" cy="5343526"/>
          </a:xfrm>
        </p:spPr>
        <p:txBody>
          <a:bodyPr>
            <a:normAutofit lnSpcReduction="10000"/>
          </a:bodyPr>
          <a:lstStyle/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variable name cannot be a word already reserved by Python (e.g. “print” “def”, etc.)</a:t>
            </a:r>
            <a:endParaRPr lang="en-IE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Variable names must contain only letters, digits, and the underscore character, _.</a:t>
            </a:r>
            <a:endParaRPr lang="en-IE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Variable names cannot have a digit for the first character. </a:t>
            </a:r>
            <a:endParaRPr lang="en-IE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Spaces or dots are not allowed in a variable name</a:t>
            </a:r>
            <a:endParaRPr lang="en-IE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530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6" y="128410"/>
            <a:ext cx="10764839" cy="1400530"/>
          </a:xfrm>
        </p:spPr>
        <p:txBody>
          <a:bodyPr/>
          <a:lstStyle/>
          <a:p>
            <a:r>
              <a:rPr lang="en-IE" sz="5400" dirty="0">
                <a:latin typeface="Calibri" panose="020F0502020204030204" pitchFamily="34" charset="0"/>
                <a:cs typeface="Calibri" panose="020F0502020204030204" pitchFamily="34" charset="0"/>
              </a:rPr>
              <a:t>Python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81454"/>
            <a:ext cx="12020550" cy="4100053"/>
          </a:xfrm>
        </p:spPr>
        <p:txBody>
          <a:bodyPr numCol="4">
            <a:normAutofit fontScale="92500" lnSpcReduction="10000"/>
          </a:bodyPr>
          <a:lstStyle/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None 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break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continue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endParaRPr lang="en-I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global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2400" dirty="0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</a:p>
          <a:p>
            <a:pPr>
              <a:lnSpc>
                <a:spcPct val="170000"/>
              </a:lnSpc>
              <a:buFontTx/>
              <a:buChar char="-"/>
            </a:pPr>
            <a:endParaRPr lang="en-I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65A08-0696-4B13-B009-9B7A53E739D7}"/>
              </a:ext>
            </a:extLst>
          </p:cNvPr>
          <p:cNvSpPr txBox="1"/>
          <p:nvPr/>
        </p:nvSpPr>
        <p:spPr>
          <a:xfrm>
            <a:off x="484186" y="1104900"/>
            <a:ext cx="10964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These are words that Python uses for particular purposes. Do not use a keyword as a variable  name</a:t>
            </a:r>
          </a:p>
        </p:txBody>
      </p:sp>
    </p:spTree>
    <p:extLst>
      <p:ext uri="{BB962C8B-B14F-4D97-AF65-F5344CB8AC3E}">
        <p14:creationId xmlns:p14="http://schemas.microsoft.com/office/powerpoint/2010/main" val="3413047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6" y="186018"/>
            <a:ext cx="10764839" cy="1400530"/>
          </a:xfrm>
        </p:spPr>
        <p:txBody>
          <a:bodyPr/>
          <a:lstStyle/>
          <a:p>
            <a:r>
              <a:rPr lang="en-IE" sz="5400" dirty="0">
                <a:latin typeface="Calibri" panose="020F0502020204030204" pitchFamily="34" charset="0"/>
                <a:cs typeface="Calibri" panose="020F0502020204030204" pitchFamily="34" charset="0"/>
              </a:rPr>
              <a:t>Variable names – are they correct?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1438274"/>
            <a:ext cx="11849100" cy="4733926"/>
          </a:xfrm>
        </p:spPr>
        <p:txBody>
          <a:bodyPr numCol="2">
            <a:normAutofit fontScale="92500" lnSpcReduction="10000"/>
          </a:bodyPr>
          <a:lstStyle/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aVariable</a:t>
            </a: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27_item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class-7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moreAt</a:t>
            </a: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a Variable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more@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grade_7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Item27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018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6" y="166968"/>
            <a:ext cx="10764839" cy="1400530"/>
          </a:xfrm>
        </p:spPr>
        <p:txBody>
          <a:bodyPr/>
          <a:lstStyle/>
          <a:p>
            <a:r>
              <a:rPr lang="en-IE" sz="5400" dirty="0">
                <a:latin typeface="Calibri" panose="020F0502020204030204" pitchFamily="34" charset="0"/>
                <a:cs typeface="Calibri" panose="020F0502020204030204" pitchFamily="34" charset="0"/>
              </a:rPr>
              <a:t>Types of variables used in Python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58493ED-655F-4CD8-8A9A-E56BC0656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8047021"/>
              </p:ext>
            </p:extLst>
          </p:nvPr>
        </p:nvGraphicFramePr>
        <p:xfrm>
          <a:off x="47624" y="1847849"/>
          <a:ext cx="12096752" cy="3838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188">
                  <a:extLst>
                    <a:ext uri="{9D8B030D-6E8A-4147-A177-3AD203B41FA5}">
                      <a16:colId xmlns:a16="http://schemas.microsoft.com/office/drawing/2014/main" val="4053445166"/>
                    </a:ext>
                  </a:extLst>
                </a:gridCol>
                <a:gridCol w="3024188">
                  <a:extLst>
                    <a:ext uri="{9D8B030D-6E8A-4147-A177-3AD203B41FA5}">
                      <a16:colId xmlns:a16="http://schemas.microsoft.com/office/drawing/2014/main" val="2658449807"/>
                    </a:ext>
                  </a:extLst>
                </a:gridCol>
                <a:gridCol w="3024188">
                  <a:extLst>
                    <a:ext uri="{9D8B030D-6E8A-4147-A177-3AD203B41FA5}">
                      <a16:colId xmlns:a16="http://schemas.microsoft.com/office/drawing/2014/main" val="4192669190"/>
                    </a:ext>
                  </a:extLst>
                </a:gridCol>
                <a:gridCol w="3024188">
                  <a:extLst>
                    <a:ext uri="{9D8B030D-6E8A-4147-A177-3AD203B41FA5}">
                      <a16:colId xmlns:a16="http://schemas.microsoft.com/office/drawing/2014/main" val="4056582070"/>
                    </a:ext>
                  </a:extLst>
                </a:gridCol>
              </a:tblGrid>
              <a:tr h="670373">
                <a:tc>
                  <a:txBody>
                    <a:bodyPr/>
                    <a:lstStyle/>
                    <a:p>
                      <a:r>
                        <a:rPr lang="en-IE" dirty="0"/>
                        <a:t>Variable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Python 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69331"/>
                  </a:ext>
                </a:extLst>
              </a:tr>
              <a:tr h="670373">
                <a:tc>
                  <a:txBody>
                    <a:bodyPr/>
                    <a:lstStyle/>
                    <a:p>
                      <a:r>
                        <a:rPr lang="en-IE" b="1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Whole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915951"/>
                  </a:ext>
                </a:extLst>
              </a:tr>
              <a:tr h="670373">
                <a:tc>
                  <a:txBody>
                    <a:bodyPr/>
                    <a:lstStyle/>
                    <a:p>
                      <a:r>
                        <a:rPr lang="en-IE" b="1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Decimal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35.00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46762"/>
                  </a:ext>
                </a:extLst>
              </a:tr>
              <a:tr h="1157083">
                <a:tc>
                  <a:txBody>
                    <a:bodyPr/>
                    <a:lstStyle/>
                    <a:p>
                      <a:r>
                        <a:rPr lang="en-IE" b="1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Text, collection of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hello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19827"/>
                  </a:ext>
                </a:extLst>
              </a:tr>
              <a:tr h="670373">
                <a:tc>
                  <a:txBody>
                    <a:bodyPr/>
                    <a:lstStyle/>
                    <a:p>
                      <a:r>
                        <a:rPr lang="en-IE" b="1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True or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330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845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6" y="186018"/>
            <a:ext cx="10764839" cy="1400530"/>
          </a:xfrm>
        </p:spPr>
        <p:txBody>
          <a:bodyPr/>
          <a:lstStyle/>
          <a:p>
            <a:r>
              <a:rPr lang="en-IE" sz="5400" dirty="0">
                <a:latin typeface="Calibri" panose="020F0502020204030204" pitchFamily="34" charset="0"/>
                <a:cs typeface="Calibri" panose="020F0502020204030204" pitchFamily="34" charset="0"/>
              </a:rPr>
              <a:t>Name the variable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6" y="1095375"/>
            <a:ext cx="11001375" cy="5086350"/>
          </a:xfrm>
        </p:spPr>
        <p:txBody>
          <a:bodyPr numCol="1"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Save this program as variable_type.py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 = 5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y = “pi”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z = 3.14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k = True</a:t>
            </a: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506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6" y="186018"/>
            <a:ext cx="10764839" cy="1400530"/>
          </a:xfrm>
        </p:spPr>
        <p:txBody>
          <a:bodyPr/>
          <a:lstStyle/>
          <a:p>
            <a:r>
              <a:rPr lang="en-IE" sz="5400" dirty="0">
                <a:latin typeface="Calibri" panose="020F0502020204030204" pitchFamily="34" charset="0"/>
                <a:cs typeface="Calibri" panose="020F0502020204030204" pitchFamily="34" charset="0"/>
              </a:rPr>
              <a:t>Name the variable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6" y="1095375"/>
            <a:ext cx="11001375" cy="50863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print(type(y))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print(type(z))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print(type(k))</a:t>
            </a: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288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6" y="186018"/>
            <a:ext cx="10764839" cy="1400530"/>
          </a:xfrm>
        </p:spPr>
        <p:txBody>
          <a:bodyPr/>
          <a:lstStyle/>
          <a:p>
            <a:r>
              <a:rPr lang="en-IE" sz="5400" dirty="0">
                <a:latin typeface="Calibri" panose="020F0502020204030204" pitchFamily="34" charset="0"/>
                <a:cs typeface="Calibri" panose="020F0502020204030204" pitchFamily="34" charset="0"/>
              </a:rPr>
              <a:t>Variable Type: Integer and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6" y="1895475"/>
            <a:ext cx="11001375" cy="508635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An integer (int) is a whole number e.g. 2, 1987, -23, 0</a:t>
            </a:r>
          </a:p>
          <a:p>
            <a:pPr marL="0" indent="0"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A float is a decimal point number e.g. 2.4, 0.06, -4.5</a:t>
            </a:r>
          </a:p>
          <a:p>
            <a:pPr marL="0" indent="0"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041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Changing a variable type in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50863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x=5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 = 5.0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686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Converting a variable value </a:t>
            </a:r>
            <a:r>
              <a:rPr lang="en-IE" sz="4800" b="1" dirty="0">
                <a:latin typeface="Calibri" panose="020F0502020204030204" pitchFamily="34" charset="0"/>
                <a:cs typeface="Calibri" panose="020F0502020204030204" pitchFamily="34" charset="0"/>
              </a:rPr>
              <a:t>to a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5086350"/>
          </a:xfrm>
        </p:spPr>
        <p:txBody>
          <a:bodyPr numCol="1"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x=float(5)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print(x)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 = 5.0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397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Converting from float to int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5086350"/>
          </a:xfrm>
        </p:spPr>
        <p:txBody>
          <a:bodyPr numCol="1"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x=float(5)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 = int(5.9)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print(type(x))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#print(x)</a:t>
            </a: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567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Converting any python variable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50863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myInt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= int(“5”)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myFloat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= (float(“5.5”)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myString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= str(5)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myBool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= bool(“False”)</a:t>
            </a: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40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Converting any python variable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3143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myInt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myFloat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myString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myBool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A0CF8-C056-4B36-B73C-B263570FC7BD}"/>
              </a:ext>
            </a:extLst>
          </p:cNvPr>
          <p:cNvSpPr txBox="1"/>
          <p:nvPr/>
        </p:nvSpPr>
        <p:spPr>
          <a:xfrm>
            <a:off x="3794523" y="1276350"/>
            <a:ext cx="8103791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E" sz="3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myBool</a:t>
            </a:r>
            <a:r>
              <a:rPr lang="en-IE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returned as True. When a string is converted to a Boolean, all strings return a Boolean value of True unless they are empty, in which case, they have a </a:t>
            </a:r>
            <a:r>
              <a:rPr lang="en-IE" sz="3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IE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value of false</a:t>
            </a:r>
          </a:p>
        </p:txBody>
      </p:sp>
    </p:spTree>
    <p:extLst>
      <p:ext uri="{BB962C8B-B14F-4D97-AF65-F5344CB8AC3E}">
        <p14:creationId xmlns:p14="http://schemas.microsoft.com/office/powerpoint/2010/main" val="276948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Printing variables with descriptive text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3143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x=5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y=7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z=9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print(“The answer is:” , x , y , z)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066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Calculations on variables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76350"/>
            <a:ext cx="11001375" cy="3143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00FD13-77F8-475A-9BCE-5AB808DA4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862120"/>
              </p:ext>
            </p:extLst>
          </p:nvPr>
        </p:nvGraphicFramePr>
        <p:xfrm>
          <a:off x="530221" y="1129241"/>
          <a:ext cx="10764840" cy="5281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210">
                  <a:extLst>
                    <a:ext uri="{9D8B030D-6E8A-4147-A177-3AD203B41FA5}">
                      <a16:colId xmlns:a16="http://schemas.microsoft.com/office/drawing/2014/main" val="2154774377"/>
                    </a:ext>
                  </a:extLst>
                </a:gridCol>
                <a:gridCol w="2691210">
                  <a:extLst>
                    <a:ext uri="{9D8B030D-6E8A-4147-A177-3AD203B41FA5}">
                      <a16:colId xmlns:a16="http://schemas.microsoft.com/office/drawing/2014/main" val="1857456194"/>
                    </a:ext>
                  </a:extLst>
                </a:gridCol>
                <a:gridCol w="2691210">
                  <a:extLst>
                    <a:ext uri="{9D8B030D-6E8A-4147-A177-3AD203B41FA5}">
                      <a16:colId xmlns:a16="http://schemas.microsoft.com/office/drawing/2014/main" val="2863264608"/>
                    </a:ext>
                  </a:extLst>
                </a:gridCol>
                <a:gridCol w="2691210">
                  <a:extLst>
                    <a:ext uri="{9D8B030D-6E8A-4147-A177-3AD203B41FA5}">
                      <a16:colId xmlns:a16="http://schemas.microsoft.com/office/drawing/2014/main" val="926041710"/>
                    </a:ext>
                  </a:extLst>
                </a:gridCol>
              </a:tblGrid>
              <a:tr h="425988">
                <a:tc>
                  <a:txBody>
                    <a:bodyPr/>
                    <a:lstStyle/>
                    <a:p>
                      <a:r>
                        <a:rPr lang="en-IE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Python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Result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665917"/>
                  </a:ext>
                </a:extLst>
              </a:tr>
              <a:tr h="425988">
                <a:tc>
                  <a:txBody>
                    <a:bodyPr/>
                    <a:lstStyle/>
                    <a:p>
                      <a:r>
                        <a:rPr lang="en-IE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answer = x +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083710"/>
                  </a:ext>
                </a:extLst>
              </a:tr>
              <a:tr h="425988">
                <a:tc>
                  <a:txBody>
                    <a:bodyPr/>
                    <a:lstStyle/>
                    <a:p>
                      <a:r>
                        <a:rPr lang="en-IE" dirty="0"/>
                        <a:t>Subtract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answer = x -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281202"/>
                  </a:ext>
                </a:extLst>
              </a:tr>
              <a:tr h="425988">
                <a:tc>
                  <a:txBody>
                    <a:bodyPr/>
                    <a:lstStyle/>
                    <a:p>
                      <a:r>
                        <a:rPr lang="en-IE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answer = x *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665944"/>
                  </a:ext>
                </a:extLst>
              </a:tr>
              <a:tr h="735267">
                <a:tc>
                  <a:txBody>
                    <a:bodyPr/>
                    <a:lstStyle/>
                    <a:p>
                      <a:r>
                        <a:rPr lang="en-IE" dirty="0"/>
                        <a:t>Divide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answer = x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Always a float (has a decimal point)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13043"/>
                  </a:ext>
                </a:extLst>
              </a:tr>
              <a:tr h="1365496">
                <a:tc>
                  <a:txBody>
                    <a:bodyPr/>
                    <a:lstStyle/>
                    <a:p>
                      <a:r>
                        <a:rPr lang="en-IE" dirty="0"/>
                        <a:t>Floor divide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answer = x //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The number before a decimal point after division. Always an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33919"/>
                  </a:ext>
                </a:extLst>
              </a:tr>
              <a:tr h="1050381">
                <a:tc>
                  <a:txBody>
                    <a:bodyPr/>
                    <a:lstStyle/>
                    <a:p>
                      <a:r>
                        <a:rPr lang="en-IE" dirty="0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 %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The remainder in whole number after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273971"/>
                  </a:ext>
                </a:extLst>
              </a:tr>
              <a:tr h="425988">
                <a:tc>
                  <a:txBody>
                    <a:bodyPr/>
                    <a:lstStyle/>
                    <a:p>
                      <a:r>
                        <a:rPr lang="en-IE" dirty="0"/>
                        <a:t>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 **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 to the power of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01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555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Task 1</a:t>
            </a:r>
            <a:b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733549"/>
            <a:ext cx="11001375" cy="4640618"/>
          </a:xfrm>
        </p:spPr>
        <p:txBody>
          <a:bodyPr numCol="1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Write a program that assigns two numbers with decimal points (float) and then separately displays 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their sum, 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difference 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Extend this program by </a:t>
            </a:r>
            <a:r>
              <a:rPr lang="en-IE" sz="3600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asking for user input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for the 2 numbers</a:t>
            </a: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938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Task 2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733548"/>
            <a:ext cx="11001375" cy="4676129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Write a program that assigns two decimal numbers and then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- calculates and displays their average,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- the remainder after division,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- the first to the power of the second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Extend this program by </a:t>
            </a:r>
            <a:r>
              <a:rPr lang="en-IE" sz="3600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asking for user input 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for the 2 decimal numbers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518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Task 3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95398"/>
            <a:ext cx="11317289" cy="5424998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Write a program to calculate and display the total from the bill below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5 x mars bars @ €1 each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4 x cans of coke @ €1.50 each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3 x bags of crisps @ 80 cent each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2 x cups of tea @ €2 each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1 x slice pan @ €3.50 each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Extend this task to </a:t>
            </a:r>
            <a:r>
              <a:rPr lang="en-IE" sz="3600" b="1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ask the user</a:t>
            </a:r>
            <a:r>
              <a:rPr lang="en-IE" sz="3600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how many of each item they want and then display the total bill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85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Task 4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95398"/>
            <a:ext cx="11317289" cy="5424998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Write a program to convert Fahrenheit temperature to degrees Celsius. As for </a:t>
            </a:r>
            <a:r>
              <a:rPr lang="en-IE" sz="3600" b="1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user input</a:t>
            </a:r>
            <a:r>
              <a:rPr lang="en-IE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for the Fahrenheit temperature to convert to degrees Celsius.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Use the formula: </a:t>
            </a:r>
            <a:r>
              <a:rPr lang="en-IE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celsius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 = (5/9) * (Fahrenheit – 32)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Display the answer with suitable text</a:t>
            </a: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263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2330-453A-4ACD-8B23-665D37F8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6" y="252693"/>
            <a:ext cx="10764839" cy="1400530"/>
          </a:xfrm>
        </p:spPr>
        <p:txBody>
          <a:bodyPr/>
          <a:lstStyle/>
          <a:p>
            <a:r>
              <a:rPr lang="en-IE" sz="4800" dirty="0">
                <a:latin typeface="Calibri" panose="020F0502020204030204" pitchFamily="34" charset="0"/>
                <a:cs typeface="Calibri" panose="020F0502020204030204" pitchFamily="34" charset="0"/>
              </a:rPr>
              <a:t>Task 5</a:t>
            </a:r>
            <a:endParaRPr lang="en-IE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E672D-1113-40FB-B4CE-D30C4DBF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86" y="1295398"/>
            <a:ext cx="11317289" cy="5424998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Design and write a program that </a:t>
            </a:r>
            <a:r>
              <a:rPr lang="en-IE" sz="3600" b="1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asks for user input </a:t>
            </a: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for  the height (h) and radius (r) of a cylinder.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Calculate the volume of a cylinder using the formula: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volume = 3.14 * r ** 2 * 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3600" dirty="0">
                <a:latin typeface="Calibri" panose="020F0502020204030204" pitchFamily="34" charset="0"/>
                <a:cs typeface="Calibri" panose="020F0502020204030204" pitchFamily="34" charset="0"/>
              </a:rPr>
              <a:t>Print out the volume of the cylinder with an </a:t>
            </a:r>
            <a:r>
              <a:rPr lang="en-IE" sz="3600">
                <a:latin typeface="Calibri" panose="020F0502020204030204" pitchFamily="34" charset="0"/>
                <a:cs typeface="Calibri" panose="020F0502020204030204" pitchFamily="34" charset="0"/>
              </a:rPr>
              <a:t>appropriate message</a:t>
            </a: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endParaRPr lang="en-I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537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8ED892-1259-4A55-B998-AF050E6CB78D}">
  <ds:schemaRefs>
    <ds:schemaRef ds:uri="2a24f1cd-5e3a-428d-a962-0c0266cdec1f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2522d011-583a-4cec-893b-a3e4ebe7a88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84522B-E225-4693-B1DD-D060DA701B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7F027B-9BC5-4254-80E1-221B3826A83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1431</Words>
  <Application>Microsoft Office PowerPoint</Application>
  <PresentationFormat>Widescreen</PresentationFormat>
  <Paragraphs>299</Paragraphs>
  <Slides>34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Narrow</vt:lpstr>
      <vt:lpstr>Calibri</vt:lpstr>
      <vt:lpstr>Century Gothic</vt:lpstr>
      <vt:lpstr>Wingdings</vt:lpstr>
      <vt:lpstr>Wingdings 3</vt:lpstr>
      <vt:lpstr>Ion</vt:lpstr>
      <vt:lpstr>Python –  Variables</vt:lpstr>
      <vt:lpstr>Learning Intentions – 06/09/2021</vt:lpstr>
      <vt:lpstr>Indentation</vt:lpstr>
      <vt:lpstr>Indentation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1</vt:lpstr>
      <vt:lpstr>PowerPoint Presentation</vt:lpstr>
      <vt:lpstr>PowerPoint Presentation</vt:lpstr>
      <vt:lpstr>PowerPoint Presentation</vt:lpstr>
      <vt:lpstr>PowerPoint Presentation</vt:lpstr>
      <vt:lpstr>Guidelines for naming variables</vt:lpstr>
      <vt:lpstr>Syntax rules for variable naming</vt:lpstr>
      <vt:lpstr>Python Keywords</vt:lpstr>
      <vt:lpstr>Variable names – are they correct?</vt:lpstr>
      <vt:lpstr>Types of variables used in Python</vt:lpstr>
      <vt:lpstr>Name the variable type</vt:lpstr>
      <vt:lpstr>Name the variable type</vt:lpstr>
      <vt:lpstr>Variable Type: Integer and Float</vt:lpstr>
      <vt:lpstr>Changing a variable type in the program</vt:lpstr>
      <vt:lpstr>Converting a variable value to a float</vt:lpstr>
      <vt:lpstr>Converting from float to int</vt:lpstr>
      <vt:lpstr>Converting any python variable</vt:lpstr>
      <vt:lpstr>Converting any python variable</vt:lpstr>
      <vt:lpstr>Printing variables with descriptive text</vt:lpstr>
      <vt:lpstr>Calculations on variables</vt:lpstr>
      <vt:lpstr>Task 1 </vt:lpstr>
      <vt:lpstr>Task 2</vt:lpstr>
      <vt:lpstr>Task 3</vt:lpstr>
      <vt:lpstr>Task 4</vt:lpstr>
      <vt:lpstr>Task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–  Variables</dc:title>
  <dc:creator>Pauline Smyth</dc:creator>
  <cp:lastModifiedBy>Pauline Smyth</cp:lastModifiedBy>
  <cp:revision>1</cp:revision>
  <dcterms:created xsi:type="dcterms:W3CDTF">2021-09-05T20:04:40Z</dcterms:created>
  <dcterms:modified xsi:type="dcterms:W3CDTF">2023-11-21T11:38:10Z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  <property fmtid="{D5CDD505-2E9C-101B-9397-08002B2CF9AE}" pid="3" name="MediaServiceImageTags">
    <vt:lpwstr/>
  </property>
</Properties>
</file>