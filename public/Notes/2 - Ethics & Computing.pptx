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304" r:id="rId4"/>
    <p:sldId id="305" r:id="rId5"/>
    <p:sldId id="309" r:id="rId6"/>
    <p:sldId id="306" r:id="rId7"/>
    <p:sldId id="307" r:id="rId8"/>
    <p:sldId id="30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50B5DD-2CCC-1B59-B84A-24342B44FF12}" v="6" dt="2022-08-30T13:20:07.142"/>
    <p1510:client id="{D44FACC6-79A9-4CB0-A693-8FD775271B5B}" v="6" dt="2022-08-31T11:51:53.7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ine Smyth" userId="S::psmyth.spc@lmetb.ie::de5ce227-53e3-42c9-b7e0-2fb7785ba6f5" providerId="AD" clId="Web-{7850B5DD-2CCC-1B59-B84A-24342B44FF12}"/>
    <pc:docChg chg="modSld">
      <pc:chgData name="Pauline Smyth" userId="S::psmyth.spc@lmetb.ie::de5ce227-53e3-42c9-b7e0-2fb7785ba6f5" providerId="AD" clId="Web-{7850B5DD-2CCC-1B59-B84A-24342B44FF12}" dt="2022-08-30T13:20:07.142" v="5" actId="14100"/>
      <pc:docMkLst>
        <pc:docMk/>
      </pc:docMkLst>
      <pc:sldChg chg="modSp">
        <pc:chgData name="Pauline Smyth" userId="S::psmyth.spc@lmetb.ie::de5ce227-53e3-42c9-b7e0-2fb7785ba6f5" providerId="AD" clId="Web-{7850B5DD-2CCC-1B59-B84A-24342B44FF12}" dt="2022-08-30T13:17:51.420" v="3" actId="14100"/>
        <pc:sldMkLst>
          <pc:docMk/>
          <pc:sldMk cId="1344736394" sldId="257"/>
        </pc:sldMkLst>
        <pc:spChg chg="mod">
          <ac:chgData name="Pauline Smyth" userId="S::psmyth.spc@lmetb.ie::de5ce227-53e3-42c9-b7e0-2fb7785ba6f5" providerId="AD" clId="Web-{7850B5DD-2CCC-1B59-B84A-24342B44FF12}" dt="2022-08-30T13:17:51.420" v="3" actId="14100"/>
          <ac:spMkLst>
            <pc:docMk/>
            <pc:sldMk cId="1344736394" sldId="257"/>
            <ac:spMk id="3" creationId="{09C4E21D-6169-4B7E-B3CE-F5610B6E1475}"/>
          </ac:spMkLst>
        </pc:spChg>
      </pc:sldChg>
      <pc:sldChg chg="modSp">
        <pc:chgData name="Pauline Smyth" userId="S::psmyth.spc@lmetb.ie::de5ce227-53e3-42c9-b7e0-2fb7785ba6f5" providerId="AD" clId="Web-{7850B5DD-2CCC-1B59-B84A-24342B44FF12}" dt="2022-08-30T13:20:07.142" v="5" actId="14100"/>
        <pc:sldMkLst>
          <pc:docMk/>
          <pc:sldMk cId="3391531649" sldId="304"/>
        </pc:sldMkLst>
        <pc:spChg chg="mod">
          <ac:chgData name="Pauline Smyth" userId="S::psmyth.spc@lmetb.ie::de5ce227-53e3-42c9-b7e0-2fb7785ba6f5" providerId="AD" clId="Web-{7850B5DD-2CCC-1B59-B84A-24342B44FF12}" dt="2022-08-30T13:20:07.142" v="5" actId="14100"/>
          <ac:spMkLst>
            <pc:docMk/>
            <pc:sldMk cId="3391531649" sldId="304"/>
            <ac:spMk id="3" creationId="{09C4E21D-6169-4B7E-B3CE-F5610B6E1475}"/>
          </ac:spMkLst>
        </pc:spChg>
      </pc:sldChg>
    </pc:docChg>
  </pc:docChgLst>
  <pc:docChgLst>
    <pc:chgData name="Pauline Smyth" userId="de5ce227-53e3-42c9-b7e0-2fb7785ba6f5" providerId="ADAL" clId="{D44FACC6-79A9-4CB0-A693-8FD775271B5B}"/>
    <pc:docChg chg="undo custSel addSld delSld modSld sldOrd">
      <pc:chgData name="Pauline Smyth" userId="de5ce227-53e3-42c9-b7e0-2fb7785ba6f5" providerId="ADAL" clId="{D44FACC6-79A9-4CB0-A693-8FD775271B5B}" dt="2022-08-31T11:51:53.755" v="563"/>
      <pc:docMkLst>
        <pc:docMk/>
      </pc:docMkLst>
      <pc:sldChg chg="modSp mod">
        <pc:chgData name="Pauline Smyth" userId="de5ce227-53e3-42c9-b7e0-2fb7785ba6f5" providerId="ADAL" clId="{D44FACC6-79A9-4CB0-A693-8FD775271B5B}" dt="2022-08-30T12:21:36.085" v="95" actId="1076"/>
        <pc:sldMkLst>
          <pc:docMk/>
          <pc:sldMk cId="1372550213" sldId="256"/>
        </pc:sldMkLst>
        <pc:spChg chg="mod">
          <ac:chgData name="Pauline Smyth" userId="de5ce227-53e3-42c9-b7e0-2fb7785ba6f5" providerId="ADAL" clId="{D44FACC6-79A9-4CB0-A693-8FD775271B5B}" dt="2022-08-30T12:21:36.085" v="95" actId="1076"/>
          <ac:spMkLst>
            <pc:docMk/>
            <pc:sldMk cId="1372550213" sldId="256"/>
            <ac:spMk id="2" creationId="{D7987611-3605-47BC-B91B-0DA5D049FA40}"/>
          </ac:spMkLst>
        </pc:spChg>
      </pc:sldChg>
      <pc:sldChg chg="modSp mod">
        <pc:chgData name="Pauline Smyth" userId="de5ce227-53e3-42c9-b7e0-2fb7785ba6f5" providerId="ADAL" clId="{D44FACC6-79A9-4CB0-A693-8FD775271B5B}" dt="2022-08-30T21:30:43.773" v="562" actId="403"/>
        <pc:sldMkLst>
          <pc:docMk/>
          <pc:sldMk cId="1344736394" sldId="257"/>
        </pc:sldMkLst>
        <pc:spChg chg="mod">
          <ac:chgData name="Pauline Smyth" userId="de5ce227-53e3-42c9-b7e0-2fb7785ba6f5" providerId="ADAL" clId="{D44FACC6-79A9-4CB0-A693-8FD775271B5B}" dt="2022-08-30T11:12:45.540" v="29" actId="1076"/>
          <ac:spMkLst>
            <pc:docMk/>
            <pc:sldMk cId="1344736394" sldId="257"/>
            <ac:spMk id="2" creationId="{E5BFCB2C-0F0E-4169-BA43-DB98346AFDDA}"/>
          </ac:spMkLst>
        </pc:spChg>
        <pc:spChg chg="mod">
          <ac:chgData name="Pauline Smyth" userId="de5ce227-53e3-42c9-b7e0-2fb7785ba6f5" providerId="ADAL" clId="{D44FACC6-79A9-4CB0-A693-8FD775271B5B}" dt="2022-08-30T21:30:43.773" v="562" actId="403"/>
          <ac:spMkLst>
            <pc:docMk/>
            <pc:sldMk cId="1344736394" sldId="257"/>
            <ac:spMk id="3" creationId="{09C4E21D-6169-4B7E-B3CE-F5610B6E1475}"/>
          </ac:spMkLst>
        </pc:spChg>
      </pc:sldChg>
      <pc:sldChg chg="del">
        <pc:chgData name="Pauline Smyth" userId="de5ce227-53e3-42c9-b7e0-2fb7785ba6f5" providerId="ADAL" clId="{D44FACC6-79A9-4CB0-A693-8FD775271B5B}" dt="2022-08-30T12:21:41.766" v="97" actId="47"/>
        <pc:sldMkLst>
          <pc:docMk/>
          <pc:sldMk cId="944219556" sldId="259"/>
        </pc:sldMkLst>
      </pc:sldChg>
      <pc:sldChg chg="del">
        <pc:chgData name="Pauline Smyth" userId="de5ce227-53e3-42c9-b7e0-2fb7785ba6f5" providerId="ADAL" clId="{D44FACC6-79A9-4CB0-A693-8FD775271B5B}" dt="2022-08-30T12:21:43.828" v="103" actId="47"/>
        <pc:sldMkLst>
          <pc:docMk/>
          <pc:sldMk cId="734556218" sldId="260"/>
        </pc:sldMkLst>
      </pc:sldChg>
      <pc:sldChg chg="del">
        <pc:chgData name="Pauline Smyth" userId="de5ce227-53e3-42c9-b7e0-2fb7785ba6f5" providerId="ADAL" clId="{D44FACC6-79A9-4CB0-A693-8FD775271B5B}" dt="2022-08-30T12:21:44.189" v="105" actId="47"/>
        <pc:sldMkLst>
          <pc:docMk/>
          <pc:sldMk cId="2421185717" sldId="261"/>
        </pc:sldMkLst>
      </pc:sldChg>
      <pc:sldChg chg="del">
        <pc:chgData name="Pauline Smyth" userId="de5ce227-53e3-42c9-b7e0-2fb7785ba6f5" providerId="ADAL" clId="{D44FACC6-79A9-4CB0-A693-8FD775271B5B}" dt="2022-08-30T12:21:45.257" v="111" actId="47"/>
        <pc:sldMkLst>
          <pc:docMk/>
          <pc:sldMk cId="3472791" sldId="262"/>
        </pc:sldMkLst>
      </pc:sldChg>
      <pc:sldChg chg="del">
        <pc:chgData name="Pauline Smyth" userId="de5ce227-53e3-42c9-b7e0-2fb7785ba6f5" providerId="ADAL" clId="{D44FACC6-79A9-4CB0-A693-8FD775271B5B}" dt="2022-08-30T12:21:44.007" v="104" actId="47"/>
        <pc:sldMkLst>
          <pc:docMk/>
          <pc:sldMk cId="2315375430" sldId="263"/>
        </pc:sldMkLst>
      </pc:sldChg>
      <pc:sldChg chg="del">
        <pc:chgData name="Pauline Smyth" userId="de5ce227-53e3-42c9-b7e0-2fb7785ba6f5" providerId="ADAL" clId="{D44FACC6-79A9-4CB0-A693-8FD775271B5B}" dt="2022-08-30T12:21:44.365" v="106" actId="47"/>
        <pc:sldMkLst>
          <pc:docMk/>
          <pc:sldMk cId="827775347" sldId="264"/>
        </pc:sldMkLst>
      </pc:sldChg>
      <pc:sldChg chg="del">
        <pc:chgData name="Pauline Smyth" userId="de5ce227-53e3-42c9-b7e0-2fb7785ba6f5" providerId="ADAL" clId="{D44FACC6-79A9-4CB0-A693-8FD775271B5B}" dt="2022-08-30T12:21:44.577" v="107" actId="47"/>
        <pc:sldMkLst>
          <pc:docMk/>
          <pc:sldMk cId="3621621755" sldId="265"/>
        </pc:sldMkLst>
      </pc:sldChg>
      <pc:sldChg chg="del">
        <pc:chgData name="Pauline Smyth" userId="de5ce227-53e3-42c9-b7e0-2fb7785ba6f5" providerId="ADAL" clId="{D44FACC6-79A9-4CB0-A693-8FD775271B5B}" dt="2022-08-30T12:21:45.434" v="112" actId="47"/>
        <pc:sldMkLst>
          <pc:docMk/>
          <pc:sldMk cId="788612998" sldId="266"/>
        </pc:sldMkLst>
      </pc:sldChg>
      <pc:sldChg chg="del">
        <pc:chgData name="Pauline Smyth" userId="de5ce227-53e3-42c9-b7e0-2fb7785ba6f5" providerId="ADAL" clId="{D44FACC6-79A9-4CB0-A693-8FD775271B5B}" dt="2022-08-30T12:21:45.028" v="108" actId="47"/>
        <pc:sldMkLst>
          <pc:docMk/>
          <pc:sldMk cId="1783488795" sldId="267"/>
        </pc:sldMkLst>
      </pc:sldChg>
      <pc:sldChg chg="del">
        <pc:chgData name="Pauline Smyth" userId="de5ce227-53e3-42c9-b7e0-2fb7785ba6f5" providerId="ADAL" clId="{D44FACC6-79A9-4CB0-A693-8FD775271B5B}" dt="2022-08-30T12:21:45.067" v="109" actId="47"/>
        <pc:sldMkLst>
          <pc:docMk/>
          <pc:sldMk cId="4233950210" sldId="268"/>
        </pc:sldMkLst>
      </pc:sldChg>
      <pc:sldChg chg="del">
        <pc:chgData name="Pauline Smyth" userId="de5ce227-53e3-42c9-b7e0-2fb7785ba6f5" providerId="ADAL" clId="{D44FACC6-79A9-4CB0-A693-8FD775271B5B}" dt="2022-08-30T12:21:45.106" v="110" actId="47"/>
        <pc:sldMkLst>
          <pc:docMk/>
          <pc:sldMk cId="3232376898" sldId="269"/>
        </pc:sldMkLst>
      </pc:sldChg>
      <pc:sldChg chg="del">
        <pc:chgData name="Pauline Smyth" userId="de5ce227-53e3-42c9-b7e0-2fb7785ba6f5" providerId="ADAL" clId="{D44FACC6-79A9-4CB0-A693-8FD775271B5B}" dt="2022-08-30T12:21:39.887" v="96" actId="47"/>
        <pc:sldMkLst>
          <pc:docMk/>
          <pc:sldMk cId="1650179436" sldId="270"/>
        </pc:sldMkLst>
      </pc:sldChg>
      <pc:sldChg chg="del">
        <pc:chgData name="Pauline Smyth" userId="de5ce227-53e3-42c9-b7e0-2fb7785ba6f5" providerId="ADAL" clId="{D44FACC6-79A9-4CB0-A693-8FD775271B5B}" dt="2022-08-30T12:21:42.231" v="98" actId="47"/>
        <pc:sldMkLst>
          <pc:docMk/>
          <pc:sldMk cId="3367765804" sldId="271"/>
        </pc:sldMkLst>
      </pc:sldChg>
      <pc:sldChg chg="del">
        <pc:chgData name="Pauline Smyth" userId="de5ce227-53e3-42c9-b7e0-2fb7785ba6f5" providerId="ADAL" clId="{D44FACC6-79A9-4CB0-A693-8FD775271B5B}" dt="2022-08-30T12:21:42.692" v="99" actId="47"/>
        <pc:sldMkLst>
          <pc:docMk/>
          <pc:sldMk cId="4080994651" sldId="272"/>
        </pc:sldMkLst>
      </pc:sldChg>
      <pc:sldChg chg="del">
        <pc:chgData name="Pauline Smyth" userId="de5ce227-53e3-42c9-b7e0-2fb7785ba6f5" providerId="ADAL" clId="{D44FACC6-79A9-4CB0-A693-8FD775271B5B}" dt="2022-08-30T12:21:43.031" v="100" actId="47"/>
        <pc:sldMkLst>
          <pc:docMk/>
          <pc:sldMk cId="1319962816" sldId="273"/>
        </pc:sldMkLst>
      </pc:sldChg>
      <pc:sldChg chg="del">
        <pc:chgData name="Pauline Smyth" userId="de5ce227-53e3-42c9-b7e0-2fb7785ba6f5" providerId="ADAL" clId="{D44FACC6-79A9-4CB0-A693-8FD775271B5B}" dt="2022-08-30T12:21:43.380" v="101" actId="47"/>
        <pc:sldMkLst>
          <pc:docMk/>
          <pc:sldMk cId="3609291655" sldId="274"/>
        </pc:sldMkLst>
      </pc:sldChg>
      <pc:sldChg chg="del">
        <pc:chgData name="Pauline Smyth" userId="de5ce227-53e3-42c9-b7e0-2fb7785ba6f5" providerId="ADAL" clId="{D44FACC6-79A9-4CB0-A693-8FD775271B5B}" dt="2022-08-30T12:21:43.628" v="102" actId="47"/>
        <pc:sldMkLst>
          <pc:docMk/>
          <pc:sldMk cId="1636804029" sldId="275"/>
        </pc:sldMkLst>
      </pc:sldChg>
      <pc:sldChg chg="del">
        <pc:chgData name="Pauline Smyth" userId="de5ce227-53e3-42c9-b7e0-2fb7785ba6f5" providerId="ADAL" clId="{D44FACC6-79A9-4CB0-A693-8FD775271B5B}" dt="2022-08-30T12:21:45.991" v="113" actId="47"/>
        <pc:sldMkLst>
          <pc:docMk/>
          <pc:sldMk cId="2006120008" sldId="276"/>
        </pc:sldMkLst>
      </pc:sldChg>
      <pc:sldChg chg="del">
        <pc:chgData name="Pauline Smyth" userId="de5ce227-53e3-42c9-b7e0-2fb7785ba6f5" providerId="ADAL" clId="{D44FACC6-79A9-4CB0-A693-8FD775271B5B}" dt="2022-08-30T12:21:46.217" v="114" actId="47"/>
        <pc:sldMkLst>
          <pc:docMk/>
          <pc:sldMk cId="439110548" sldId="277"/>
        </pc:sldMkLst>
      </pc:sldChg>
      <pc:sldChg chg="del">
        <pc:chgData name="Pauline Smyth" userId="de5ce227-53e3-42c9-b7e0-2fb7785ba6f5" providerId="ADAL" clId="{D44FACC6-79A9-4CB0-A693-8FD775271B5B}" dt="2022-08-30T12:21:46.446" v="115" actId="47"/>
        <pc:sldMkLst>
          <pc:docMk/>
          <pc:sldMk cId="1418408222" sldId="278"/>
        </pc:sldMkLst>
      </pc:sldChg>
      <pc:sldChg chg="del">
        <pc:chgData name="Pauline Smyth" userId="de5ce227-53e3-42c9-b7e0-2fb7785ba6f5" providerId="ADAL" clId="{D44FACC6-79A9-4CB0-A693-8FD775271B5B}" dt="2022-08-30T12:21:46.608" v="116" actId="47"/>
        <pc:sldMkLst>
          <pc:docMk/>
          <pc:sldMk cId="383378973" sldId="279"/>
        </pc:sldMkLst>
      </pc:sldChg>
      <pc:sldChg chg="del">
        <pc:chgData name="Pauline Smyth" userId="de5ce227-53e3-42c9-b7e0-2fb7785ba6f5" providerId="ADAL" clId="{D44FACC6-79A9-4CB0-A693-8FD775271B5B}" dt="2022-08-30T12:21:47.149" v="117" actId="47"/>
        <pc:sldMkLst>
          <pc:docMk/>
          <pc:sldMk cId="1724392504" sldId="281"/>
        </pc:sldMkLst>
      </pc:sldChg>
      <pc:sldChg chg="del">
        <pc:chgData name="Pauline Smyth" userId="de5ce227-53e3-42c9-b7e0-2fb7785ba6f5" providerId="ADAL" clId="{D44FACC6-79A9-4CB0-A693-8FD775271B5B}" dt="2022-08-30T12:21:48.626" v="120" actId="47"/>
        <pc:sldMkLst>
          <pc:docMk/>
          <pc:sldMk cId="1360410786" sldId="282"/>
        </pc:sldMkLst>
      </pc:sldChg>
      <pc:sldChg chg="del">
        <pc:chgData name="Pauline Smyth" userId="de5ce227-53e3-42c9-b7e0-2fb7785ba6f5" providerId="ADAL" clId="{D44FACC6-79A9-4CB0-A693-8FD775271B5B}" dt="2022-08-30T12:21:49.464" v="123" actId="47"/>
        <pc:sldMkLst>
          <pc:docMk/>
          <pc:sldMk cId="650777584" sldId="283"/>
        </pc:sldMkLst>
      </pc:sldChg>
      <pc:sldChg chg="del">
        <pc:chgData name="Pauline Smyth" userId="de5ce227-53e3-42c9-b7e0-2fb7785ba6f5" providerId="ADAL" clId="{D44FACC6-79A9-4CB0-A693-8FD775271B5B}" dt="2022-08-30T12:21:50.172" v="127" actId="47"/>
        <pc:sldMkLst>
          <pc:docMk/>
          <pc:sldMk cId="4198862520" sldId="284"/>
        </pc:sldMkLst>
      </pc:sldChg>
      <pc:sldChg chg="del">
        <pc:chgData name="Pauline Smyth" userId="de5ce227-53e3-42c9-b7e0-2fb7785ba6f5" providerId="ADAL" clId="{D44FACC6-79A9-4CB0-A693-8FD775271B5B}" dt="2022-08-30T12:21:51.340" v="130" actId="47"/>
        <pc:sldMkLst>
          <pc:docMk/>
          <pc:sldMk cId="3356115077" sldId="285"/>
        </pc:sldMkLst>
      </pc:sldChg>
      <pc:sldChg chg="del">
        <pc:chgData name="Pauline Smyth" userId="de5ce227-53e3-42c9-b7e0-2fb7785ba6f5" providerId="ADAL" clId="{D44FACC6-79A9-4CB0-A693-8FD775271B5B}" dt="2022-08-30T12:21:51.766" v="132" actId="47"/>
        <pc:sldMkLst>
          <pc:docMk/>
          <pc:sldMk cId="3181431867" sldId="286"/>
        </pc:sldMkLst>
      </pc:sldChg>
      <pc:sldChg chg="del">
        <pc:chgData name="Pauline Smyth" userId="de5ce227-53e3-42c9-b7e0-2fb7785ba6f5" providerId="ADAL" clId="{D44FACC6-79A9-4CB0-A693-8FD775271B5B}" dt="2022-08-30T12:21:51.980" v="133" actId="47"/>
        <pc:sldMkLst>
          <pc:docMk/>
          <pc:sldMk cId="323687007" sldId="287"/>
        </pc:sldMkLst>
      </pc:sldChg>
      <pc:sldChg chg="del">
        <pc:chgData name="Pauline Smyth" userId="de5ce227-53e3-42c9-b7e0-2fb7785ba6f5" providerId="ADAL" clId="{D44FACC6-79A9-4CB0-A693-8FD775271B5B}" dt="2022-08-30T12:21:52.649" v="137" actId="47"/>
        <pc:sldMkLst>
          <pc:docMk/>
          <pc:sldMk cId="1359015083" sldId="288"/>
        </pc:sldMkLst>
      </pc:sldChg>
      <pc:sldChg chg="del">
        <pc:chgData name="Pauline Smyth" userId="de5ce227-53e3-42c9-b7e0-2fb7785ba6f5" providerId="ADAL" clId="{D44FACC6-79A9-4CB0-A693-8FD775271B5B}" dt="2022-08-30T12:21:52.840" v="138" actId="47"/>
        <pc:sldMkLst>
          <pc:docMk/>
          <pc:sldMk cId="420772094" sldId="289"/>
        </pc:sldMkLst>
      </pc:sldChg>
      <pc:sldChg chg="del">
        <pc:chgData name="Pauline Smyth" userId="de5ce227-53e3-42c9-b7e0-2fb7785ba6f5" providerId="ADAL" clId="{D44FACC6-79A9-4CB0-A693-8FD775271B5B}" dt="2022-08-30T12:21:47.639" v="118" actId="47"/>
        <pc:sldMkLst>
          <pc:docMk/>
          <pc:sldMk cId="2215066733" sldId="290"/>
        </pc:sldMkLst>
      </pc:sldChg>
      <pc:sldChg chg="del">
        <pc:chgData name="Pauline Smyth" userId="de5ce227-53e3-42c9-b7e0-2fb7785ba6f5" providerId="ADAL" clId="{D44FACC6-79A9-4CB0-A693-8FD775271B5B}" dt="2022-08-30T12:21:49.068" v="121" actId="47"/>
        <pc:sldMkLst>
          <pc:docMk/>
          <pc:sldMk cId="3962495852" sldId="291"/>
        </pc:sldMkLst>
      </pc:sldChg>
      <pc:sldChg chg="del">
        <pc:chgData name="Pauline Smyth" userId="de5ce227-53e3-42c9-b7e0-2fb7785ba6f5" providerId="ADAL" clId="{D44FACC6-79A9-4CB0-A693-8FD775271B5B}" dt="2022-08-30T12:21:49.280" v="122" actId="47"/>
        <pc:sldMkLst>
          <pc:docMk/>
          <pc:sldMk cId="3186659540" sldId="292"/>
        </pc:sldMkLst>
      </pc:sldChg>
      <pc:sldChg chg="del">
        <pc:chgData name="Pauline Smyth" userId="de5ce227-53e3-42c9-b7e0-2fb7785ba6f5" providerId="ADAL" clId="{D44FACC6-79A9-4CB0-A693-8FD775271B5B}" dt="2022-08-30T12:21:48.002" v="119" actId="47"/>
        <pc:sldMkLst>
          <pc:docMk/>
          <pc:sldMk cId="3153942015" sldId="293"/>
        </pc:sldMkLst>
      </pc:sldChg>
      <pc:sldChg chg="del">
        <pc:chgData name="Pauline Smyth" userId="de5ce227-53e3-42c9-b7e0-2fb7785ba6f5" providerId="ADAL" clId="{D44FACC6-79A9-4CB0-A693-8FD775271B5B}" dt="2022-08-30T12:21:49.608" v="124" actId="47"/>
        <pc:sldMkLst>
          <pc:docMk/>
          <pc:sldMk cId="3889683204" sldId="294"/>
        </pc:sldMkLst>
      </pc:sldChg>
      <pc:sldChg chg="del">
        <pc:chgData name="Pauline Smyth" userId="de5ce227-53e3-42c9-b7e0-2fb7785ba6f5" providerId="ADAL" clId="{D44FACC6-79A9-4CB0-A693-8FD775271B5B}" dt="2022-08-30T12:21:49.794" v="125" actId="47"/>
        <pc:sldMkLst>
          <pc:docMk/>
          <pc:sldMk cId="1453305324" sldId="295"/>
        </pc:sldMkLst>
      </pc:sldChg>
      <pc:sldChg chg="del">
        <pc:chgData name="Pauline Smyth" userId="de5ce227-53e3-42c9-b7e0-2fb7785ba6f5" providerId="ADAL" clId="{D44FACC6-79A9-4CB0-A693-8FD775271B5B}" dt="2022-08-30T12:21:49.984" v="126" actId="47"/>
        <pc:sldMkLst>
          <pc:docMk/>
          <pc:sldMk cId="3542500399" sldId="296"/>
        </pc:sldMkLst>
      </pc:sldChg>
      <pc:sldChg chg="del">
        <pc:chgData name="Pauline Smyth" userId="de5ce227-53e3-42c9-b7e0-2fb7785ba6f5" providerId="ADAL" clId="{D44FACC6-79A9-4CB0-A693-8FD775271B5B}" dt="2022-08-30T12:21:50.758" v="128" actId="47"/>
        <pc:sldMkLst>
          <pc:docMk/>
          <pc:sldMk cId="3492830497" sldId="297"/>
        </pc:sldMkLst>
      </pc:sldChg>
      <pc:sldChg chg="del">
        <pc:chgData name="Pauline Smyth" userId="de5ce227-53e3-42c9-b7e0-2fb7785ba6f5" providerId="ADAL" clId="{D44FACC6-79A9-4CB0-A693-8FD775271B5B}" dt="2022-08-30T12:21:51.117" v="129" actId="47"/>
        <pc:sldMkLst>
          <pc:docMk/>
          <pc:sldMk cId="2868944540" sldId="298"/>
        </pc:sldMkLst>
      </pc:sldChg>
      <pc:sldChg chg="del">
        <pc:chgData name="Pauline Smyth" userId="de5ce227-53e3-42c9-b7e0-2fb7785ba6f5" providerId="ADAL" clId="{D44FACC6-79A9-4CB0-A693-8FD775271B5B}" dt="2022-08-30T12:21:51.565" v="131" actId="47"/>
        <pc:sldMkLst>
          <pc:docMk/>
          <pc:sldMk cId="4179681626" sldId="299"/>
        </pc:sldMkLst>
      </pc:sldChg>
      <pc:sldChg chg="del">
        <pc:chgData name="Pauline Smyth" userId="de5ce227-53e3-42c9-b7e0-2fb7785ba6f5" providerId="ADAL" clId="{D44FACC6-79A9-4CB0-A693-8FD775271B5B}" dt="2022-08-30T12:21:52.292" v="134" actId="47"/>
        <pc:sldMkLst>
          <pc:docMk/>
          <pc:sldMk cId="3199340912" sldId="300"/>
        </pc:sldMkLst>
      </pc:sldChg>
      <pc:sldChg chg="del">
        <pc:chgData name="Pauline Smyth" userId="de5ce227-53e3-42c9-b7e0-2fb7785ba6f5" providerId="ADAL" clId="{D44FACC6-79A9-4CB0-A693-8FD775271B5B}" dt="2022-08-30T12:21:52.327" v="135" actId="47"/>
        <pc:sldMkLst>
          <pc:docMk/>
          <pc:sldMk cId="748603827" sldId="301"/>
        </pc:sldMkLst>
      </pc:sldChg>
      <pc:sldChg chg="del">
        <pc:chgData name="Pauline Smyth" userId="de5ce227-53e3-42c9-b7e0-2fb7785ba6f5" providerId="ADAL" clId="{D44FACC6-79A9-4CB0-A693-8FD775271B5B}" dt="2022-08-30T12:21:52.520" v="136" actId="47"/>
        <pc:sldMkLst>
          <pc:docMk/>
          <pc:sldMk cId="1081878833" sldId="302"/>
        </pc:sldMkLst>
      </pc:sldChg>
      <pc:sldChg chg="new del ord">
        <pc:chgData name="Pauline Smyth" userId="de5ce227-53e3-42c9-b7e0-2fb7785ba6f5" providerId="ADAL" clId="{D44FACC6-79A9-4CB0-A693-8FD775271B5B}" dt="2022-08-30T11:08:15.257" v="5" actId="47"/>
        <pc:sldMkLst>
          <pc:docMk/>
          <pc:sldMk cId="1640012570" sldId="303"/>
        </pc:sldMkLst>
      </pc:sldChg>
      <pc:sldChg chg="addSp delSp modSp add mod">
        <pc:chgData name="Pauline Smyth" userId="de5ce227-53e3-42c9-b7e0-2fb7785ba6f5" providerId="ADAL" clId="{D44FACC6-79A9-4CB0-A693-8FD775271B5B}" dt="2022-08-30T18:50:34.941" v="153" actId="21"/>
        <pc:sldMkLst>
          <pc:docMk/>
          <pc:sldMk cId="3391531649" sldId="304"/>
        </pc:sldMkLst>
        <pc:spChg chg="del">
          <ac:chgData name="Pauline Smyth" userId="de5ce227-53e3-42c9-b7e0-2fb7785ba6f5" providerId="ADAL" clId="{D44FACC6-79A9-4CB0-A693-8FD775271B5B}" dt="2022-08-30T11:43:29.275" v="37" actId="478"/>
          <ac:spMkLst>
            <pc:docMk/>
            <pc:sldMk cId="3391531649" sldId="304"/>
            <ac:spMk id="2" creationId="{E5BFCB2C-0F0E-4169-BA43-DB98346AFDDA}"/>
          </ac:spMkLst>
        </pc:spChg>
        <pc:spChg chg="mod">
          <ac:chgData name="Pauline Smyth" userId="de5ce227-53e3-42c9-b7e0-2fb7785ba6f5" providerId="ADAL" clId="{D44FACC6-79A9-4CB0-A693-8FD775271B5B}" dt="2022-08-30T18:50:34.941" v="153" actId="21"/>
          <ac:spMkLst>
            <pc:docMk/>
            <pc:sldMk cId="3391531649" sldId="304"/>
            <ac:spMk id="3" creationId="{09C4E21D-6169-4B7E-B3CE-F5610B6E1475}"/>
          </ac:spMkLst>
        </pc:spChg>
        <pc:spChg chg="add mod">
          <ac:chgData name="Pauline Smyth" userId="de5ce227-53e3-42c9-b7e0-2fb7785ba6f5" providerId="ADAL" clId="{D44FACC6-79A9-4CB0-A693-8FD775271B5B}" dt="2022-08-30T12:10:08.146" v="69" actId="1076"/>
          <ac:spMkLst>
            <pc:docMk/>
            <pc:sldMk cId="3391531649" sldId="304"/>
            <ac:spMk id="5" creationId="{9CA724D6-5A8D-1F19-4A1F-EADFEE04B269}"/>
          </ac:spMkLst>
        </pc:spChg>
      </pc:sldChg>
      <pc:sldChg chg="modSp add del mod">
        <pc:chgData name="Pauline Smyth" userId="de5ce227-53e3-42c9-b7e0-2fb7785ba6f5" providerId="ADAL" clId="{D44FACC6-79A9-4CB0-A693-8FD775271B5B}" dt="2022-08-30T18:53:10.295" v="165" actId="403"/>
        <pc:sldMkLst>
          <pc:docMk/>
          <pc:sldMk cId="2388865575" sldId="305"/>
        </pc:sldMkLst>
        <pc:spChg chg="mod">
          <ac:chgData name="Pauline Smyth" userId="de5ce227-53e3-42c9-b7e0-2fb7785ba6f5" providerId="ADAL" clId="{D44FACC6-79A9-4CB0-A693-8FD775271B5B}" dt="2022-08-30T18:53:10.295" v="165" actId="403"/>
          <ac:spMkLst>
            <pc:docMk/>
            <pc:sldMk cId="2388865575" sldId="305"/>
            <ac:spMk id="3" creationId="{09C4E21D-6169-4B7E-B3CE-F5610B6E1475}"/>
          </ac:spMkLst>
        </pc:spChg>
        <pc:spChg chg="mod">
          <ac:chgData name="Pauline Smyth" userId="de5ce227-53e3-42c9-b7e0-2fb7785ba6f5" providerId="ADAL" clId="{D44FACC6-79A9-4CB0-A693-8FD775271B5B}" dt="2022-08-30T12:12:11.274" v="87" actId="1076"/>
          <ac:spMkLst>
            <pc:docMk/>
            <pc:sldMk cId="2388865575" sldId="305"/>
            <ac:spMk id="5" creationId="{9CA724D6-5A8D-1F19-4A1F-EADFEE04B269}"/>
          </ac:spMkLst>
        </pc:spChg>
      </pc:sldChg>
      <pc:sldChg chg="modSp add mod">
        <pc:chgData name="Pauline Smyth" userId="de5ce227-53e3-42c9-b7e0-2fb7785ba6f5" providerId="ADAL" clId="{D44FACC6-79A9-4CB0-A693-8FD775271B5B}" dt="2022-08-30T21:07:35.246" v="491" actId="27636"/>
        <pc:sldMkLst>
          <pc:docMk/>
          <pc:sldMk cId="2145933004" sldId="306"/>
        </pc:sldMkLst>
        <pc:spChg chg="mod">
          <ac:chgData name="Pauline Smyth" userId="de5ce227-53e3-42c9-b7e0-2fb7785ba6f5" providerId="ADAL" clId="{D44FACC6-79A9-4CB0-A693-8FD775271B5B}" dt="2022-08-30T21:07:35.246" v="491" actId="27636"/>
          <ac:spMkLst>
            <pc:docMk/>
            <pc:sldMk cId="2145933004" sldId="306"/>
            <ac:spMk id="3" creationId="{09C4E21D-6169-4B7E-B3CE-F5610B6E1475}"/>
          </ac:spMkLst>
        </pc:spChg>
        <pc:spChg chg="mod">
          <ac:chgData name="Pauline Smyth" userId="de5ce227-53e3-42c9-b7e0-2fb7785ba6f5" providerId="ADAL" clId="{D44FACC6-79A9-4CB0-A693-8FD775271B5B}" dt="2022-08-30T19:00:02.752" v="210" actId="14100"/>
          <ac:spMkLst>
            <pc:docMk/>
            <pc:sldMk cId="2145933004" sldId="306"/>
            <ac:spMk id="5" creationId="{9CA724D6-5A8D-1F19-4A1F-EADFEE04B269}"/>
          </ac:spMkLst>
        </pc:spChg>
      </pc:sldChg>
      <pc:sldChg chg="modSp add mod">
        <pc:chgData name="Pauline Smyth" userId="de5ce227-53e3-42c9-b7e0-2fb7785ba6f5" providerId="ADAL" clId="{D44FACC6-79A9-4CB0-A693-8FD775271B5B}" dt="2022-08-30T21:11:09.510" v="526" actId="6549"/>
        <pc:sldMkLst>
          <pc:docMk/>
          <pc:sldMk cId="1390437431" sldId="307"/>
        </pc:sldMkLst>
        <pc:spChg chg="mod">
          <ac:chgData name="Pauline Smyth" userId="de5ce227-53e3-42c9-b7e0-2fb7785ba6f5" providerId="ADAL" clId="{D44FACC6-79A9-4CB0-A693-8FD775271B5B}" dt="2022-08-30T21:11:09.510" v="526" actId="6549"/>
          <ac:spMkLst>
            <pc:docMk/>
            <pc:sldMk cId="1390437431" sldId="307"/>
            <ac:spMk id="3" creationId="{09C4E21D-6169-4B7E-B3CE-F5610B6E1475}"/>
          </ac:spMkLst>
        </pc:spChg>
        <pc:spChg chg="mod">
          <ac:chgData name="Pauline Smyth" userId="de5ce227-53e3-42c9-b7e0-2fb7785ba6f5" providerId="ADAL" clId="{D44FACC6-79A9-4CB0-A693-8FD775271B5B}" dt="2022-08-30T21:10:22.615" v="514" actId="20577"/>
          <ac:spMkLst>
            <pc:docMk/>
            <pc:sldMk cId="1390437431" sldId="307"/>
            <ac:spMk id="5" creationId="{9CA724D6-5A8D-1F19-4A1F-EADFEE04B269}"/>
          </ac:spMkLst>
        </pc:spChg>
      </pc:sldChg>
      <pc:sldChg chg="modSp add mod">
        <pc:chgData name="Pauline Smyth" userId="de5ce227-53e3-42c9-b7e0-2fb7785ba6f5" providerId="ADAL" clId="{D44FACC6-79A9-4CB0-A693-8FD775271B5B}" dt="2022-08-30T21:30:15.293" v="560" actId="20577"/>
        <pc:sldMkLst>
          <pc:docMk/>
          <pc:sldMk cId="3142410729" sldId="308"/>
        </pc:sldMkLst>
        <pc:spChg chg="mod">
          <ac:chgData name="Pauline Smyth" userId="de5ce227-53e3-42c9-b7e0-2fb7785ba6f5" providerId="ADAL" clId="{D44FACC6-79A9-4CB0-A693-8FD775271B5B}" dt="2022-08-30T21:30:15.293" v="560" actId="20577"/>
          <ac:spMkLst>
            <pc:docMk/>
            <pc:sldMk cId="3142410729" sldId="308"/>
            <ac:spMk id="3" creationId="{09C4E21D-6169-4B7E-B3CE-F5610B6E1475}"/>
          </ac:spMkLst>
        </pc:spChg>
        <pc:spChg chg="mod">
          <ac:chgData name="Pauline Smyth" userId="de5ce227-53e3-42c9-b7e0-2fb7785ba6f5" providerId="ADAL" clId="{D44FACC6-79A9-4CB0-A693-8FD775271B5B}" dt="2022-08-30T21:28:54.953" v="548" actId="1076"/>
          <ac:spMkLst>
            <pc:docMk/>
            <pc:sldMk cId="3142410729" sldId="308"/>
            <ac:spMk id="5" creationId="{9CA724D6-5A8D-1F19-4A1F-EADFEE04B269}"/>
          </ac:spMkLst>
        </pc:spChg>
      </pc:sldChg>
      <pc:sldChg chg="add">
        <pc:chgData name="Pauline Smyth" userId="de5ce227-53e3-42c9-b7e0-2fb7785ba6f5" providerId="ADAL" clId="{D44FACC6-79A9-4CB0-A693-8FD775271B5B}" dt="2022-08-31T11:51:53.755" v="563"/>
        <pc:sldMkLst>
          <pc:docMk/>
          <pc:sldMk cId="551799620" sldId="309"/>
        </pc:sldMkLst>
      </pc:sldChg>
    </pc:docChg>
  </pc:docChgLst>
  <pc:docChgLst>
    <pc:chgData name="Pauline Smyth" userId="de5ce227-53e3-42c9-b7e0-2fb7785ba6f5" providerId="ADAL" clId="{34437D28-B46A-4067-A20D-CFC8CEDB46C5}"/>
    <pc:docChg chg="undo redo custSel addSld delSld modSld">
      <pc:chgData name="Pauline Smyth" userId="de5ce227-53e3-42c9-b7e0-2fb7785ba6f5" providerId="ADAL" clId="{34437D28-B46A-4067-A20D-CFC8CEDB46C5}" dt="2021-11-11T06:47:57.097" v="11869" actId="20577"/>
      <pc:docMkLst>
        <pc:docMk/>
      </pc:docMkLst>
      <pc:sldChg chg="modSp mod">
        <pc:chgData name="Pauline Smyth" userId="de5ce227-53e3-42c9-b7e0-2fb7785ba6f5" providerId="ADAL" clId="{34437D28-B46A-4067-A20D-CFC8CEDB46C5}" dt="2021-11-01T11:10:33.445" v="467" actId="20577"/>
        <pc:sldMkLst>
          <pc:docMk/>
          <pc:sldMk cId="944219556" sldId="259"/>
        </pc:sldMkLst>
        <pc:spChg chg="mod">
          <ac:chgData name="Pauline Smyth" userId="de5ce227-53e3-42c9-b7e0-2fb7785ba6f5" providerId="ADAL" clId="{34437D28-B46A-4067-A20D-CFC8CEDB46C5}" dt="2021-11-01T11:10:33.445" v="467" actId="20577"/>
          <ac:spMkLst>
            <pc:docMk/>
            <pc:sldMk cId="944219556" sldId="259"/>
            <ac:spMk id="3" creationId="{09C4E21D-6169-4B7E-B3CE-F5610B6E1475}"/>
          </ac:spMkLst>
        </pc:spChg>
      </pc:sldChg>
      <pc:sldChg chg="modSp mod">
        <pc:chgData name="Pauline Smyth" userId="de5ce227-53e3-42c9-b7e0-2fb7785ba6f5" providerId="ADAL" clId="{34437D28-B46A-4067-A20D-CFC8CEDB46C5}" dt="2021-11-02T09:55:58.033" v="2010" actId="2710"/>
        <pc:sldMkLst>
          <pc:docMk/>
          <pc:sldMk cId="788612998" sldId="266"/>
        </pc:sldMkLst>
        <pc:spChg chg="mod">
          <ac:chgData name="Pauline Smyth" userId="de5ce227-53e3-42c9-b7e0-2fb7785ba6f5" providerId="ADAL" clId="{34437D28-B46A-4067-A20D-CFC8CEDB46C5}" dt="2021-11-02T09:51:20.127" v="1794" actId="20577"/>
          <ac:spMkLst>
            <pc:docMk/>
            <pc:sldMk cId="788612998" sldId="266"/>
            <ac:spMk id="2" creationId="{E5BFCB2C-0F0E-4169-BA43-DB98346AFDDA}"/>
          </ac:spMkLst>
        </pc:spChg>
        <pc:spChg chg="mod">
          <ac:chgData name="Pauline Smyth" userId="de5ce227-53e3-42c9-b7e0-2fb7785ba6f5" providerId="ADAL" clId="{34437D28-B46A-4067-A20D-CFC8CEDB46C5}" dt="2021-11-02T09:55:58.033" v="2010" actId="2710"/>
          <ac:spMkLst>
            <pc:docMk/>
            <pc:sldMk cId="788612998" sldId="266"/>
            <ac:spMk id="3" creationId="{09C4E21D-6169-4B7E-B3CE-F5610B6E1475}"/>
          </ac:spMkLst>
        </pc:spChg>
      </pc:sldChg>
      <pc:sldChg chg="modSp">
        <pc:chgData name="Pauline Smyth" userId="de5ce227-53e3-42c9-b7e0-2fb7785ba6f5" providerId="ADAL" clId="{34437D28-B46A-4067-A20D-CFC8CEDB46C5}" dt="2021-11-04T10:45:00.415" v="8246" actId="20577"/>
        <pc:sldMkLst>
          <pc:docMk/>
          <pc:sldMk cId="1783488795" sldId="267"/>
        </pc:sldMkLst>
        <pc:spChg chg="mod">
          <ac:chgData name="Pauline Smyth" userId="de5ce227-53e3-42c9-b7e0-2fb7785ba6f5" providerId="ADAL" clId="{34437D28-B46A-4067-A20D-CFC8CEDB46C5}" dt="2021-11-04T10:45:00.415" v="8246" actId="20577"/>
          <ac:spMkLst>
            <pc:docMk/>
            <pc:sldMk cId="1783488795" sldId="267"/>
            <ac:spMk id="4" creationId="{E8D31B32-C147-454B-A71F-F151872C8A9D}"/>
          </ac:spMkLst>
        </pc:spChg>
      </pc:sldChg>
      <pc:sldChg chg="addSp modSp add mod">
        <pc:chgData name="Pauline Smyth" userId="de5ce227-53e3-42c9-b7e0-2fb7785ba6f5" providerId="ADAL" clId="{34437D28-B46A-4067-A20D-CFC8CEDB46C5}" dt="2021-11-01T10:40:05.991" v="2" actId="14100"/>
        <pc:sldMkLst>
          <pc:docMk/>
          <pc:sldMk cId="1650179436" sldId="270"/>
        </pc:sldMkLst>
        <pc:picChg chg="add mod">
          <ac:chgData name="Pauline Smyth" userId="de5ce227-53e3-42c9-b7e0-2fb7785ba6f5" providerId="ADAL" clId="{34437D28-B46A-4067-A20D-CFC8CEDB46C5}" dt="2021-11-01T10:40:05.991" v="2" actId="14100"/>
          <ac:picMkLst>
            <pc:docMk/>
            <pc:sldMk cId="1650179436" sldId="270"/>
            <ac:picMk id="5" creationId="{FED460AD-DF25-4C8A-BFAC-C15E520BDD45}"/>
          </ac:picMkLst>
        </pc:picChg>
      </pc:sldChg>
      <pc:sldChg chg="modSp add mod">
        <pc:chgData name="Pauline Smyth" userId="de5ce227-53e3-42c9-b7e0-2fb7785ba6f5" providerId="ADAL" clId="{34437D28-B46A-4067-A20D-CFC8CEDB46C5}" dt="2021-11-01T11:30:34.086" v="724" actId="20577"/>
        <pc:sldMkLst>
          <pc:docMk/>
          <pc:sldMk cId="3367765804" sldId="271"/>
        </pc:sldMkLst>
        <pc:spChg chg="mod">
          <ac:chgData name="Pauline Smyth" userId="de5ce227-53e3-42c9-b7e0-2fb7785ba6f5" providerId="ADAL" clId="{34437D28-B46A-4067-A20D-CFC8CEDB46C5}" dt="2021-11-01T11:27:59.031" v="491" actId="20577"/>
          <ac:spMkLst>
            <pc:docMk/>
            <pc:sldMk cId="3367765804" sldId="271"/>
            <ac:spMk id="2" creationId="{E5BFCB2C-0F0E-4169-BA43-DB98346AFDDA}"/>
          </ac:spMkLst>
        </pc:spChg>
        <pc:spChg chg="mod">
          <ac:chgData name="Pauline Smyth" userId="de5ce227-53e3-42c9-b7e0-2fb7785ba6f5" providerId="ADAL" clId="{34437D28-B46A-4067-A20D-CFC8CEDB46C5}" dt="2021-11-01T11:30:34.086" v="724" actId="20577"/>
          <ac:spMkLst>
            <pc:docMk/>
            <pc:sldMk cId="3367765804" sldId="271"/>
            <ac:spMk id="3" creationId="{09C4E21D-6169-4B7E-B3CE-F5610B6E1475}"/>
          </ac:spMkLst>
        </pc:spChg>
      </pc:sldChg>
      <pc:sldChg chg="modSp add mod">
        <pc:chgData name="Pauline Smyth" userId="de5ce227-53e3-42c9-b7e0-2fb7785ba6f5" providerId="ADAL" clId="{34437D28-B46A-4067-A20D-CFC8CEDB46C5}" dt="2021-11-01T11:34:33.930" v="1019" actId="20577"/>
        <pc:sldMkLst>
          <pc:docMk/>
          <pc:sldMk cId="4080994651" sldId="272"/>
        </pc:sldMkLst>
        <pc:spChg chg="mod">
          <ac:chgData name="Pauline Smyth" userId="de5ce227-53e3-42c9-b7e0-2fb7785ba6f5" providerId="ADAL" clId="{34437D28-B46A-4067-A20D-CFC8CEDB46C5}" dt="2021-11-01T11:30:59.130" v="748" actId="20577"/>
          <ac:spMkLst>
            <pc:docMk/>
            <pc:sldMk cId="4080994651" sldId="272"/>
            <ac:spMk id="2" creationId="{E5BFCB2C-0F0E-4169-BA43-DB98346AFDDA}"/>
          </ac:spMkLst>
        </pc:spChg>
        <pc:spChg chg="mod">
          <ac:chgData name="Pauline Smyth" userId="de5ce227-53e3-42c9-b7e0-2fb7785ba6f5" providerId="ADAL" clId="{34437D28-B46A-4067-A20D-CFC8CEDB46C5}" dt="2021-11-01T11:34:33.930" v="1019" actId="20577"/>
          <ac:spMkLst>
            <pc:docMk/>
            <pc:sldMk cId="4080994651" sldId="272"/>
            <ac:spMk id="3" creationId="{09C4E21D-6169-4B7E-B3CE-F5610B6E1475}"/>
          </ac:spMkLst>
        </pc:spChg>
      </pc:sldChg>
      <pc:sldChg chg="addSp modSp add mod">
        <pc:chgData name="Pauline Smyth" userId="de5ce227-53e3-42c9-b7e0-2fb7785ba6f5" providerId="ADAL" clId="{34437D28-B46A-4067-A20D-CFC8CEDB46C5}" dt="2021-11-01T11:39:39.389" v="1206" actId="6549"/>
        <pc:sldMkLst>
          <pc:docMk/>
          <pc:sldMk cId="1319962816" sldId="273"/>
        </pc:sldMkLst>
        <pc:spChg chg="mod">
          <ac:chgData name="Pauline Smyth" userId="de5ce227-53e3-42c9-b7e0-2fb7785ba6f5" providerId="ADAL" clId="{34437D28-B46A-4067-A20D-CFC8CEDB46C5}" dt="2021-11-01T11:35:51.923" v="1037" actId="20577"/>
          <ac:spMkLst>
            <pc:docMk/>
            <pc:sldMk cId="1319962816" sldId="273"/>
            <ac:spMk id="2" creationId="{E5BFCB2C-0F0E-4169-BA43-DB98346AFDDA}"/>
          </ac:spMkLst>
        </pc:spChg>
        <pc:spChg chg="mod">
          <ac:chgData name="Pauline Smyth" userId="de5ce227-53e3-42c9-b7e0-2fb7785ba6f5" providerId="ADAL" clId="{34437D28-B46A-4067-A20D-CFC8CEDB46C5}" dt="2021-11-01T11:39:39.389" v="1206" actId="6549"/>
          <ac:spMkLst>
            <pc:docMk/>
            <pc:sldMk cId="1319962816" sldId="273"/>
            <ac:spMk id="3" creationId="{09C4E21D-6169-4B7E-B3CE-F5610B6E1475}"/>
          </ac:spMkLst>
        </pc:spChg>
        <pc:picChg chg="add mod">
          <ac:chgData name="Pauline Smyth" userId="de5ce227-53e3-42c9-b7e0-2fb7785ba6f5" providerId="ADAL" clId="{34437D28-B46A-4067-A20D-CFC8CEDB46C5}" dt="2021-11-01T11:39:29.048" v="1197" actId="1076"/>
          <ac:picMkLst>
            <pc:docMk/>
            <pc:sldMk cId="1319962816" sldId="273"/>
            <ac:picMk id="5" creationId="{5BD956D6-493C-4BB4-864D-F990D44DE271}"/>
          </ac:picMkLst>
        </pc:picChg>
        <pc:picChg chg="add mod">
          <ac:chgData name="Pauline Smyth" userId="de5ce227-53e3-42c9-b7e0-2fb7785ba6f5" providerId="ADAL" clId="{34437D28-B46A-4067-A20D-CFC8CEDB46C5}" dt="2021-11-01T11:38:12.153" v="1139" actId="1076"/>
          <ac:picMkLst>
            <pc:docMk/>
            <pc:sldMk cId="1319962816" sldId="273"/>
            <ac:picMk id="7" creationId="{40AC1D72-6979-4919-B3A9-16E2FB17F985}"/>
          </ac:picMkLst>
        </pc:picChg>
        <pc:picChg chg="add mod">
          <ac:chgData name="Pauline Smyth" userId="de5ce227-53e3-42c9-b7e0-2fb7785ba6f5" providerId="ADAL" clId="{34437D28-B46A-4067-A20D-CFC8CEDB46C5}" dt="2021-11-01T11:39:31.718" v="1198" actId="1076"/>
          <ac:picMkLst>
            <pc:docMk/>
            <pc:sldMk cId="1319962816" sldId="273"/>
            <ac:picMk id="9" creationId="{C88DB7E0-9034-4FED-97F5-7D7C88551E56}"/>
          </ac:picMkLst>
        </pc:picChg>
      </pc:sldChg>
      <pc:sldChg chg="addSp delSp modSp add mod">
        <pc:chgData name="Pauline Smyth" userId="de5ce227-53e3-42c9-b7e0-2fb7785ba6f5" providerId="ADAL" clId="{34437D28-B46A-4067-A20D-CFC8CEDB46C5}" dt="2021-11-01T11:44:06.445" v="1529" actId="1076"/>
        <pc:sldMkLst>
          <pc:docMk/>
          <pc:sldMk cId="3609291655" sldId="274"/>
        </pc:sldMkLst>
        <pc:spChg chg="mod">
          <ac:chgData name="Pauline Smyth" userId="de5ce227-53e3-42c9-b7e0-2fb7785ba6f5" providerId="ADAL" clId="{34437D28-B46A-4067-A20D-CFC8CEDB46C5}" dt="2021-11-01T11:39:58.852" v="1223" actId="20577"/>
          <ac:spMkLst>
            <pc:docMk/>
            <pc:sldMk cId="3609291655" sldId="274"/>
            <ac:spMk id="2" creationId="{E5BFCB2C-0F0E-4169-BA43-DB98346AFDDA}"/>
          </ac:spMkLst>
        </pc:spChg>
        <pc:spChg chg="mod">
          <ac:chgData name="Pauline Smyth" userId="de5ce227-53e3-42c9-b7e0-2fb7785ba6f5" providerId="ADAL" clId="{34437D28-B46A-4067-A20D-CFC8CEDB46C5}" dt="2021-11-01T11:44:02.441" v="1528" actId="20577"/>
          <ac:spMkLst>
            <pc:docMk/>
            <pc:sldMk cId="3609291655" sldId="274"/>
            <ac:spMk id="3" creationId="{09C4E21D-6169-4B7E-B3CE-F5610B6E1475}"/>
          </ac:spMkLst>
        </pc:spChg>
        <pc:picChg chg="del">
          <ac:chgData name="Pauline Smyth" userId="de5ce227-53e3-42c9-b7e0-2fb7785ba6f5" providerId="ADAL" clId="{34437D28-B46A-4067-A20D-CFC8CEDB46C5}" dt="2021-11-01T11:40:01.553" v="1224" actId="478"/>
          <ac:picMkLst>
            <pc:docMk/>
            <pc:sldMk cId="3609291655" sldId="274"/>
            <ac:picMk id="5" creationId="{5BD956D6-493C-4BB4-864D-F990D44DE271}"/>
          </ac:picMkLst>
        </pc:picChg>
        <pc:picChg chg="add mod">
          <ac:chgData name="Pauline Smyth" userId="de5ce227-53e3-42c9-b7e0-2fb7785ba6f5" providerId="ADAL" clId="{34437D28-B46A-4067-A20D-CFC8CEDB46C5}" dt="2021-11-01T11:44:06.445" v="1529" actId="1076"/>
          <ac:picMkLst>
            <pc:docMk/>
            <pc:sldMk cId="3609291655" sldId="274"/>
            <ac:picMk id="6" creationId="{5F81900B-3C96-4737-89EE-1E04C218D2C4}"/>
          </ac:picMkLst>
        </pc:picChg>
        <pc:picChg chg="del">
          <ac:chgData name="Pauline Smyth" userId="de5ce227-53e3-42c9-b7e0-2fb7785ba6f5" providerId="ADAL" clId="{34437D28-B46A-4067-A20D-CFC8CEDB46C5}" dt="2021-11-01T11:40:03.130" v="1225" actId="478"/>
          <ac:picMkLst>
            <pc:docMk/>
            <pc:sldMk cId="3609291655" sldId="274"/>
            <ac:picMk id="7" creationId="{40AC1D72-6979-4919-B3A9-16E2FB17F985}"/>
          </ac:picMkLst>
        </pc:picChg>
        <pc:picChg chg="del">
          <ac:chgData name="Pauline Smyth" userId="de5ce227-53e3-42c9-b7e0-2fb7785ba6f5" providerId="ADAL" clId="{34437D28-B46A-4067-A20D-CFC8CEDB46C5}" dt="2021-11-01T11:40:04.824" v="1226" actId="478"/>
          <ac:picMkLst>
            <pc:docMk/>
            <pc:sldMk cId="3609291655" sldId="274"/>
            <ac:picMk id="9" creationId="{C88DB7E0-9034-4FED-97F5-7D7C88551E56}"/>
          </ac:picMkLst>
        </pc:picChg>
      </pc:sldChg>
      <pc:sldChg chg="addSp delSp modSp add mod">
        <pc:chgData name="Pauline Smyth" userId="de5ce227-53e3-42c9-b7e0-2fb7785ba6f5" providerId="ADAL" clId="{34437D28-B46A-4067-A20D-CFC8CEDB46C5}" dt="2021-11-01T11:48:14.085" v="1754" actId="1076"/>
        <pc:sldMkLst>
          <pc:docMk/>
          <pc:sldMk cId="1636804029" sldId="275"/>
        </pc:sldMkLst>
        <pc:spChg chg="mod">
          <ac:chgData name="Pauline Smyth" userId="de5ce227-53e3-42c9-b7e0-2fb7785ba6f5" providerId="ADAL" clId="{34437D28-B46A-4067-A20D-CFC8CEDB46C5}" dt="2021-11-01T11:48:02.435" v="1750" actId="20577"/>
          <ac:spMkLst>
            <pc:docMk/>
            <pc:sldMk cId="1636804029" sldId="275"/>
            <ac:spMk id="3" creationId="{09C4E21D-6169-4B7E-B3CE-F5610B6E1475}"/>
          </ac:spMkLst>
        </pc:spChg>
        <pc:picChg chg="add mod">
          <ac:chgData name="Pauline Smyth" userId="de5ce227-53e3-42c9-b7e0-2fb7785ba6f5" providerId="ADAL" clId="{34437D28-B46A-4067-A20D-CFC8CEDB46C5}" dt="2021-11-01T11:48:14.085" v="1754" actId="1076"/>
          <ac:picMkLst>
            <pc:docMk/>
            <pc:sldMk cId="1636804029" sldId="275"/>
            <ac:picMk id="5" creationId="{B5A1D42E-B388-468C-BDAE-31755126C80D}"/>
          </ac:picMkLst>
        </pc:picChg>
        <pc:picChg chg="del">
          <ac:chgData name="Pauline Smyth" userId="de5ce227-53e3-42c9-b7e0-2fb7785ba6f5" providerId="ADAL" clId="{34437D28-B46A-4067-A20D-CFC8CEDB46C5}" dt="2021-11-01T11:44:16.390" v="1531" actId="478"/>
          <ac:picMkLst>
            <pc:docMk/>
            <pc:sldMk cId="1636804029" sldId="275"/>
            <ac:picMk id="6" creationId="{5F81900B-3C96-4737-89EE-1E04C218D2C4}"/>
          </ac:picMkLst>
        </pc:picChg>
      </pc:sldChg>
      <pc:sldChg chg="modSp add mod">
        <pc:chgData name="Pauline Smyth" userId="de5ce227-53e3-42c9-b7e0-2fb7785ba6f5" providerId="ADAL" clId="{34437D28-B46A-4067-A20D-CFC8CEDB46C5}" dt="2021-11-02T10:00:12.772" v="2207" actId="403"/>
        <pc:sldMkLst>
          <pc:docMk/>
          <pc:sldMk cId="2006120008" sldId="276"/>
        </pc:sldMkLst>
        <pc:spChg chg="mod">
          <ac:chgData name="Pauline Smyth" userId="de5ce227-53e3-42c9-b7e0-2fb7785ba6f5" providerId="ADAL" clId="{34437D28-B46A-4067-A20D-CFC8CEDB46C5}" dt="2021-11-02T10:00:12.772" v="2207" actId="403"/>
          <ac:spMkLst>
            <pc:docMk/>
            <pc:sldMk cId="2006120008" sldId="276"/>
            <ac:spMk id="3" creationId="{09C4E21D-6169-4B7E-B3CE-F5610B6E1475}"/>
          </ac:spMkLst>
        </pc:spChg>
      </pc:sldChg>
      <pc:sldChg chg="modSp add mod">
        <pc:chgData name="Pauline Smyth" userId="de5ce227-53e3-42c9-b7e0-2fb7785ba6f5" providerId="ADAL" clId="{34437D28-B46A-4067-A20D-CFC8CEDB46C5}" dt="2021-11-02T10:05:24.475" v="2701" actId="20577"/>
        <pc:sldMkLst>
          <pc:docMk/>
          <pc:sldMk cId="439110548" sldId="277"/>
        </pc:sldMkLst>
        <pc:spChg chg="mod">
          <ac:chgData name="Pauline Smyth" userId="de5ce227-53e3-42c9-b7e0-2fb7785ba6f5" providerId="ADAL" clId="{34437D28-B46A-4067-A20D-CFC8CEDB46C5}" dt="2021-11-02T10:02:57.389" v="2472" actId="20577"/>
          <ac:spMkLst>
            <pc:docMk/>
            <pc:sldMk cId="439110548" sldId="277"/>
            <ac:spMk id="2" creationId="{E5BFCB2C-0F0E-4169-BA43-DB98346AFDDA}"/>
          </ac:spMkLst>
        </pc:spChg>
        <pc:spChg chg="mod">
          <ac:chgData name="Pauline Smyth" userId="de5ce227-53e3-42c9-b7e0-2fb7785ba6f5" providerId="ADAL" clId="{34437D28-B46A-4067-A20D-CFC8CEDB46C5}" dt="2021-11-02T10:05:24.475" v="2701" actId="20577"/>
          <ac:spMkLst>
            <pc:docMk/>
            <pc:sldMk cId="439110548" sldId="277"/>
            <ac:spMk id="3" creationId="{09C4E21D-6169-4B7E-B3CE-F5610B6E1475}"/>
          </ac:spMkLst>
        </pc:spChg>
      </pc:sldChg>
      <pc:sldChg chg="modSp add mod">
        <pc:chgData name="Pauline Smyth" userId="de5ce227-53e3-42c9-b7e0-2fb7785ba6f5" providerId="ADAL" clId="{34437D28-B46A-4067-A20D-CFC8CEDB46C5}" dt="2021-11-02T12:55:17.493" v="3071" actId="27636"/>
        <pc:sldMkLst>
          <pc:docMk/>
          <pc:sldMk cId="1418408222" sldId="278"/>
        </pc:sldMkLst>
        <pc:spChg chg="mod">
          <ac:chgData name="Pauline Smyth" userId="de5ce227-53e3-42c9-b7e0-2fb7785ba6f5" providerId="ADAL" clId="{34437D28-B46A-4067-A20D-CFC8CEDB46C5}" dt="2021-11-02T10:06:55.454" v="2846" actId="20577"/>
          <ac:spMkLst>
            <pc:docMk/>
            <pc:sldMk cId="1418408222" sldId="278"/>
            <ac:spMk id="2" creationId="{E5BFCB2C-0F0E-4169-BA43-DB98346AFDDA}"/>
          </ac:spMkLst>
        </pc:spChg>
        <pc:spChg chg="mod">
          <ac:chgData name="Pauline Smyth" userId="de5ce227-53e3-42c9-b7e0-2fb7785ba6f5" providerId="ADAL" clId="{34437D28-B46A-4067-A20D-CFC8CEDB46C5}" dt="2021-11-02T12:55:17.493" v="3071" actId="27636"/>
          <ac:spMkLst>
            <pc:docMk/>
            <pc:sldMk cId="1418408222" sldId="278"/>
            <ac:spMk id="3" creationId="{09C4E21D-6169-4B7E-B3CE-F5610B6E1475}"/>
          </ac:spMkLst>
        </pc:spChg>
      </pc:sldChg>
      <pc:sldChg chg="modSp add mod">
        <pc:chgData name="Pauline Smyth" userId="de5ce227-53e3-42c9-b7e0-2fb7785ba6f5" providerId="ADAL" clId="{34437D28-B46A-4067-A20D-CFC8CEDB46C5}" dt="2021-11-02T13:04:12.785" v="3676" actId="6549"/>
        <pc:sldMkLst>
          <pc:docMk/>
          <pc:sldMk cId="383378973" sldId="279"/>
        </pc:sldMkLst>
        <pc:spChg chg="mod">
          <ac:chgData name="Pauline Smyth" userId="de5ce227-53e3-42c9-b7e0-2fb7785ba6f5" providerId="ADAL" clId="{34437D28-B46A-4067-A20D-CFC8CEDB46C5}" dt="2021-11-02T12:56:32.165" v="3100" actId="20577"/>
          <ac:spMkLst>
            <pc:docMk/>
            <pc:sldMk cId="383378973" sldId="279"/>
            <ac:spMk id="2" creationId="{E5BFCB2C-0F0E-4169-BA43-DB98346AFDDA}"/>
          </ac:spMkLst>
        </pc:spChg>
        <pc:spChg chg="mod">
          <ac:chgData name="Pauline Smyth" userId="de5ce227-53e3-42c9-b7e0-2fb7785ba6f5" providerId="ADAL" clId="{34437D28-B46A-4067-A20D-CFC8CEDB46C5}" dt="2021-11-02T13:04:12.785" v="3676" actId="6549"/>
          <ac:spMkLst>
            <pc:docMk/>
            <pc:sldMk cId="383378973" sldId="279"/>
            <ac:spMk id="3" creationId="{09C4E21D-6169-4B7E-B3CE-F5610B6E1475}"/>
          </ac:spMkLst>
        </pc:spChg>
      </pc:sldChg>
      <pc:sldChg chg="new del">
        <pc:chgData name="Pauline Smyth" userId="de5ce227-53e3-42c9-b7e0-2fb7785ba6f5" providerId="ADAL" clId="{34437D28-B46A-4067-A20D-CFC8CEDB46C5}" dt="2021-11-03T11:41:32.276" v="8239" actId="47"/>
        <pc:sldMkLst>
          <pc:docMk/>
          <pc:sldMk cId="3686235041" sldId="280"/>
        </pc:sldMkLst>
      </pc:sldChg>
      <pc:sldChg chg="modSp add mod">
        <pc:chgData name="Pauline Smyth" userId="de5ce227-53e3-42c9-b7e0-2fb7785ba6f5" providerId="ADAL" clId="{34437D28-B46A-4067-A20D-CFC8CEDB46C5}" dt="2021-11-02T22:52:00.191" v="4218" actId="20577"/>
        <pc:sldMkLst>
          <pc:docMk/>
          <pc:sldMk cId="1724392504" sldId="281"/>
        </pc:sldMkLst>
        <pc:spChg chg="mod">
          <ac:chgData name="Pauline Smyth" userId="de5ce227-53e3-42c9-b7e0-2fb7785ba6f5" providerId="ADAL" clId="{34437D28-B46A-4067-A20D-CFC8CEDB46C5}" dt="2021-11-02T13:04:55.620" v="3710" actId="20577"/>
          <ac:spMkLst>
            <pc:docMk/>
            <pc:sldMk cId="1724392504" sldId="281"/>
            <ac:spMk id="2" creationId="{E5BFCB2C-0F0E-4169-BA43-DB98346AFDDA}"/>
          </ac:spMkLst>
        </pc:spChg>
        <pc:spChg chg="mod">
          <ac:chgData name="Pauline Smyth" userId="de5ce227-53e3-42c9-b7e0-2fb7785ba6f5" providerId="ADAL" clId="{34437D28-B46A-4067-A20D-CFC8CEDB46C5}" dt="2021-11-02T22:52:00.191" v="4218" actId="20577"/>
          <ac:spMkLst>
            <pc:docMk/>
            <pc:sldMk cId="1724392504" sldId="281"/>
            <ac:spMk id="3" creationId="{09C4E21D-6169-4B7E-B3CE-F5610B6E1475}"/>
          </ac:spMkLst>
        </pc:spChg>
      </pc:sldChg>
      <pc:sldChg chg="modSp add mod">
        <pc:chgData name="Pauline Smyth" userId="de5ce227-53e3-42c9-b7e0-2fb7785ba6f5" providerId="ADAL" clId="{34437D28-B46A-4067-A20D-CFC8CEDB46C5}" dt="2021-11-03T10:05:06.094" v="6122" actId="14100"/>
        <pc:sldMkLst>
          <pc:docMk/>
          <pc:sldMk cId="1360410786" sldId="282"/>
        </pc:sldMkLst>
        <pc:spChg chg="mod">
          <ac:chgData name="Pauline Smyth" userId="de5ce227-53e3-42c9-b7e0-2fb7785ba6f5" providerId="ADAL" clId="{34437D28-B46A-4067-A20D-CFC8CEDB46C5}" dt="2021-11-02T13:05:45.096" v="3750" actId="20577"/>
          <ac:spMkLst>
            <pc:docMk/>
            <pc:sldMk cId="1360410786" sldId="282"/>
            <ac:spMk id="2" creationId="{E5BFCB2C-0F0E-4169-BA43-DB98346AFDDA}"/>
          </ac:spMkLst>
        </pc:spChg>
        <pc:spChg chg="mod">
          <ac:chgData name="Pauline Smyth" userId="de5ce227-53e3-42c9-b7e0-2fb7785ba6f5" providerId="ADAL" clId="{34437D28-B46A-4067-A20D-CFC8CEDB46C5}" dt="2021-11-03T10:05:06.094" v="6122" actId="14100"/>
          <ac:spMkLst>
            <pc:docMk/>
            <pc:sldMk cId="1360410786" sldId="282"/>
            <ac:spMk id="3" creationId="{09C4E21D-6169-4B7E-B3CE-F5610B6E1475}"/>
          </ac:spMkLst>
        </pc:spChg>
      </pc:sldChg>
      <pc:sldChg chg="modSp add mod">
        <pc:chgData name="Pauline Smyth" userId="de5ce227-53e3-42c9-b7e0-2fb7785ba6f5" providerId="ADAL" clId="{34437D28-B46A-4067-A20D-CFC8CEDB46C5}" dt="2021-11-03T09:51:17.557" v="6121" actId="313"/>
        <pc:sldMkLst>
          <pc:docMk/>
          <pc:sldMk cId="650777584" sldId="283"/>
        </pc:sldMkLst>
        <pc:spChg chg="mod">
          <ac:chgData name="Pauline Smyth" userId="de5ce227-53e3-42c9-b7e0-2fb7785ba6f5" providerId="ADAL" clId="{34437D28-B46A-4067-A20D-CFC8CEDB46C5}" dt="2021-11-02T13:06:09.952" v="3762" actId="20577"/>
          <ac:spMkLst>
            <pc:docMk/>
            <pc:sldMk cId="650777584" sldId="283"/>
            <ac:spMk id="2" creationId="{E5BFCB2C-0F0E-4169-BA43-DB98346AFDDA}"/>
          </ac:spMkLst>
        </pc:spChg>
        <pc:spChg chg="mod">
          <ac:chgData name="Pauline Smyth" userId="de5ce227-53e3-42c9-b7e0-2fb7785ba6f5" providerId="ADAL" clId="{34437D28-B46A-4067-A20D-CFC8CEDB46C5}" dt="2021-11-03T09:51:17.557" v="6121" actId="313"/>
          <ac:spMkLst>
            <pc:docMk/>
            <pc:sldMk cId="650777584" sldId="283"/>
            <ac:spMk id="3" creationId="{09C4E21D-6169-4B7E-B3CE-F5610B6E1475}"/>
          </ac:spMkLst>
        </pc:spChg>
      </pc:sldChg>
      <pc:sldChg chg="addSp delSp modSp add mod setBg">
        <pc:chgData name="Pauline Smyth" userId="de5ce227-53e3-42c9-b7e0-2fb7785ba6f5" providerId="ADAL" clId="{34437D28-B46A-4067-A20D-CFC8CEDB46C5}" dt="2021-11-03T10:54:31.386" v="7269" actId="14100"/>
        <pc:sldMkLst>
          <pc:docMk/>
          <pc:sldMk cId="4198862520" sldId="284"/>
        </pc:sldMkLst>
        <pc:spChg chg="mod">
          <ac:chgData name="Pauline Smyth" userId="de5ce227-53e3-42c9-b7e0-2fb7785ba6f5" providerId="ADAL" clId="{34437D28-B46A-4067-A20D-CFC8CEDB46C5}" dt="2021-11-03T10:54:14.079" v="7262" actId="1076"/>
          <ac:spMkLst>
            <pc:docMk/>
            <pc:sldMk cId="4198862520" sldId="284"/>
            <ac:spMk id="2" creationId="{E5BFCB2C-0F0E-4169-BA43-DB98346AFDDA}"/>
          </ac:spMkLst>
        </pc:spChg>
        <pc:spChg chg="mod ord">
          <ac:chgData name="Pauline Smyth" userId="de5ce227-53e3-42c9-b7e0-2fb7785ba6f5" providerId="ADAL" clId="{34437D28-B46A-4067-A20D-CFC8CEDB46C5}" dt="2021-11-03T10:54:31.386" v="7269" actId="14100"/>
          <ac:spMkLst>
            <pc:docMk/>
            <pc:sldMk cId="4198862520" sldId="284"/>
            <ac:spMk id="3" creationId="{09C4E21D-6169-4B7E-B3CE-F5610B6E1475}"/>
          </ac:spMkLst>
        </pc:spChg>
        <pc:spChg chg="add del">
          <ac:chgData name="Pauline Smyth" userId="de5ce227-53e3-42c9-b7e0-2fb7785ba6f5" providerId="ADAL" clId="{34437D28-B46A-4067-A20D-CFC8CEDB46C5}" dt="2021-11-03T10:53:06.681" v="7246" actId="26606"/>
          <ac:spMkLst>
            <pc:docMk/>
            <pc:sldMk cId="4198862520" sldId="284"/>
            <ac:spMk id="10" creationId="{C2E4E997-8672-4FFD-B8EC-9932A8E4714B}"/>
          </ac:spMkLst>
        </pc:spChg>
        <pc:spChg chg="add">
          <ac:chgData name="Pauline Smyth" userId="de5ce227-53e3-42c9-b7e0-2fb7785ba6f5" providerId="ADAL" clId="{34437D28-B46A-4067-A20D-CFC8CEDB46C5}" dt="2021-11-03T10:53:54.783" v="7257" actId="26606"/>
          <ac:spMkLst>
            <pc:docMk/>
            <pc:sldMk cId="4198862520" sldId="284"/>
            <ac:spMk id="172" creationId="{C2E4E997-8672-4FFD-B8EC-9932A8E4714B}"/>
          </ac:spMkLst>
        </pc:spChg>
        <pc:grpChg chg="add del">
          <ac:chgData name="Pauline Smyth" userId="de5ce227-53e3-42c9-b7e0-2fb7785ba6f5" providerId="ADAL" clId="{34437D28-B46A-4067-A20D-CFC8CEDB46C5}" dt="2021-11-03T10:53:06.681" v="7246" actId="26606"/>
          <ac:grpSpMkLst>
            <pc:docMk/>
            <pc:sldMk cId="4198862520" sldId="284"/>
            <ac:grpSpMk id="14" creationId="{453E4DEE-E996-40F8-8635-0FF43D7348F9}"/>
          </ac:grpSpMkLst>
        </pc:grpChg>
        <pc:grpChg chg="add del">
          <ac:chgData name="Pauline Smyth" userId="de5ce227-53e3-42c9-b7e0-2fb7785ba6f5" providerId="ADAL" clId="{34437D28-B46A-4067-A20D-CFC8CEDB46C5}" dt="2021-11-03T10:53:34.670" v="7252" actId="26606"/>
          <ac:grpSpMkLst>
            <pc:docMk/>
            <pc:sldMk cId="4198862520" sldId="284"/>
            <ac:grpSpMk id="46" creationId="{9AE4726C-1831-4FE3-9A11-227F0DC2F0BC}"/>
          </ac:grpSpMkLst>
        </pc:grpChg>
        <pc:grpChg chg="add del">
          <ac:chgData name="Pauline Smyth" userId="de5ce227-53e3-42c9-b7e0-2fb7785ba6f5" providerId="ADAL" clId="{34437D28-B46A-4067-A20D-CFC8CEDB46C5}" dt="2021-11-03T10:53:34.670" v="7252" actId="26606"/>
          <ac:grpSpMkLst>
            <pc:docMk/>
            <pc:sldMk cId="4198862520" sldId="284"/>
            <ac:grpSpMk id="50" creationId="{E916825F-759B-4F1A-BA80-AF7137691EC5}"/>
          </ac:grpSpMkLst>
        </pc:grpChg>
        <pc:grpChg chg="add del">
          <ac:chgData name="Pauline Smyth" userId="de5ce227-53e3-42c9-b7e0-2fb7785ba6f5" providerId="ADAL" clId="{34437D28-B46A-4067-A20D-CFC8CEDB46C5}" dt="2021-11-03T10:53:54.783" v="7257" actId="26606"/>
          <ac:grpSpMkLst>
            <pc:docMk/>
            <pc:sldMk cId="4198862520" sldId="284"/>
            <ac:grpSpMk id="109" creationId="{8E1DDAD8-1D10-4640-A034-BE90015E37B6}"/>
          </ac:grpSpMkLst>
        </pc:grpChg>
        <pc:grpChg chg="add del">
          <ac:chgData name="Pauline Smyth" userId="de5ce227-53e3-42c9-b7e0-2fb7785ba6f5" providerId="ADAL" clId="{34437D28-B46A-4067-A20D-CFC8CEDB46C5}" dt="2021-11-03T10:53:54.783" v="7257" actId="26606"/>
          <ac:grpSpMkLst>
            <pc:docMk/>
            <pc:sldMk cId="4198862520" sldId="284"/>
            <ac:grpSpMk id="113" creationId="{FD642FB6-2808-4BC5-AE0B-7302C24B78A5}"/>
          </ac:grpSpMkLst>
        </pc:grpChg>
        <pc:grpChg chg="add">
          <ac:chgData name="Pauline Smyth" userId="de5ce227-53e3-42c9-b7e0-2fb7785ba6f5" providerId="ADAL" clId="{34437D28-B46A-4067-A20D-CFC8CEDB46C5}" dt="2021-11-03T10:53:54.783" v="7257" actId="26606"/>
          <ac:grpSpMkLst>
            <pc:docMk/>
            <pc:sldMk cId="4198862520" sldId="284"/>
            <ac:grpSpMk id="176" creationId="{453E4DEE-E996-40F8-8635-0FF43D7348F9}"/>
          </ac:grpSpMkLst>
        </pc:grpChg>
        <pc:picChg chg="add mod ord">
          <ac:chgData name="Pauline Smyth" userId="de5ce227-53e3-42c9-b7e0-2fb7785ba6f5" providerId="ADAL" clId="{34437D28-B46A-4067-A20D-CFC8CEDB46C5}" dt="2021-11-03T10:54:02.609" v="7259" actId="1076"/>
          <ac:picMkLst>
            <pc:docMk/>
            <pc:sldMk cId="4198862520" sldId="284"/>
            <ac:picMk id="5" creationId="{476EE0BB-8D9A-46D5-B191-E5861C3BFBDD}"/>
          </ac:picMkLst>
        </pc:picChg>
        <pc:picChg chg="add del">
          <ac:chgData name="Pauline Smyth" userId="de5ce227-53e3-42c9-b7e0-2fb7785ba6f5" providerId="ADAL" clId="{34437D28-B46A-4067-A20D-CFC8CEDB46C5}" dt="2021-11-03T10:53:06.681" v="7246" actId="26606"/>
          <ac:picMkLst>
            <pc:docMk/>
            <pc:sldMk cId="4198862520" sldId="284"/>
            <ac:picMk id="12" creationId="{FE6BA9E6-1D9E-4D30-B528-D49FA1342E4E}"/>
          </ac:picMkLst>
        </pc:picChg>
        <pc:picChg chg="add">
          <ac:chgData name="Pauline Smyth" userId="de5ce227-53e3-42c9-b7e0-2fb7785ba6f5" providerId="ADAL" clId="{34437D28-B46A-4067-A20D-CFC8CEDB46C5}" dt="2021-11-03T10:53:54.783" v="7257" actId="26606"/>
          <ac:picMkLst>
            <pc:docMk/>
            <pc:sldMk cId="4198862520" sldId="284"/>
            <ac:picMk id="174" creationId="{FE6BA9E6-1D9E-4D30-B528-D49FA1342E4E}"/>
          </ac:picMkLst>
        </pc:picChg>
      </pc:sldChg>
      <pc:sldChg chg="modSp add mod">
        <pc:chgData name="Pauline Smyth" userId="de5ce227-53e3-42c9-b7e0-2fb7785ba6f5" providerId="ADAL" clId="{34437D28-B46A-4067-A20D-CFC8CEDB46C5}" dt="2021-11-07T22:49:43.505" v="8646" actId="20577"/>
        <pc:sldMkLst>
          <pc:docMk/>
          <pc:sldMk cId="3356115077" sldId="285"/>
        </pc:sldMkLst>
        <pc:spChg chg="mod">
          <ac:chgData name="Pauline Smyth" userId="de5ce227-53e3-42c9-b7e0-2fb7785ba6f5" providerId="ADAL" clId="{34437D28-B46A-4067-A20D-CFC8CEDB46C5}" dt="2021-11-02T13:07:10.765" v="3798" actId="20577"/>
          <ac:spMkLst>
            <pc:docMk/>
            <pc:sldMk cId="3356115077" sldId="285"/>
            <ac:spMk id="2" creationId="{E5BFCB2C-0F0E-4169-BA43-DB98346AFDDA}"/>
          </ac:spMkLst>
        </pc:spChg>
        <pc:spChg chg="mod">
          <ac:chgData name="Pauline Smyth" userId="de5ce227-53e3-42c9-b7e0-2fb7785ba6f5" providerId="ADAL" clId="{34437D28-B46A-4067-A20D-CFC8CEDB46C5}" dt="2021-11-07T22:49:43.505" v="8646" actId="20577"/>
          <ac:spMkLst>
            <pc:docMk/>
            <pc:sldMk cId="3356115077" sldId="285"/>
            <ac:spMk id="3" creationId="{09C4E21D-6169-4B7E-B3CE-F5610B6E1475}"/>
          </ac:spMkLst>
        </pc:spChg>
      </pc:sldChg>
      <pc:sldChg chg="addSp delSp modSp add mod setBg">
        <pc:chgData name="Pauline Smyth" userId="de5ce227-53e3-42c9-b7e0-2fb7785ba6f5" providerId="ADAL" clId="{34437D28-B46A-4067-A20D-CFC8CEDB46C5}" dt="2021-11-11T06:47:57.097" v="11869" actId="20577"/>
        <pc:sldMkLst>
          <pc:docMk/>
          <pc:sldMk cId="3181431867" sldId="286"/>
        </pc:sldMkLst>
        <pc:spChg chg="mod">
          <ac:chgData name="Pauline Smyth" userId="de5ce227-53e3-42c9-b7e0-2fb7785ba6f5" providerId="ADAL" clId="{34437D28-B46A-4067-A20D-CFC8CEDB46C5}" dt="2021-11-07T23:05:42.599" v="9423" actId="26606"/>
          <ac:spMkLst>
            <pc:docMk/>
            <pc:sldMk cId="3181431867" sldId="286"/>
            <ac:spMk id="2" creationId="{E5BFCB2C-0F0E-4169-BA43-DB98346AFDDA}"/>
          </ac:spMkLst>
        </pc:spChg>
        <pc:spChg chg="add del mod ord">
          <ac:chgData name="Pauline Smyth" userId="de5ce227-53e3-42c9-b7e0-2fb7785ba6f5" providerId="ADAL" clId="{34437D28-B46A-4067-A20D-CFC8CEDB46C5}" dt="2021-11-11T06:47:57.097" v="11869" actId="20577"/>
          <ac:spMkLst>
            <pc:docMk/>
            <pc:sldMk cId="3181431867" sldId="286"/>
            <ac:spMk id="3" creationId="{09C4E21D-6169-4B7E-B3CE-F5610B6E1475}"/>
          </ac:spMkLst>
        </pc:spChg>
        <pc:picChg chg="add del mod ord">
          <ac:chgData name="Pauline Smyth" userId="de5ce227-53e3-42c9-b7e0-2fb7785ba6f5" providerId="ADAL" clId="{34437D28-B46A-4067-A20D-CFC8CEDB46C5}" dt="2021-11-07T22:59:04.433" v="9015" actId="22"/>
          <ac:picMkLst>
            <pc:docMk/>
            <pc:sldMk cId="3181431867" sldId="286"/>
            <ac:picMk id="5" creationId="{46E441D0-F11D-4532-AD3E-BBB38D32C2C6}"/>
          </ac:picMkLst>
        </pc:picChg>
        <pc:picChg chg="add mod">
          <ac:chgData name="Pauline Smyth" userId="de5ce227-53e3-42c9-b7e0-2fb7785ba6f5" providerId="ADAL" clId="{34437D28-B46A-4067-A20D-CFC8CEDB46C5}" dt="2021-11-07T23:05:42.599" v="9423" actId="26606"/>
          <ac:picMkLst>
            <pc:docMk/>
            <pc:sldMk cId="3181431867" sldId="286"/>
            <ac:picMk id="7" creationId="{A2A7F1D2-2E93-4932-B3B9-73073F1B786B}"/>
          </ac:picMkLst>
        </pc:picChg>
      </pc:sldChg>
      <pc:sldChg chg="modSp add mod">
        <pc:chgData name="Pauline Smyth" userId="de5ce227-53e3-42c9-b7e0-2fb7785ba6f5" providerId="ADAL" clId="{34437D28-B46A-4067-A20D-CFC8CEDB46C5}" dt="2021-11-09T21:27:09.345" v="9732" actId="20577"/>
        <pc:sldMkLst>
          <pc:docMk/>
          <pc:sldMk cId="323687007" sldId="287"/>
        </pc:sldMkLst>
        <pc:spChg chg="mod">
          <ac:chgData name="Pauline Smyth" userId="de5ce227-53e3-42c9-b7e0-2fb7785ba6f5" providerId="ADAL" clId="{34437D28-B46A-4067-A20D-CFC8CEDB46C5}" dt="2021-11-02T13:07:51.201" v="3838" actId="20577"/>
          <ac:spMkLst>
            <pc:docMk/>
            <pc:sldMk cId="323687007" sldId="287"/>
            <ac:spMk id="2" creationId="{E5BFCB2C-0F0E-4169-BA43-DB98346AFDDA}"/>
          </ac:spMkLst>
        </pc:spChg>
        <pc:spChg chg="mod">
          <ac:chgData name="Pauline Smyth" userId="de5ce227-53e3-42c9-b7e0-2fb7785ba6f5" providerId="ADAL" clId="{34437D28-B46A-4067-A20D-CFC8CEDB46C5}" dt="2021-11-09T21:27:09.345" v="9732" actId="20577"/>
          <ac:spMkLst>
            <pc:docMk/>
            <pc:sldMk cId="323687007" sldId="287"/>
            <ac:spMk id="3" creationId="{09C4E21D-6169-4B7E-B3CE-F5610B6E1475}"/>
          </ac:spMkLst>
        </pc:spChg>
      </pc:sldChg>
      <pc:sldChg chg="modSp add mod">
        <pc:chgData name="Pauline Smyth" userId="de5ce227-53e3-42c9-b7e0-2fb7785ba6f5" providerId="ADAL" clId="{34437D28-B46A-4067-A20D-CFC8CEDB46C5}" dt="2021-11-11T06:43:57.251" v="11847" actId="20577"/>
        <pc:sldMkLst>
          <pc:docMk/>
          <pc:sldMk cId="1359015083" sldId="288"/>
        </pc:sldMkLst>
        <pc:spChg chg="mod">
          <ac:chgData name="Pauline Smyth" userId="de5ce227-53e3-42c9-b7e0-2fb7785ba6f5" providerId="ADAL" clId="{34437D28-B46A-4067-A20D-CFC8CEDB46C5}" dt="2021-11-02T13:08:19.360" v="3866" actId="20577"/>
          <ac:spMkLst>
            <pc:docMk/>
            <pc:sldMk cId="1359015083" sldId="288"/>
            <ac:spMk id="2" creationId="{E5BFCB2C-0F0E-4169-BA43-DB98346AFDDA}"/>
          </ac:spMkLst>
        </pc:spChg>
        <pc:spChg chg="mod">
          <ac:chgData name="Pauline Smyth" userId="de5ce227-53e3-42c9-b7e0-2fb7785ba6f5" providerId="ADAL" clId="{34437D28-B46A-4067-A20D-CFC8CEDB46C5}" dt="2021-11-11T06:43:57.251" v="11847" actId="20577"/>
          <ac:spMkLst>
            <pc:docMk/>
            <pc:sldMk cId="1359015083" sldId="288"/>
            <ac:spMk id="3" creationId="{09C4E21D-6169-4B7E-B3CE-F5610B6E1475}"/>
          </ac:spMkLst>
        </pc:spChg>
      </pc:sldChg>
      <pc:sldChg chg="modSp add mod">
        <pc:chgData name="Pauline Smyth" userId="de5ce227-53e3-42c9-b7e0-2fb7785ba6f5" providerId="ADAL" clId="{34437D28-B46A-4067-A20D-CFC8CEDB46C5}" dt="2021-11-09T23:42:30.846" v="11842" actId="20577"/>
        <pc:sldMkLst>
          <pc:docMk/>
          <pc:sldMk cId="420772094" sldId="289"/>
        </pc:sldMkLst>
        <pc:spChg chg="mod">
          <ac:chgData name="Pauline Smyth" userId="de5ce227-53e3-42c9-b7e0-2fb7785ba6f5" providerId="ADAL" clId="{34437D28-B46A-4067-A20D-CFC8CEDB46C5}" dt="2021-11-02T13:09:17.961" v="3905" actId="20577"/>
          <ac:spMkLst>
            <pc:docMk/>
            <pc:sldMk cId="420772094" sldId="289"/>
            <ac:spMk id="2" creationId="{E5BFCB2C-0F0E-4169-BA43-DB98346AFDDA}"/>
          </ac:spMkLst>
        </pc:spChg>
        <pc:spChg chg="mod">
          <ac:chgData name="Pauline Smyth" userId="de5ce227-53e3-42c9-b7e0-2fb7785ba6f5" providerId="ADAL" clId="{34437D28-B46A-4067-A20D-CFC8CEDB46C5}" dt="2021-11-09T23:42:30.846" v="11842" actId="20577"/>
          <ac:spMkLst>
            <pc:docMk/>
            <pc:sldMk cId="420772094" sldId="289"/>
            <ac:spMk id="3" creationId="{09C4E21D-6169-4B7E-B3CE-F5610B6E1475}"/>
          </ac:spMkLst>
        </pc:spChg>
      </pc:sldChg>
      <pc:sldChg chg="modSp add mod">
        <pc:chgData name="Pauline Smyth" userId="de5ce227-53e3-42c9-b7e0-2fb7785ba6f5" providerId="ADAL" clId="{34437D28-B46A-4067-A20D-CFC8CEDB46C5}" dt="2021-11-02T23:46:41.732" v="4745" actId="20577"/>
        <pc:sldMkLst>
          <pc:docMk/>
          <pc:sldMk cId="2215066733" sldId="290"/>
        </pc:sldMkLst>
        <pc:spChg chg="mod">
          <ac:chgData name="Pauline Smyth" userId="de5ce227-53e3-42c9-b7e0-2fb7785ba6f5" providerId="ADAL" clId="{34437D28-B46A-4067-A20D-CFC8CEDB46C5}" dt="2021-11-02T23:46:41.732" v="4745" actId="20577"/>
          <ac:spMkLst>
            <pc:docMk/>
            <pc:sldMk cId="2215066733" sldId="290"/>
            <ac:spMk id="3" creationId="{09C4E21D-6169-4B7E-B3CE-F5610B6E1475}"/>
          </ac:spMkLst>
        </pc:spChg>
      </pc:sldChg>
      <pc:sldChg chg="modSp add mod">
        <pc:chgData name="Pauline Smyth" userId="de5ce227-53e3-42c9-b7e0-2fb7785ba6f5" providerId="ADAL" clId="{34437D28-B46A-4067-A20D-CFC8CEDB46C5}" dt="2021-11-03T00:05:57.879" v="5454" actId="115"/>
        <pc:sldMkLst>
          <pc:docMk/>
          <pc:sldMk cId="3962495852" sldId="291"/>
        </pc:sldMkLst>
        <pc:spChg chg="mod">
          <ac:chgData name="Pauline Smyth" userId="de5ce227-53e3-42c9-b7e0-2fb7785ba6f5" providerId="ADAL" clId="{34437D28-B46A-4067-A20D-CFC8CEDB46C5}" dt="2021-11-03T00:05:57.879" v="5454" actId="115"/>
          <ac:spMkLst>
            <pc:docMk/>
            <pc:sldMk cId="3962495852" sldId="291"/>
            <ac:spMk id="3" creationId="{09C4E21D-6169-4B7E-B3CE-F5610B6E1475}"/>
          </ac:spMkLst>
        </pc:spChg>
      </pc:sldChg>
      <pc:sldChg chg="modSp add mod">
        <pc:chgData name="Pauline Smyth" userId="de5ce227-53e3-42c9-b7e0-2fb7785ba6f5" providerId="ADAL" clId="{34437D28-B46A-4067-A20D-CFC8CEDB46C5}" dt="2021-11-03T10:07:03.560" v="6128" actId="27636"/>
        <pc:sldMkLst>
          <pc:docMk/>
          <pc:sldMk cId="3186659540" sldId="292"/>
        </pc:sldMkLst>
        <pc:spChg chg="mod">
          <ac:chgData name="Pauline Smyth" userId="de5ce227-53e3-42c9-b7e0-2fb7785ba6f5" providerId="ADAL" clId="{34437D28-B46A-4067-A20D-CFC8CEDB46C5}" dt="2021-11-03T10:07:03.560" v="6128" actId="27636"/>
          <ac:spMkLst>
            <pc:docMk/>
            <pc:sldMk cId="3186659540" sldId="292"/>
            <ac:spMk id="3" creationId="{09C4E21D-6169-4B7E-B3CE-F5610B6E1475}"/>
          </ac:spMkLst>
        </pc:spChg>
      </pc:sldChg>
      <pc:sldChg chg="modSp add mod">
        <pc:chgData name="Pauline Smyth" userId="de5ce227-53e3-42c9-b7e0-2fb7785ba6f5" providerId="ADAL" clId="{34437D28-B46A-4067-A20D-CFC8CEDB46C5}" dt="2021-11-03T10:09:11.072" v="6130" actId="6549"/>
        <pc:sldMkLst>
          <pc:docMk/>
          <pc:sldMk cId="3153942015" sldId="293"/>
        </pc:sldMkLst>
        <pc:spChg chg="mod">
          <ac:chgData name="Pauline Smyth" userId="de5ce227-53e3-42c9-b7e0-2fb7785ba6f5" providerId="ADAL" clId="{34437D28-B46A-4067-A20D-CFC8CEDB46C5}" dt="2021-11-03T10:09:11.072" v="6130" actId="6549"/>
          <ac:spMkLst>
            <pc:docMk/>
            <pc:sldMk cId="3153942015" sldId="293"/>
            <ac:spMk id="3" creationId="{09C4E21D-6169-4B7E-B3CE-F5610B6E1475}"/>
          </ac:spMkLst>
        </pc:spChg>
      </pc:sldChg>
      <pc:sldChg chg="modSp add mod">
        <pc:chgData name="Pauline Smyth" userId="de5ce227-53e3-42c9-b7e0-2fb7785ba6f5" providerId="ADAL" clId="{34437D28-B46A-4067-A20D-CFC8CEDB46C5}" dt="2021-11-03T10:17:49.529" v="6436" actId="207"/>
        <pc:sldMkLst>
          <pc:docMk/>
          <pc:sldMk cId="3889683204" sldId="294"/>
        </pc:sldMkLst>
        <pc:spChg chg="mod">
          <ac:chgData name="Pauline Smyth" userId="de5ce227-53e3-42c9-b7e0-2fb7785ba6f5" providerId="ADAL" clId="{34437D28-B46A-4067-A20D-CFC8CEDB46C5}" dt="2021-11-03T10:17:49.529" v="6436" actId="207"/>
          <ac:spMkLst>
            <pc:docMk/>
            <pc:sldMk cId="3889683204" sldId="294"/>
            <ac:spMk id="3" creationId="{09C4E21D-6169-4B7E-B3CE-F5610B6E1475}"/>
          </ac:spMkLst>
        </pc:spChg>
      </pc:sldChg>
      <pc:sldChg chg="modSp add mod">
        <pc:chgData name="Pauline Smyth" userId="de5ce227-53e3-42c9-b7e0-2fb7785ba6f5" providerId="ADAL" clId="{34437D28-B46A-4067-A20D-CFC8CEDB46C5}" dt="2021-11-03T10:23:45.164" v="6805" actId="20577"/>
        <pc:sldMkLst>
          <pc:docMk/>
          <pc:sldMk cId="1453305324" sldId="295"/>
        </pc:sldMkLst>
        <pc:spChg chg="mod">
          <ac:chgData name="Pauline Smyth" userId="de5ce227-53e3-42c9-b7e0-2fb7785ba6f5" providerId="ADAL" clId="{34437D28-B46A-4067-A20D-CFC8CEDB46C5}" dt="2021-11-03T10:23:45.164" v="6805" actId="20577"/>
          <ac:spMkLst>
            <pc:docMk/>
            <pc:sldMk cId="1453305324" sldId="295"/>
            <ac:spMk id="3" creationId="{09C4E21D-6169-4B7E-B3CE-F5610B6E1475}"/>
          </ac:spMkLst>
        </pc:spChg>
      </pc:sldChg>
      <pc:sldChg chg="modSp add mod">
        <pc:chgData name="Pauline Smyth" userId="de5ce227-53e3-42c9-b7e0-2fb7785ba6f5" providerId="ADAL" clId="{34437D28-B46A-4067-A20D-CFC8CEDB46C5}" dt="2021-11-07T22:41:13.456" v="8253" actId="20577"/>
        <pc:sldMkLst>
          <pc:docMk/>
          <pc:sldMk cId="3542500399" sldId="296"/>
        </pc:sldMkLst>
        <pc:spChg chg="mod">
          <ac:chgData name="Pauline Smyth" userId="de5ce227-53e3-42c9-b7e0-2fb7785ba6f5" providerId="ADAL" clId="{34437D28-B46A-4067-A20D-CFC8CEDB46C5}" dt="2021-11-07T22:41:13.456" v="8253" actId="20577"/>
          <ac:spMkLst>
            <pc:docMk/>
            <pc:sldMk cId="3542500399" sldId="296"/>
            <ac:spMk id="3" creationId="{09C4E21D-6169-4B7E-B3CE-F5610B6E1475}"/>
          </ac:spMkLst>
        </pc:spChg>
      </pc:sldChg>
      <pc:sldChg chg="delSp modSp add mod">
        <pc:chgData name="Pauline Smyth" userId="de5ce227-53e3-42c9-b7e0-2fb7785ba6f5" providerId="ADAL" clId="{34437D28-B46A-4067-A20D-CFC8CEDB46C5}" dt="2021-11-07T22:43:40.357" v="8260" actId="20577"/>
        <pc:sldMkLst>
          <pc:docMk/>
          <pc:sldMk cId="3492830497" sldId="297"/>
        </pc:sldMkLst>
        <pc:spChg chg="mod">
          <ac:chgData name="Pauline Smyth" userId="de5ce227-53e3-42c9-b7e0-2fb7785ba6f5" providerId="ADAL" clId="{34437D28-B46A-4067-A20D-CFC8CEDB46C5}" dt="2021-11-07T22:43:40.357" v="8260" actId="20577"/>
          <ac:spMkLst>
            <pc:docMk/>
            <pc:sldMk cId="3492830497" sldId="297"/>
            <ac:spMk id="3" creationId="{09C4E21D-6169-4B7E-B3CE-F5610B6E1475}"/>
          </ac:spMkLst>
        </pc:spChg>
        <pc:picChg chg="del">
          <ac:chgData name="Pauline Smyth" userId="de5ce227-53e3-42c9-b7e0-2fb7785ba6f5" providerId="ADAL" clId="{34437D28-B46A-4067-A20D-CFC8CEDB46C5}" dt="2021-11-03T11:19:20.666" v="7271" actId="478"/>
          <ac:picMkLst>
            <pc:docMk/>
            <pc:sldMk cId="3492830497" sldId="297"/>
            <ac:picMk id="5" creationId="{476EE0BB-8D9A-46D5-B191-E5861C3BFBDD}"/>
          </ac:picMkLst>
        </pc:picChg>
      </pc:sldChg>
      <pc:sldChg chg="modSp add mod">
        <pc:chgData name="Pauline Smyth" userId="de5ce227-53e3-42c9-b7e0-2fb7785ba6f5" providerId="ADAL" clId="{34437D28-B46A-4067-A20D-CFC8CEDB46C5}" dt="2021-11-03T11:38:47.740" v="8238" actId="20577"/>
        <pc:sldMkLst>
          <pc:docMk/>
          <pc:sldMk cId="2868944540" sldId="298"/>
        </pc:sldMkLst>
        <pc:spChg chg="mod">
          <ac:chgData name="Pauline Smyth" userId="de5ce227-53e3-42c9-b7e0-2fb7785ba6f5" providerId="ADAL" clId="{34437D28-B46A-4067-A20D-CFC8CEDB46C5}" dt="2021-11-03T11:38:47.740" v="8238" actId="20577"/>
          <ac:spMkLst>
            <pc:docMk/>
            <pc:sldMk cId="2868944540" sldId="298"/>
            <ac:spMk id="3" creationId="{09C4E21D-6169-4B7E-B3CE-F5610B6E1475}"/>
          </ac:spMkLst>
        </pc:spChg>
      </pc:sldChg>
      <pc:sldChg chg="modSp add mod">
        <pc:chgData name="Pauline Smyth" userId="de5ce227-53e3-42c9-b7e0-2fb7785ba6f5" providerId="ADAL" clId="{34437D28-B46A-4067-A20D-CFC8CEDB46C5}" dt="2021-11-07T22:56:29.187" v="9011" actId="20577"/>
        <pc:sldMkLst>
          <pc:docMk/>
          <pc:sldMk cId="4179681626" sldId="299"/>
        </pc:sldMkLst>
        <pc:spChg chg="mod">
          <ac:chgData name="Pauline Smyth" userId="de5ce227-53e3-42c9-b7e0-2fb7785ba6f5" providerId="ADAL" clId="{34437D28-B46A-4067-A20D-CFC8CEDB46C5}" dt="2021-11-07T22:56:29.187" v="9011" actId="20577"/>
          <ac:spMkLst>
            <pc:docMk/>
            <pc:sldMk cId="4179681626" sldId="299"/>
            <ac:spMk id="3" creationId="{09C4E21D-6169-4B7E-B3CE-F5610B6E1475}"/>
          </ac:spMkLst>
        </pc:spChg>
      </pc:sldChg>
      <pc:sldChg chg="modSp add mod">
        <pc:chgData name="Pauline Smyth" userId="de5ce227-53e3-42c9-b7e0-2fb7785ba6f5" providerId="ADAL" clId="{34437D28-B46A-4067-A20D-CFC8CEDB46C5}" dt="2021-11-09T21:40:32.246" v="10142" actId="20577"/>
        <pc:sldMkLst>
          <pc:docMk/>
          <pc:sldMk cId="3199340912" sldId="300"/>
        </pc:sldMkLst>
        <pc:spChg chg="mod">
          <ac:chgData name="Pauline Smyth" userId="de5ce227-53e3-42c9-b7e0-2fb7785ba6f5" providerId="ADAL" clId="{34437D28-B46A-4067-A20D-CFC8CEDB46C5}" dt="2021-11-09T21:40:32.246" v="10142" actId="20577"/>
          <ac:spMkLst>
            <pc:docMk/>
            <pc:sldMk cId="3199340912" sldId="300"/>
            <ac:spMk id="3" creationId="{09C4E21D-6169-4B7E-B3CE-F5610B6E1475}"/>
          </ac:spMkLst>
        </pc:spChg>
      </pc:sldChg>
      <pc:sldChg chg="modSp add mod">
        <pc:chgData name="Pauline Smyth" userId="de5ce227-53e3-42c9-b7e0-2fb7785ba6f5" providerId="ADAL" clId="{34437D28-B46A-4067-A20D-CFC8CEDB46C5}" dt="2021-11-09T22:46:45.658" v="10868" actId="6549"/>
        <pc:sldMkLst>
          <pc:docMk/>
          <pc:sldMk cId="748603827" sldId="301"/>
        </pc:sldMkLst>
        <pc:spChg chg="mod">
          <ac:chgData name="Pauline Smyth" userId="de5ce227-53e3-42c9-b7e0-2fb7785ba6f5" providerId="ADAL" clId="{34437D28-B46A-4067-A20D-CFC8CEDB46C5}" dt="2021-11-09T21:47:51.454" v="10382" actId="20577"/>
          <ac:spMkLst>
            <pc:docMk/>
            <pc:sldMk cId="748603827" sldId="301"/>
            <ac:spMk id="2" creationId="{E5BFCB2C-0F0E-4169-BA43-DB98346AFDDA}"/>
          </ac:spMkLst>
        </pc:spChg>
        <pc:spChg chg="mod">
          <ac:chgData name="Pauline Smyth" userId="de5ce227-53e3-42c9-b7e0-2fb7785ba6f5" providerId="ADAL" clId="{34437D28-B46A-4067-A20D-CFC8CEDB46C5}" dt="2021-11-09T22:46:45.658" v="10868" actId="6549"/>
          <ac:spMkLst>
            <pc:docMk/>
            <pc:sldMk cId="748603827" sldId="301"/>
            <ac:spMk id="3" creationId="{09C4E21D-6169-4B7E-B3CE-F5610B6E1475}"/>
          </ac:spMkLst>
        </pc:spChg>
      </pc:sldChg>
      <pc:sldChg chg="modSp add mod">
        <pc:chgData name="Pauline Smyth" userId="de5ce227-53e3-42c9-b7e0-2fb7785ba6f5" providerId="ADAL" clId="{34437D28-B46A-4067-A20D-CFC8CEDB46C5}" dt="2021-11-09T22:29:56.421" v="10830" actId="20577"/>
        <pc:sldMkLst>
          <pc:docMk/>
          <pc:sldMk cId="1081878833" sldId="302"/>
        </pc:sldMkLst>
        <pc:spChg chg="mod">
          <ac:chgData name="Pauline Smyth" userId="de5ce227-53e3-42c9-b7e0-2fb7785ba6f5" providerId="ADAL" clId="{34437D28-B46A-4067-A20D-CFC8CEDB46C5}" dt="2021-11-09T22:29:56.421" v="10830" actId="20577"/>
          <ac:spMkLst>
            <pc:docMk/>
            <pc:sldMk cId="1081878833" sldId="302"/>
            <ac:spMk id="3" creationId="{09C4E21D-6169-4B7E-B3CE-F5610B6E147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8/31/2022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ZiLrF46ypSg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d.com/talks/patrick_lin_the_ethical_dilemma_of_self_driving_cars?language=en#t-151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oralmachine.ne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87611-3605-47BC-B91B-0DA5D049F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2168" y="1214438"/>
            <a:ext cx="10312892" cy="2387600"/>
          </a:xfrm>
        </p:spPr>
        <p:txBody>
          <a:bodyPr>
            <a:normAutofit/>
          </a:bodyPr>
          <a:lstStyle/>
          <a:p>
            <a:r>
              <a:rPr lang="en-US" sz="4800" dirty="0"/>
              <a:t>relationship between computing technologies and society including issues of ethics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BB8030-1F24-45A6-9B78-4F1EADED4F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Leaving Cert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1372550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CB2C-0F0E-4169-BA43-DB98346AF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322" y="68103"/>
            <a:ext cx="9905998" cy="1478570"/>
          </a:xfrm>
        </p:spPr>
        <p:txBody>
          <a:bodyPr/>
          <a:lstStyle/>
          <a:p>
            <a:r>
              <a:rPr lang="en-IE" dirty="0"/>
              <a:t>Learning outcomes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4E21D-6169-4B7E-B3CE-F5610B6E1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358" y="1546097"/>
            <a:ext cx="9471724" cy="428447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1.11 discuss the complex relationship between computing technologies and society including issues of ethics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1.12 compare the positive and negative impacts of computing on culture and society</a:t>
            </a:r>
          </a:p>
          <a:p>
            <a:pPr>
              <a:buFont typeface="Wingdings" panose="05000000000000000000" pitchFamily="2" charset="2"/>
              <a:buChar char="Ø"/>
            </a:pPr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1344736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4E21D-6169-4B7E-B3CE-F5610B6E1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196" y="2164796"/>
            <a:ext cx="11256632" cy="4225770"/>
          </a:xfrm>
        </p:spPr>
        <p:txBody>
          <a:bodyPr>
            <a:normAutofit/>
          </a:bodyPr>
          <a:lstStyle/>
          <a:p>
            <a:r>
              <a:rPr lang="en-US" sz="2800" dirty="0"/>
              <a:t>Can you name some military inventions that have shaped our world, both positively or negatively?</a:t>
            </a:r>
          </a:p>
          <a:p>
            <a:r>
              <a:rPr lang="en-IE" sz="2800" dirty="0">
                <a:hlinkClick r:id="rId2"/>
              </a:rPr>
              <a:t>DARPA inventions</a:t>
            </a:r>
            <a:endParaRPr lang="en-IE" sz="28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A724D6-5A8D-1F19-4A1F-EADFEE04B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147" y="403934"/>
            <a:ext cx="11487705" cy="1478570"/>
          </a:xfrm>
        </p:spPr>
        <p:txBody>
          <a:bodyPr>
            <a:normAutofit fontScale="90000"/>
          </a:bodyPr>
          <a:lstStyle/>
          <a:p>
            <a:r>
              <a:rPr lang="en-US" dirty="0"/>
              <a:t>the positive and negative impact of military innovations on both society and technological developments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391531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4E21D-6169-4B7E-B3CE-F5610B6E1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664" y="1830758"/>
            <a:ext cx="11081126" cy="4623308"/>
          </a:xfrm>
        </p:spPr>
        <p:txBody>
          <a:bodyPr>
            <a:normAutofit/>
          </a:bodyPr>
          <a:lstStyle/>
          <a:p>
            <a:r>
              <a:rPr lang="en-US" sz="3200" dirty="0"/>
              <a:t>1. Military innovations, including wartime inventions, have an overall </a:t>
            </a:r>
            <a:r>
              <a:rPr lang="en-US" sz="3200" b="1" dirty="0"/>
              <a:t>positive</a:t>
            </a:r>
            <a:r>
              <a:rPr lang="en-US" sz="3200" dirty="0"/>
              <a:t> impact on society and on technology.</a:t>
            </a:r>
          </a:p>
          <a:p>
            <a:r>
              <a:rPr lang="en-US" sz="3200" dirty="0"/>
              <a:t>2. Military innovations, including wartime inventions, have an overall negative impact on society and on technology.</a:t>
            </a:r>
          </a:p>
          <a:p>
            <a:r>
              <a:rPr lang="en-US" sz="3200" dirty="0"/>
              <a:t>3. Societies advance rapidly, from a technological point of view, when there is a strong military and especially during wartime.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A724D6-5A8D-1F19-4A1F-EADFEE04B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85" y="227900"/>
            <a:ext cx="11487705" cy="1478570"/>
          </a:xfrm>
        </p:spPr>
        <p:txBody>
          <a:bodyPr>
            <a:normAutofit fontScale="90000"/>
          </a:bodyPr>
          <a:lstStyle/>
          <a:p>
            <a:r>
              <a:rPr lang="en-US" dirty="0"/>
              <a:t>the positive and negative impact of military innovations on both society and technological developments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388865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CB2C-0F0E-4169-BA43-DB98346AF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322" y="68103"/>
            <a:ext cx="9905998" cy="1478570"/>
          </a:xfrm>
        </p:spPr>
        <p:txBody>
          <a:bodyPr/>
          <a:lstStyle/>
          <a:p>
            <a:r>
              <a:rPr lang="en-IE" dirty="0"/>
              <a:t>Learning outcomes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4E21D-6169-4B7E-B3CE-F5610B6E1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358" y="1546097"/>
            <a:ext cx="9471724" cy="428447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1.11 discuss the complex relationship between computing technologies and society including issues of ethics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1.12 compare the positive and negative impacts of computing on culture and society</a:t>
            </a:r>
          </a:p>
          <a:p>
            <a:pPr>
              <a:buFont typeface="Wingdings" panose="05000000000000000000" pitchFamily="2" charset="2"/>
              <a:buChar char="Ø"/>
            </a:pPr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551799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4E21D-6169-4B7E-B3CE-F5610B6E1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664" y="1830758"/>
            <a:ext cx="11081126" cy="462330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4000" dirty="0"/>
              <a:t>What is Ethics?</a:t>
            </a:r>
          </a:p>
          <a:p>
            <a:r>
              <a:rPr lang="en-US" sz="4000" dirty="0"/>
              <a:t>moral principles that govern a person's </a:t>
            </a:r>
            <a:r>
              <a:rPr lang="en-US" sz="4000" dirty="0" err="1"/>
              <a:t>behaviour</a:t>
            </a:r>
            <a:r>
              <a:rPr lang="en-US" sz="4000" dirty="0"/>
              <a:t> or the conducting of an activity.</a:t>
            </a:r>
          </a:p>
          <a:p>
            <a:r>
              <a:rPr lang="en-US" sz="4000" dirty="0"/>
              <a:t>Ethics is not a set of rules or laws.</a:t>
            </a:r>
          </a:p>
          <a:p>
            <a:r>
              <a:rPr lang="en-US" sz="4000" dirty="0"/>
              <a:t>Ethics are more personal and community held views about what is right or wrong.</a:t>
            </a:r>
          </a:p>
          <a:p>
            <a:endParaRPr lang="en-US" sz="3600" dirty="0"/>
          </a:p>
          <a:p>
            <a:pPr marL="0" indent="0">
              <a:buNone/>
            </a:pPr>
            <a:endParaRPr lang="en-US" sz="40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A724D6-5A8D-1F19-4A1F-EADFEE04B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140" y="227900"/>
            <a:ext cx="10093910" cy="1478570"/>
          </a:xfrm>
        </p:spPr>
        <p:txBody>
          <a:bodyPr>
            <a:normAutofit/>
          </a:bodyPr>
          <a:lstStyle/>
          <a:p>
            <a:r>
              <a:rPr lang="en-US" dirty="0"/>
              <a:t>Computing and Ethics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45933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4E21D-6169-4B7E-B3CE-F5610B6E1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664" y="1830758"/>
            <a:ext cx="11081126" cy="4623308"/>
          </a:xfrm>
        </p:spPr>
        <p:txBody>
          <a:bodyPr>
            <a:normAutofit/>
          </a:bodyPr>
          <a:lstStyle/>
          <a:p>
            <a:r>
              <a:rPr lang="en-US" sz="3200" dirty="0"/>
              <a:t>Self-driving cars are already cruising the streets today. These cars will ultimately be safer and cleaner than their manual counterparts, they can’t completely avoid accidents altogether. </a:t>
            </a:r>
          </a:p>
          <a:p>
            <a:r>
              <a:rPr lang="en-US" sz="3200" dirty="0"/>
              <a:t>How should the car be programmed if it encounters an unavoidable accident?</a:t>
            </a:r>
          </a:p>
          <a:p>
            <a:r>
              <a:rPr lang="en-US" sz="3200" dirty="0">
                <a:hlinkClick r:id="rId2"/>
              </a:rPr>
              <a:t>Ethical Dilemma of Self Driving Cars</a:t>
            </a:r>
            <a:endParaRPr lang="en-US" sz="32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A724D6-5A8D-1F19-4A1F-EADFEE04B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629" y="227900"/>
            <a:ext cx="10511161" cy="1478570"/>
          </a:xfrm>
        </p:spPr>
        <p:txBody>
          <a:bodyPr>
            <a:normAutofit/>
          </a:bodyPr>
          <a:lstStyle/>
          <a:p>
            <a:r>
              <a:rPr lang="en-US" dirty="0"/>
              <a:t>Computing and Ethics / Self Driving Cars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390437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4E21D-6169-4B7E-B3CE-F5610B6E1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22" y="1029810"/>
            <a:ext cx="11771790" cy="5681708"/>
          </a:xfrm>
        </p:spPr>
        <p:txBody>
          <a:bodyPr>
            <a:normAutofit/>
          </a:bodyPr>
          <a:lstStyle/>
          <a:p>
            <a:r>
              <a:rPr lang="en-US" sz="3200" dirty="0"/>
              <a:t>a) Can robots or machines be programmed to be ethical? </a:t>
            </a:r>
          </a:p>
          <a:p>
            <a:r>
              <a:rPr lang="en-US" sz="3200" dirty="0"/>
              <a:t>b) Do you believe it is preferable to hit an “old man” rather than a “female doctor”? </a:t>
            </a:r>
          </a:p>
          <a:p>
            <a:r>
              <a:rPr lang="en-US" sz="3200" dirty="0"/>
              <a:t>d) Would these results be more useful if data was only collected in Ireland instead of worldwide? Should Irish data only be used to build cars for Irish roads?</a:t>
            </a:r>
          </a:p>
          <a:p>
            <a:r>
              <a:rPr lang="en-US" sz="3200" dirty="0">
                <a:hlinkClick r:id="rId2"/>
              </a:rPr>
              <a:t>https://www.moralmachine.net/</a:t>
            </a:r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A724D6-5A8D-1F19-4A1F-EADFEE04B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650" y="-242617"/>
            <a:ext cx="10511161" cy="1478570"/>
          </a:xfrm>
        </p:spPr>
        <p:txBody>
          <a:bodyPr>
            <a:normAutofit/>
          </a:bodyPr>
          <a:lstStyle/>
          <a:p>
            <a:r>
              <a:rPr lang="en-US" dirty="0"/>
              <a:t>Computing and Ethics / Self Driving Cars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1424107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59C47FF1BBBD41944C27E755792B60" ma:contentTypeVersion="13" ma:contentTypeDescription="Create a new document." ma:contentTypeScope="" ma:versionID="10712fcb74858acd939241f8f14c3c2a">
  <xsd:schema xmlns:xsd="http://www.w3.org/2001/XMLSchema" xmlns:xs="http://www.w3.org/2001/XMLSchema" xmlns:p="http://schemas.microsoft.com/office/2006/metadata/properties" xmlns:ns1="http://schemas.microsoft.com/sharepoint/v3" xmlns:ns2="2a24f1cd-5e3a-428d-a962-0c0266cdec1f" xmlns:ns3="2522d011-583a-4cec-893b-a3e4ebe7a880" targetNamespace="http://schemas.microsoft.com/office/2006/metadata/properties" ma:root="true" ma:fieldsID="762bbfe59eafa4ea92fb4b763fa075a5" ns1:_="" ns2:_="" ns3:_="">
    <xsd:import namespace="http://schemas.microsoft.com/sharepoint/v3"/>
    <xsd:import namespace="2a24f1cd-5e3a-428d-a962-0c0266cdec1f"/>
    <xsd:import namespace="2522d011-583a-4cec-893b-a3e4ebe7a8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24f1cd-5e3a-428d-a962-0c0266cdec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712559f9-f71b-4af0-bfaa-ab2f6ccdd4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22d011-583a-4cec-893b-a3e4ebe7a880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28a40212-ea4a-4620-9c44-1250f1e428a8}" ma:internalName="TaxCatchAll" ma:showField="CatchAllData" ma:web="2522d011-583a-4cec-893b-a3e4ebe7a8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a24f1cd-5e3a-428d-a962-0c0266cdec1f">
      <Terms xmlns="http://schemas.microsoft.com/office/infopath/2007/PartnerControls"/>
    </lcf76f155ced4ddcb4097134ff3c332f>
    <TaxCatchAll xmlns="2522d011-583a-4cec-893b-a3e4ebe7a880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CE7B3194-8C66-4B45-8E5C-7C309BEAC44D}"/>
</file>

<file path=customXml/itemProps2.xml><?xml version="1.0" encoding="utf-8"?>
<ds:datastoreItem xmlns:ds="http://schemas.openxmlformats.org/officeDocument/2006/customXml" ds:itemID="{022C66E8-3708-4560-9B4C-1B29284D9538}"/>
</file>

<file path=customXml/itemProps3.xml><?xml version="1.0" encoding="utf-8"?>
<ds:datastoreItem xmlns:ds="http://schemas.openxmlformats.org/officeDocument/2006/customXml" ds:itemID="{201F84DD-0312-4498-A07E-19C2872F6064}"/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0</TotalTime>
  <Words>365</Words>
  <Application>Microsoft Office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Tw Cen MT</vt:lpstr>
      <vt:lpstr>Wingdings</vt:lpstr>
      <vt:lpstr>Circuit</vt:lpstr>
      <vt:lpstr>relationship between computing technologies and society including issues of ethics</vt:lpstr>
      <vt:lpstr>Learning outcomes </vt:lpstr>
      <vt:lpstr>the positive and negative impact of military innovations on both society and technological developments</vt:lpstr>
      <vt:lpstr>the positive and negative impact of military innovations on both society and technological developments</vt:lpstr>
      <vt:lpstr>Learning outcomes </vt:lpstr>
      <vt:lpstr>Computing and Ethics</vt:lpstr>
      <vt:lpstr>Computing and Ethics / Self Driving Cars</vt:lpstr>
      <vt:lpstr>Computing and Ethics / Self Driving Cars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 History of Computing</dc:title>
  <dc:creator>Pauline Smyth</dc:creator>
  <cp:lastModifiedBy>Pauline Smyth</cp:lastModifiedBy>
  <cp:revision>13</cp:revision>
  <dcterms:created xsi:type="dcterms:W3CDTF">2021-10-31T21:09:54Z</dcterms:created>
  <dcterms:modified xsi:type="dcterms:W3CDTF">2022-08-31T11:52:04Z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0x0101008D59C47FF1BBBD41944C27E755792B60</vt:lpwstr>
  </property>
</Properties>
</file>