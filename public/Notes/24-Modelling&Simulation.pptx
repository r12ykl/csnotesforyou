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9" r:id="rId4"/>
    <p:sldId id="264" r:id="rId5"/>
    <p:sldId id="265" r:id="rId6"/>
    <p:sldId id="260" r:id="rId7"/>
    <p:sldId id="257" r:id="rId8"/>
    <p:sldId id="258" r:id="rId9"/>
    <p:sldId id="266" r:id="rId10"/>
    <p:sldId id="268" r:id="rId11"/>
    <p:sldId id="269" r:id="rId12"/>
    <p:sldId id="270" r:id="rId13"/>
    <p:sldId id="271" r:id="rId14"/>
    <p:sldId id="267" r:id="rId15"/>
    <p:sldId id="275" r:id="rId16"/>
    <p:sldId id="272" r:id="rId17"/>
    <p:sldId id="277" r:id="rId18"/>
    <p:sldId id="273" r:id="rId19"/>
    <p:sldId id="274" r:id="rId20"/>
    <p:sldId id="276"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76D173-B1D7-4B69-89CA-C40AFD8A9B32}" v="9" dt="2022-11-30T07:18:28.816"/>
    <p1510:client id="{54262429-3005-40A7-BD15-0159B6CCC5A9}" v="7" dt="2022-11-30T09:59:49.0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7" d="100"/>
          <a:sy n="67" d="100"/>
        </p:scale>
        <p:origin x="60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3" Type="http://schemas.openxmlformats.org/officeDocument/2006/relationships/customXml" Target="../customXml/item3.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customXml" Target="../customXml/item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ine Smyth" userId="de5ce227-53e3-42c9-b7e0-2fb7785ba6f5" providerId="ADAL" clId="{54262429-3005-40A7-BD15-0159B6CCC5A9}"/>
    <pc:docChg chg="undo custSel addSld modSld">
      <pc:chgData name="Pauline Smyth" userId="de5ce227-53e3-42c9-b7e0-2fb7785ba6f5" providerId="ADAL" clId="{54262429-3005-40A7-BD15-0159B6CCC5A9}" dt="2022-11-30T10:00:03.040" v="893" actId="1076"/>
      <pc:docMkLst>
        <pc:docMk/>
      </pc:docMkLst>
      <pc:sldChg chg="addSp delSp modSp new mod setBg">
        <pc:chgData name="Pauline Smyth" userId="de5ce227-53e3-42c9-b7e0-2fb7785ba6f5" providerId="ADAL" clId="{54262429-3005-40A7-BD15-0159B6CCC5A9}" dt="2022-11-23T10:49:18.004" v="68" actId="26606"/>
        <pc:sldMkLst>
          <pc:docMk/>
          <pc:sldMk cId="2351967957" sldId="278"/>
        </pc:sldMkLst>
        <pc:spChg chg="mod">
          <ac:chgData name="Pauline Smyth" userId="de5ce227-53e3-42c9-b7e0-2fb7785ba6f5" providerId="ADAL" clId="{54262429-3005-40A7-BD15-0159B6CCC5A9}" dt="2022-11-23T10:49:18.004" v="68" actId="26606"/>
          <ac:spMkLst>
            <pc:docMk/>
            <pc:sldMk cId="2351967957" sldId="278"/>
            <ac:spMk id="2" creationId="{7F24258A-EE8D-40EC-9B59-B08CA2673F47}"/>
          </ac:spMkLst>
        </pc:spChg>
        <pc:spChg chg="add">
          <ac:chgData name="Pauline Smyth" userId="de5ce227-53e3-42c9-b7e0-2fb7785ba6f5" providerId="ADAL" clId="{54262429-3005-40A7-BD15-0159B6CCC5A9}" dt="2022-11-23T10:49:18.004" v="68" actId="26606"/>
          <ac:spMkLst>
            <pc:docMk/>
            <pc:sldMk cId="2351967957" sldId="278"/>
            <ac:spMk id="11" creationId="{823AC064-BC96-4F32-8AE1-B2FD38754823}"/>
          </ac:spMkLst>
        </pc:spChg>
        <pc:picChg chg="add del mod">
          <ac:chgData name="Pauline Smyth" userId="de5ce227-53e3-42c9-b7e0-2fb7785ba6f5" providerId="ADAL" clId="{54262429-3005-40A7-BD15-0159B6CCC5A9}" dt="2022-11-23T10:47:23.470" v="20" actId="478"/>
          <ac:picMkLst>
            <pc:docMk/>
            <pc:sldMk cId="2351967957" sldId="278"/>
            <ac:picMk id="4" creationId="{8B9D7952-34DE-474A-A588-6EE90BB2118B}"/>
          </ac:picMkLst>
        </pc:picChg>
        <pc:picChg chg="add mod">
          <ac:chgData name="Pauline Smyth" userId="de5ce227-53e3-42c9-b7e0-2fb7785ba6f5" providerId="ADAL" clId="{54262429-3005-40A7-BD15-0159B6CCC5A9}" dt="2022-11-23T10:49:18.004" v="68" actId="26606"/>
          <ac:picMkLst>
            <pc:docMk/>
            <pc:sldMk cId="2351967957" sldId="278"/>
            <ac:picMk id="6" creationId="{638B12A2-5E64-4605-AAA8-3765721FBEBD}"/>
          </ac:picMkLst>
        </pc:picChg>
        <pc:cxnChg chg="add">
          <ac:chgData name="Pauline Smyth" userId="de5ce227-53e3-42c9-b7e0-2fb7785ba6f5" providerId="ADAL" clId="{54262429-3005-40A7-BD15-0159B6CCC5A9}" dt="2022-11-23T10:49:18.004" v="68" actId="26606"/>
          <ac:cxnSpMkLst>
            <pc:docMk/>
            <pc:sldMk cId="2351967957" sldId="278"/>
            <ac:cxnSpMk id="13" creationId="{7E7C77BC-7138-40B1-A15B-20F57A494629}"/>
          </ac:cxnSpMkLst>
        </pc:cxnChg>
      </pc:sldChg>
      <pc:sldChg chg="addSp delSp modSp add mod">
        <pc:chgData name="Pauline Smyth" userId="de5ce227-53e3-42c9-b7e0-2fb7785ba6f5" providerId="ADAL" clId="{54262429-3005-40A7-BD15-0159B6CCC5A9}" dt="2022-11-24T09:12:49.811" v="145" actId="26606"/>
        <pc:sldMkLst>
          <pc:docMk/>
          <pc:sldMk cId="3146421184" sldId="288"/>
        </pc:sldMkLst>
        <pc:spChg chg="mod">
          <ac:chgData name="Pauline Smyth" userId="de5ce227-53e3-42c9-b7e0-2fb7785ba6f5" providerId="ADAL" clId="{54262429-3005-40A7-BD15-0159B6CCC5A9}" dt="2022-11-24T09:12:49.811" v="145" actId="26606"/>
          <ac:spMkLst>
            <pc:docMk/>
            <pc:sldMk cId="3146421184" sldId="288"/>
            <ac:spMk id="2" creationId="{DE362149-0231-A0C0-EC5B-BA49CBC2BC9F}"/>
          </ac:spMkLst>
        </pc:spChg>
        <pc:spChg chg="mod">
          <ac:chgData name="Pauline Smyth" userId="de5ce227-53e3-42c9-b7e0-2fb7785ba6f5" providerId="ADAL" clId="{54262429-3005-40A7-BD15-0159B6CCC5A9}" dt="2022-11-24T09:12:49.811" v="145" actId="26606"/>
          <ac:spMkLst>
            <pc:docMk/>
            <pc:sldMk cId="3146421184" sldId="288"/>
            <ac:spMk id="3" creationId="{DA49A7C1-7169-CD9D-DA15-5E5505EB0F79}"/>
          </ac:spMkLst>
        </pc:spChg>
        <pc:spChg chg="del">
          <ac:chgData name="Pauline Smyth" userId="de5ce227-53e3-42c9-b7e0-2fb7785ba6f5" providerId="ADAL" clId="{54262429-3005-40A7-BD15-0159B6CCC5A9}" dt="2022-11-24T09:12:49.811" v="145" actId="26606"/>
          <ac:spMkLst>
            <pc:docMk/>
            <pc:sldMk cId="3146421184" sldId="288"/>
            <ac:spMk id="12" creationId="{5E52985E-2553-471E-82AA-5ED7A329890A}"/>
          </ac:spMkLst>
        </pc:spChg>
        <pc:spChg chg="add">
          <ac:chgData name="Pauline Smyth" userId="de5ce227-53e3-42c9-b7e0-2fb7785ba6f5" providerId="ADAL" clId="{54262429-3005-40A7-BD15-0159B6CCC5A9}" dt="2022-11-24T09:12:49.811" v="145" actId="26606"/>
          <ac:spMkLst>
            <pc:docMk/>
            <pc:sldMk cId="3146421184" sldId="288"/>
            <ac:spMk id="19" creationId="{823AC064-BC96-4F32-8AE1-B2FD38754823}"/>
          </ac:spMkLst>
        </pc:spChg>
        <pc:picChg chg="add del mod">
          <ac:chgData name="Pauline Smyth" userId="de5ce227-53e3-42c9-b7e0-2fb7785ba6f5" providerId="ADAL" clId="{54262429-3005-40A7-BD15-0159B6CCC5A9}" dt="2022-11-24T09:12:00.649" v="75" actId="478"/>
          <ac:picMkLst>
            <pc:docMk/>
            <pc:sldMk cId="3146421184" sldId="288"/>
            <ac:picMk id="5" creationId="{81F6550D-BEE9-4CA4-95BE-176AE2ECEAD4}"/>
          </ac:picMkLst>
        </pc:picChg>
        <pc:picChg chg="del">
          <ac:chgData name="Pauline Smyth" userId="de5ce227-53e3-42c9-b7e0-2fb7785ba6f5" providerId="ADAL" clId="{54262429-3005-40A7-BD15-0159B6CCC5A9}" dt="2022-11-24T09:10:56.038" v="70" actId="478"/>
          <ac:picMkLst>
            <pc:docMk/>
            <pc:sldMk cId="3146421184" sldId="288"/>
            <ac:picMk id="7" creationId="{92266A1B-77C3-A852-5E61-060420004A07}"/>
          </ac:picMkLst>
        </pc:picChg>
        <pc:picChg chg="add mod">
          <ac:chgData name="Pauline Smyth" userId="de5ce227-53e3-42c9-b7e0-2fb7785ba6f5" providerId="ADAL" clId="{54262429-3005-40A7-BD15-0159B6CCC5A9}" dt="2022-11-24T09:12:49.811" v="145" actId="26606"/>
          <ac:picMkLst>
            <pc:docMk/>
            <pc:sldMk cId="3146421184" sldId="288"/>
            <ac:picMk id="8" creationId="{B20A62B6-88D4-44EC-8C4E-ECBB6A7755D4}"/>
          </ac:picMkLst>
        </pc:picChg>
        <pc:picChg chg="mod">
          <ac:chgData name="Pauline Smyth" userId="de5ce227-53e3-42c9-b7e0-2fb7785ba6f5" providerId="ADAL" clId="{54262429-3005-40A7-BD15-0159B6CCC5A9}" dt="2022-11-24T09:12:49.811" v="145" actId="26606"/>
          <ac:picMkLst>
            <pc:docMk/>
            <pc:sldMk cId="3146421184" sldId="288"/>
            <ac:picMk id="9" creationId="{9E6DE959-FA61-9BE5-393C-83F0BCDC0E78}"/>
          </ac:picMkLst>
        </pc:picChg>
        <pc:cxnChg chg="del">
          <ac:chgData name="Pauline Smyth" userId="de5ce227-53e3-42c9-b7e0-2fb7785ba6f5" providerId="ADAL" clId="{54262429-3005-40A7-BD15-0159B6CCC5A9}" dt="2022-11-24T09:12:49.811" v="145" actId="26606"/>
          <ac:cxnSpMkLst>
            <pc:docMk/>
            <pc:sldMk cId="3146421184" sldId="288"/>
            <ac:cxnSpMk id="14" creationId="{DAE3ABC6-4042-4293-A7DF-F01181363B7E}"/>
          </ac:cxnSpMkLst>
        </pc:cxnChg>
        <pc:cxnChg chg="add">
          <ac:chgData name="Pauline Smyth" userId="de5ce227-53e3-42c9-b7e0-2fb7785ba6f5" providerId="ADAL" clId="{54262429-3005-40A7-BD15-0159B6CCC5A9}" dt="2022-11-24T09:12:49.811" v="145" actId="26606"/>
          <ac:cxnSpMkLst>
            <pc:docMk/>
            <pc:sldMk cId="3146421184" sldId="288"/>
            <ac:cxnSpMk id="21" creationId="{7E7C77BC-7138-40B1-A15B-20F57A494629}"/>
          </ac:cxnSpMkLst>
        </pc:cxnChg>
        <pc:cxnChg chg="add">
          <ac:chgData name="Pauline Smyth" userId="de5ce227-53e3-42c9-b7e0-2fb7785ba6f5" providerId="ADAL" clId="{54262429-3005-40A7-BD15-0159B6CCC5A9}" dt="2022-11-24T09:12:49.811" v="145" actId="26606"/>
          <ac:cxnSpMkLst>
            <pc:docMk/>
            <pc:sldMk cId="3146421184" sldId="288"/>
            <ac:cxnSpMk id="23" creationId="{DB146403-F3D6-484B-B2ED-97F9565D0370}"/>
          </ac:cxnSpMkLst>
        </pc:cxnChg>
      </pc:sldChg>
      <pc:sldChg chg="addSp modSp new mod setBg">
        <pc:chgData name="Pauline Smyth" userId="de5ce227-53e3-42c9-b7e0-2fb7785ba6f5" providerId="ADAL" clId="{54262429-3005-40A7-BD15-0159B6CCC5A9}" dt="2022-11-24T10:59:09.741" v="478" actId="14100"/>
        <pc:sldMkLst>
          <pc:docMk/>
          <pc:sldMk cId="1138051304" sldId="289"/>
        </pc:sldMkLst>
        <pc:spChg chg="mod">
          <ac:chgData name="Pauline Smyth" userId="de5ce227-53e3-42c9-b7e0-2fb7785ba6f5" providerId="ADAL" clId="{54262429-3005-40A7-BD15-0159B6CCC5A9}" dt="2022-11-24T10:58:48.781" v="472" actId="26606"/>
          <ac:spMkLst>
            <pc:docMk/>
            <pc:sldMk cId="1138051304" sldId="289"/>
            <ac:spMk id="2" creationId="{34E5A6D3-0735-42FA-8A63-13831E40B2BC}"/>
          </ac:spMkLst>
        </pc:spChg>
        <pc:spChg chg="mod">
          <ac:chgData name="Pauline Smyth" userId="de5ce227-53e3-42c9-b7e0-2fb7785ba6f5" providerId="ADAL" clId="{54262429-3005-40A7-BD15-0159B6CCC5A9}" dt="2022-11-24T10:59:03.519" v="477" actId="27636"/>
          <ac:spMkLst>
            <pc:docMk/>
            <pc:sldMk cId="1138051304" sldId="289"/>
            <ac:spMk id="3" creationId="{245589F0-F57D-4CB7-B1E1-5677829F45B7}"/>
          </ac:spMkLst>
        </pc:spChg>
        <pc:spChg chg="add">
          <ac:chgData name="Pauline Smyth" userId="de5ce227-53e3-42c9-b7e0-2fb7785ba6f5" providerId="ADAL" clId="{54262429-3005-40A7-BD15-0159B6CCC5A9}" dt="2022-11-24T10:58:48.781" v="472" actId="26606"/>
          <ac:spMkLst>
            <pc:docMk/>
            <pc:sldMk cId="1138051304" sldId="289"/>
            <ac:spMk id="10" creationId="{DD38EE57-B708-47C9-A4A4-E25F09FAB029}"/>
          </ac:spMkLst>
        </pc:spChg>
        <pc:grpChg chg="add">
          <ac:chgData name="Pauline Smyth" userId="de5ce227-53e3-42c9-b7e0-2fb7785ba6f5" providerId="ADAL" clId="{54262429-3005-40A7-BD15-0159B6CCC5A9}" dt="2022-11-24T10:58:48.781" v="472" actId="26606"/>
          <ac:grpSpMkLst>
            <pc:docMk/>
            <pc:sldMk cId="1138051304" sldId="289"/>
            <ac:grpSpMk id="12" creationId="{57A28182-58A5-4DBB-8F64-BD944BCA8154}"/>
          </ac:grpSpMkLst>
        </pc:grpChg>
        <pc:picChg chg="add mod">
          <ac:chgData name="Pauline Smyth" userId="de5ce227-53e3-42c9-b7e0-2fb7785ba6f5" providerId="ADAL" clId="{54262429-3005-40A7-BD15-0159B6CCC5A9}" dt="2022-11-24T10:59:09.741" v="478" actId="14100"/>
          <ac:picMkLst>
            <pc:docMk/>
            <pc:sldMk cId="1138051304" sldId="289"/>
            <ac:picMk id="5" creationId="{5C5EC60E-BC71-4E6C-A8EC-EC32550929AE}"/>
          </ac:picMkLst>
        </pc:picChg>
      </pc:sldChg>
      <pc:sldChg chg="addSp delSp modSp add mod">
        <pc:chgData name="Pauline Smyth" userId="de5ce227-53e3-42c9-b7e0-2fb7785ba6f5" providerId="ADAL" clId="{54262429-3005-40A7-BD15-0159B6CCC5A9}" dt="2022-11-24T11:02:20.459" v="733" actId="26606"/>
        <pc:sldMkLst>
          <pc:docMk/>
          <pc:sldMk cId="3265380887" sldId="290"/>
        </pc:sldMkLst>
        <pc:spChg chg="mod">
          <ac:chgData name="Pauline Smyth" userId="de5ce227-53e3-42c9-b7e0-2fb7785ba6f5" providerId="ADAL" clId="{54262429-3005-40A7-BD15-0159B6CCC5A9}" dt="2022-11-24T11:02:20.459" v="733" actId="26606"/>
          <ac:spMkLst>
            <pc:docMk/>
            <pc:sldMk cId="3265380887" sldId="290"/>
            <ac:spMk id="2" creationId="{34E5A6D3-0735-42FA-8A63-13831E40B2BC}"/>
          </ac:spMkLst>
        </pc:spChg>
        <pc:spChg chg="mod">
          <ac:chgData name="Pauline Smyth" userId="de5ce227-53e3-42c9-b7e0-2fb7785ba6f5" providerId="ADAL" clId="{54262429-3005-40A7-BD15-0159B6CCC5A9}" dt="2022-11-24T11:02:20.459" v="733" actId="26606"/>
          <ac:spMkLst>
            <pc:docMk/>
            <pc:sldMk cId="3265380887" sldId="290"/>
            <ac:spMk id="3" creationId="{245589F0-F57D-4CB7-B1E1-5677829F45B7}"/>
          </ac:spMkLst>
        </pc:spChg>
        <pc:spChg chg="del">
          <ac:chgData name="Pauline Smyth" userId="de5ce227-53e3-42c9-b7e0-2fb7785ba6f5" providerId="ADAL" clId="{54262429-3005-40A7-BD15-0159B6CCC5A9}" dt="2022-11-24T11:01:42.386" v="730" actId="26606"/>
          <ac:spMkLst>
            <pc:docMk/>
            <pc:sldMk cId="3265380887" sldId="290"/>
            <ac:spMk id="10" creationId="{DD38EE57-B708-47C9-A4A4-E25F09FAB029}"/>
          </ac:spMkLst>
        </pc:spChg>
        <pc:spChg chg="add del">
          <ac:chgData name="Pauline Smyth" userId="de5ce227-53e3-42c9-b7e0-2fb7785ba6f5" providerId="ADAL" clId="{54262429-3005-40A7-BD15-0159B6CCC5A9}" dt="2022-11-24T11:02:20.459" v="733" actId="26606"/>
          <ac:spMkLst>
            <pc:docMk/>
            <pc:sldMk cId="3265380887" sldId="290"/>
            <ac:spMk id="22" creationId="{5E39A796-BE83-48B1-B33F-35C4A32AAB57}"/>
          </ac:spMkLst>
        </pc:spChg>
        <pc:spChg chg="add del">
          <ac:chgData name="Pauline Smyth" userId="de5ce227-53e3-42c9-b7e0-2fb7785ba6f5" providerId="ADAL" clId="{54262429-3005-40A7-BD15-0159B6CCC5A9}" dt="2022-11-24T11:02:20.459" v="733" actId="26606"/>
          <ac:spMkLst>
            <pc:docMk/>
            <pc:sldMk cId="3265380887" sldId="290"/>
            <ac:spMk id="24" creationId="{72F84B47-E267-4194-8194-831DB7B5547F}"/>
          </ac:spMkLst>
        </pc:spChg>
        <pc:spChg chg="add">
          <ac:chgData name="Pauline Smyth" userId="de5ce227-53e3-42c9-b7e0-2fb7785ba6f5" providerId="ADAL" clId="{54262429-3005-40A7-BD15-0159B6CCC5A9}" dt="2022-11-24T11:02:20.459" v="733" actId="26606"/>
          <ac:spMkLst>
            <pc:docMk/>
            <pc:sldMk cId="3265380887" sldId="290"/>
            <ac:spMk id="29" creationId="{B5FA7C47-B7C1-4D2E-AB49-ED23BA34BA83}"/>
          </ac:spMkLst>
        </pc:spChg>
        <pc:spChg chg="add">
          <ac:chgData name="Pauline Smyth" userId="de5ce227-53e3-42c9-b7e0-2fb7785ba6f5" providerId="ADAL" clId="{54262429-3005-40A7-BD15-0159B6CCC5A9}" dt="2022-11-24T11:02:20.459" v="733" actId="26606"/>
          <ac:spMkLst>
            <pc:docMk/>
            <pc:sldMk cId="3265380887" sldId="290"/>
            <ac:spMk id="31" creationId="{596EE156-ABF1-4329-A6BA-03B4254E0877}"/>
          </ac:spMkLst>
        </pc:spChg>
        <pc:spChg chg="add">
          <ac:chgData name="Pauline Smyth" userId="de5ce227-53e3-42c9-b7e0-2fb7785ba6f5" providerId="ADAL" clId="{54262429-3005-40A7-BD15-0159B6CCC5A9}" dt="2022-11-24T11:02:20.459" v="733" actId="26606"/>
          <ac:spMkLst>
            <pc:docMk/>
            <pc:sldMk cId="3265380887" sldId="290"/>
            <ac:spMk id="33" creationId="{19B9933F-AAB3-444A-8BB5-9CA194A8BC63}"/>
          </ac:spMkLst>
        </pc:spChg>
        <pc:spChg chg="add">
          <ac:chgData name="Pauline Smyth" userId="de5ce227-53e3-42c9-b7e0-2fb7785ba6f5" providerId="ADAL" clId="{54262429-3005-40A7-BD15-0159B6CCC5A9}" dt="2022-11-24T11:02:20.459" v="733" actId="26606"/>
          <ac:spMkLst>
            <pc:docMk/>
            <pc:sldMk cId="3265380887" sldId="290"/>
            <ac:spMk id="35" creationId="{7D20183A-0B1D-4A1F-89B1-ADBEDBC6E54E}"/>
          </ac:spMkLst>
        </pc:spChg>
        <pc:spChg chg="add">
          <ac:chgData name="Pauline Smyth" userId="de5ce227-53e3-42c9-b7e0-2fb7785ba6f5" providerId="ADAL" clId="{54262429-3005-40A7-BD15-0159B6CCC5A9}" dt="2022-11-24T11:02:20.459" v="733" actId="26606"/>
          <ac:spMkLst>
            <pc:docMk/>
            <pc:sldMk cId="3265380887" sldId="290"/>
            <ac:spMk id="37" creationId="{131031D3-26CD-4214-A9A4-5857EFA15A0C}"/>
          </ac:spMkLst>
        </pc:spChg>
        <pc:grpChg chg="del">
          <ac:chgData name="Pauline Smyth" userId="de5ce227-53e3-42c9-b7e0-2fb7785ba6f5" providerId="ADAL" clId="{54262429-3005-40A7-BD15-0159B6CCC5A9}" dt="2022-11-24T11:01:42.386" v="730" actId="26606"/>
          <ac:grpSpMkLst>
            <pc:docMk/>
            <pc:sldMk cId="3265380887" sldId="290"/>
            <ac:grpSpMk id="12" creationId="{57A28182-58A5-4DBB-8F64-BD944BCA8154}"/>
          </ac:grpSpMkLst>
        </pc:grpChg>
        <pc:picChg chg="del">
          <ac:chgData name="Pauline Smyth" userId="de5ce227-53e3-42c9-b7e0-2fb7785ba6f5" providerId="ADAL" clId="{54262429-3005-40A7-BD15-0159B6CCC5A9}" dt="2022-11-24T11:01:04.663" v="727" actId="478"/>
          <ac:picMkLst>
            <pc:docMk/>
            <pc:sldMk cId="3265380887" sldId="290"/>
            <ac:picMk id="5" creationId="{5C5EC60E-BC71-4E6C-A8EC-EC32550929AE}"/>
          </ac:picMkLst>
        </pc:picChg>
        <pc:picChg chg="add mod">
          <ac:chgData name="Pauline Smyth" userId="de5ce227-53e3-42c9-b7e0-2fb7785ba6f5" providerId="ADAL" clId="{54262429-3005-40A7-BD15-0159B6CCC5A9}" dt="2022-11-24T11:02:20.459" v="733" actId="26606"/>
          <ac:picMkLst>
            <pc:docMk/>
            <pc:sldMk cId="3265380887" sldId="290"/>
            <ac:picMk id="6" creationId="{274B19A0-853D-4BD0-84C7-5ABA2554B3A9}"/>
          </ac:picMkLst>
        </pc:picChg>
      </pc:sldChg>
      <pc:sldChg chg="modSp mod">
        <pc:chgData name="Pauline Smyth" userId="de5ce227-53e3-42c9-b7e0-2fb7785ba6f5" providerId="ADAL" clId="{54262429-3005-40A7-BD15-0159B6CCC5A9}" dt="2022-11-30T09:51:59.271" v="796" actId="27636"/>
        <pc:sldMkLst>
          <pc:docMk/>
          <pc:sldMk cId="3912671057" sldId="291"/>
        </pc:sldMkLst>
        <pc:spChg chg="mod">
          <ac:chgData name="Pauline Smyth" userId="de5ce227-53e3-42c9-b7e0-2fb7785ba6f5" providerId="ADAL" clId="{54262429-3005-40A7-BD15-0159B6CCC5A9}" dt="2022-11-30T09:51:59.271" v="796" actId="27636"/>
          <ac:spMkLst>
            <pc:docMk/>
            <pc:sldMk cId="3912671057" sldId="291"/>
            <ac:spMk id="17" creationId="{04029856-12B6-85F5-0FA0-256097631069}"/>
          </ac:spMkLst>
        </pc:spChg>
      </pc:sldChg>
      <pc:sldChg chg="modSp">
        <pc:chgData name="Pauline Smyth" userId="de5ce227-53e3-42c9-b7e0-2fb7785ba6f5" providerId="ADAL" clId="{54262429-3005-40A7-BD15-0159B6CCC5A9}" dt="2022-11-30T09:43:48.002" v="758" actId="20577"/>
        <pc:sldMkLst>
          <pc:docMk/>
          <pc:sldMk cId="2635384546" sldId="292"/>
        </pc:sldMkLst>
        <pc:graphicFrameChg chg="mod">
          <ac:chgData name="Pauline Smyth" userId="de5ce227-53e3-42c9-b7e0-2fb7785ba6f5" providerId="ADAL" clId="{54262429-3005-40A7-BD15-0159B6CCC5A9}" dt="2022-11-30T09:43:48.002" v="758" actId="20577"/>
          <ac:graphicFrameMkLst>
            <pc:docMk/>
            <pc:sldMk cId="2635384546" sldId="292"/>
            <ac:graphicFrameMk id="5" creationId="{C66CBE6A-BEB5-8B3D-A857-4F21FFB8A39B}"/>
          </ac:graphicFrameMkLst>
        </pc:graphicFrameChg>
      </pc:sldChg>
      <pc:sldChg chg="modSp mod">
        <pc:chgData name="Pauline Smyth" userId="de5ce227-53e3-42c9-b7e0-2fb7785ba6f5" providerId="ADAL" clId="{54262429-3005-40A7-BD15-0159B6CCC5A9}" dt="2022-11-30T09:44:13.494" v="759" actId="20577"/>
        <pc:sldMkLst>
          <pc:docMk/>
          <pc:sldMk cId="2471239576" sldId="294"/>
        </pc:sldMkLst>
        <pc:spChg chg="mod">
          <ac:chgData name="Pauline Smyth" userId="de5ce227-53e3-42c9-b7e0-2fb7785ba6f5" providerId="ADAL" clId="{54262429-3005-40A7-BD15-0159B6CCC5A9}" dt="2022-11-30T09:44:13.494" v="759" actId="20577"/>
          <ac:spMkLst>
            <pc:docMk/>
            <pc:sldMk cId="2471239576" sldId="294"/>
            <ac:spMk id="3" creationId="{47C2AEEA-89F3-2D2C-10F4-68637D5845E1}"/>
          </ac:spMkLst>
        </pc:spChg>
      </pc:sldChg>
      <pc:sldChg chg="modSp mod">
        <pc:chgData name="Pauline Smyth" userId="de5ce227-53e3-42c9-b7e0-2fb7785ba6f5" providerId="ADAL" clId="{54262429-3005-40A7-BD15-0159B6CCC5A9}" dt="2022-11-30T09:44:36.070" v="760" actId="20577"/>
        <pc:sldMkLst>
          <pc:docMk/>
          <pc:sldMk cId="21653247" sldId="297"/>
        </pc:sldMkLst>
        <pc:spChg chg="mod">
          <ac:chgData name="Pauline Smyth" userId="de5ce227-53e3-42c9-b7e0-2fb7785ba6f5" providerId="ADAL" clId="{54262429-3005-40A7-BD15-0159B6CCC5A9}" dt="2022-11-30T09:44:36.070" v="760" actId="20577"/>
          <ac:spMkLst>
            <pc:docMk/>
            <pc:sldMk cId="21653247" sldId="297"/>
            <ac:spMk id="2" creationId="{DD9733AB-8273-BC9E-7C7F-ACC3F0A149CF}"/>
          </ac:spMkLst>
        </pc:spChg>
      </pc:sldChg>
      <pc:sldChg chg="addSp delSp modSp new mod setBg">
        <pc:chgData name="Pauline Smyth" userId="de5ce227-53e3-42c9-b7e0-2fb7785ba6f5" providerId="ADAL" clId="{54262429-3005-40A7-BD15-0159B6CCC5A9}" dt="2022-11-30T08:52:39.400" v="757" actId="26606"/>
        <pc:sldMkLst>
          <pc:docMk/>
          <pc:sldMk cId="1773102094" sldId="298"/>
        </pc:sldMkLst>
        <pc:spChg chg="mod">
          <ac:chgData name="Pauline Smyth" userId="de5ce227-53e3-42c9-b7e0-2fb7785ba6f5" providerId="ADAL" clId="{54262429-3005-40A7-BD15-0159B6CCC5A9}" dt="2022-11-30T08:52:39.400" v="757" actId="26606"/>
          <ac:spMkLst>
            <pc:docMk/>
            <pc:sldMk cId="1773102094" sldId="298"/>
            <ac:spMk id="2" creationId="{1A060530-7A79-4C17-ADAD-615985692302}"/>
          </ac:spMkLst>
        </pc:spChg>
        <pc:spChg chg="add del mod">
          <ac:chgData name="Pauline Smyth" userId="de5ce227-53e3-42c9-b7e0-2fb7785ba6f5" providerId="ADAL" clId="{54262429-3005-40A7-BD15-0159B6CCC5A9}" dt="2022-11-30T08:52:39.400" v="757" actId="26606"/>
          <ac:spMkLst>
            <pc:docMk/>
            <pc:sldMk cId="1773102094" sldId="298"/>
            <ac:spMk id="3" creationId="{E1995BE7-20DA-48F8-829C-BFF87009DD9B}"/>
          </ac:spMkLst>
        </pc:spChg>
        <pc:spChg chg="add del">
          <ac:chgData name="Pauline Smyth" userId="de5ce227-53e3-42c9-b7e0-2fb7785ba6f5" providerId="ADAL" clId="{54262429-3005-40A7-BD15-0159B6CCC5A9}" dt="2022-11-30T08:52:39.368" v="756" actId="26606"/>
          <ac:spMkLst>
            <pc:docMk/>
            <pc:sldMk cId="1773102094" sldId="298"/>
            <ac:spMk id="9" creationId="{56E9B3E6-E277-4D68-BA48-9CB43FFBD6E2}"/>
          </ac:spMkLst>
        </pc:spChg>
        <pc:spChg chg="add del">
          <ac:chgData name="Pauline Smyth" userId="de5ce227-53e3-42c9-b7e0-2fb7785ba6f5" providerId="ADAL" clId="{54262429-3005-40A7-BD15-0159B6CCC5A9}" dt="2022-11-30T08:52:39.368" v="756" actId="26606"/>
          <ac:spMkLst>
            <pc:docMk/>
            <pc:sldMk cId="1773102094" sldId="298"/>
            <ac:spMk id="16" creationId="{D5B0017B-2ECA-49AF-B397-DC140825DF8D}"/>
          </ac:spMkLst>
        </pc:spChg>
        <pc:spChg chg="add">
          <ac:chgData name="Pauline Smyth" userId="de5ce227-53e3-42c9-b7e0-2fb7785ba6f5" providerId="ADAL" clId="{54262429-3005-40A7-BD15-0159B6CCC5A9}" dt="2022-11-30T08:52:39.400" v="757" actId="26606"/>
          <ac:spMkLst>
            <pc:docMk/>
            <pc:sldMk cId="1773102094" sldId="298"/>
            <ac:spMk id="20" creationId="{B819A166-7571-4003-A6B8-B62034C3ED30}"/>
          </ac:spMkLst>
        </pc:spChg>
        <pc:grpChg chg="add del">
          <ac:chgData name="Pauline Smyth" userId="de5ce227-53e3-42c9-b7e0-2fb7785ba6f5" providerId="ADAL" clId="{54262429-3005-40A7-BD15-0159B6CCC5A9}" dt="2022-11-30T08:52:39.368" v="756" actId="26606"/>
          <ac:grpSpMkLst>
            <pc:docMk/>
            <pc:sldMk cId="1773102094" sldId="298"/>
            <ac:grpSpMk id="11" creationId="{AE1C45F0-260A-458C-96ED-C1F6D2151219}"/>
          </ac:grpSpMkLst>
        </pc:grpChg>
        <pc:graphicFrameChg chg="add del">
          <ac:chgData name="Pauline Smyth" userId="de5ce227-53e3-42c9-b7e0-2fb7785ba6f5" providerId="ADAL" clId="{54262429-3005-40A7-BD15-0159B6CCC5A9}" dt="2022-11-30T08:52:39.368" v="756" actId="26606"/>
          <ac:graphicFrameMkLst>
            <pc:docMk/>
            <pc:sldMk cId="1773102094" sldId="298"/>
            <ac:graphicFrameMk id="5" creationId="{FB9A6E08-D4BE-8622-3659-7FC96B3D61C6}"/>
          </ac:graphicFrameMkLst>
        </pc:graphicFrameChg>
        <pc:graphicFrameChg chg="add">
          <ac:chgData name="Pauline Smyth" userId="de5ce227-53e3-42c9-b7e0-2fb7785ba6f5" providerId="ADAL" clId="{54262429-3005-40A7-BD15-0159B6CCC5A9}" dt="2022-11-30T08:52:39.400" v="757" actId="26606"/>
          <ac:graphicFrameMkLst>
            <pc:docMk/>
            <pc:sldMk cId="1773102094" sldId="298"/>
            <ac:graphicFrameMk id="21" creationId="{3B3D06AB-B287-A45A-CD63-C0BDA0953D93}"/>
          </ac:graphicFrameMkLst>
        </pc:graphicFrameChg>
        <pc:cxnChg chg="add del">
          <ac:chgData name="Pauline Smyth" userId="de5ce227-53e3-42c9-b7e0-2fb7785ba6f5" providerId="ADAL" clId="{54262429-3005-40A7-BD15-0159B6CCC5A9}" dt="2022-11-30T08:52:39.368" v="756" actId="26606"/>
          <ac:cxnSpMkLst>
            <pc:docMk/>
            <pc:sldMk cId="1773102094" sldId="298"/>
            <ac:cxnSpMk id="18" creationId="{6CF1BAF6-AD41-4082-B212-8A1F9A2E8779}"/>
          </ac:cxnSpMkLst>
        </pc:cxnChg>
      </pc:sldChg>
      <pc:sldChg chg="modSp new mod">
        <pc:chgData name="Pauline Smyth" userId="de5ce227-53e3-42c9-b7e0-2fb7785ba6f5" providerId="ADAL" clId="{54262429-3005-40A7-BD15-0159B6CCC5A9}" dt="2022-11-30T09:52:36.254" v="846" actId="20577"/>
        <pc:sldMkLst>
          <pc:docMk/>
          <pc:sldMk cId="3095644535" sldId="299"/>
        </pc:sldMkLst>
        <pc:spChg chg="mod">
          <ac:chgData name="Pauline Smyth" userId="de5ce227-53e3-42c9-b7e0-2fb7785ba6f5" providerId="ADAL" clId="{54262429-3005-40A7-BD15-0159B6CCC5A9}" dt="2022-11-30T09:52:32.832" v="844" actId="20577"/>
          <ac:spMkLst>
            <pc:docMk/>
            <pc:sldMk cId="3095644535" sldId="299"/>
            <ac:spMk id="2" creationId="{3112E221-CB28-4BF6-B397-F00AA841A86D}"/>
          </ac:spMkLst>
        </pc:spChg>
        <pc:spChg chg="mod">
          <ac:chgData name="Pauline Smyth" userId="de5ce227-53e3-42c9-b7e0-2fb7785ba6f5" providerId="ADAL" clId="{54262429-3005-40A7-BD15-0159B6CCC5A9}" dt="2022-11-30T09:52:36.254" v="846" actId="20577"/>
          <ac:spMkLst>
            <pc:docMk/>
            <pc:sldMk cId="3095644535" sldId="299"/>
            <ac:spMk id="3" creationId="{EBCE41A5-99A5-4F12-8F50-D033A387E351}"/>
          </ac:spMkLst>
        </pc:spChg>
      </pc:sldChg>
      <pc:sldChg chg="addSp delSp modSp new mod">
        <pc:chgData name="Pauline Smyth" userId="de5ce227-53e3-42c9-b7e0-2fb7785ba6f5" providerId="ADAL" clId="{54262429-3005-40A7-BD15-0159B6CCC5A9}" dt="2022-11-30T10:00:03.040" v="893" actId="1076"/>
        <pc:sldMkLst>
          <pc:docMk/>
          <pc:sldMk cId="1524932095" sldId="300"/>
        </pc:sldMkLst>
        <pc:spChg chg="mod">
          <ac:chgData name="Pauline Smyth" userId="de5ce227-53e3-42c9-b7e0-2fb7785ba6f5" providerId="ADAL" clId="{54262429-3005-40A7-BD15-0159B6CCC5A9}" dt="2022-11-30T09:57:21.781" v="887" actId="20577"/>
          <ac:spMkLst>
            <pc:docMk/>
            <pc:sldMk cId="1524932095" sldId="300"/>
            <ac:spMk id="2" creationId="{21D42BE2-A636-4BAA-AD4C-38A48BAF1379}"/>
          </ac:spMkLst>
        </pc:spChg>
        <pc:spChg chg="del">
          <ac:chgData name="Pauline Smyth" userId="de5ce227-53e3-42c9-b7e0-2fb7785ba6f5" providerId="ADAL" clId="{54262429-3005-40A7-BD15-0159B6CCC5A9}" dt="2022-11-30T09:57:09.894" v="878" actId="22"/>
          <ac:spMkLst>
            <pc:docMk/>
            <pc:sldMk cId="1524932095" sldId="300"/>
            <ac:spMk id="3" creationId="{5BEC44FE-412B-4661-A57A-3B45804C4283}"/>
          </ac:spMkLst>
        </pc:spChg>
        <pc:spChg chg="add mod">
          <ac:chgData name="Pauline Smyth" userId="de5ce227-53e3-42c9-b7e0-2fb7785ba6f5" providerId="ADAL" clId="{54262429-3005-40A7-BD15-0159B6CCC5A9}" dt="2022-11-30T10:00:03.040" v="893" actId="1076"/>
          <ac:spMkLst>
            <pc:docMk/>
            <pc:sldMk cId="1524932095" sldId="300"/>
            <ac:spMk id="6" creationId="{926D4F27-868A-4966-8E02-C7D7EF38E3AA}"/>
          </ac:spMkLst>
        </pc:spChg>
        <pc:picChg chg="add mod ord">
          <ac:chgData name="Pauline Smyth" userId="de5ce227-53e3-42c9-b7e0-2fb7785ba6f5" providerId="ADAL" clId="{54262429-3005-40A7-BD15-0159B6CCC5A9}" dt="2022-11-30T09:59:54.819" v="891" actId="1076"/>
          <ac:picMkLst>
            <pc:docMk/>
            <pc:sldMk cId="1524932095" sldId="300"/>
            <ac:picMk id="5" creationId="{D9DCD89F-D7E5-4D12-831F-6EC321685AA5}"/>
          </ac:picMkLst>
        </pc:picChg>
      </pc:sldChg>
    </pc:docChg>
  </pc:docChgLst>
  <pc:docChgLst>
    <pc:chgData name="Pauline Smyth" userId="de5ce227-53e3-42c9-b7e0-2fb7785ba6f5" providerId="ADAL" clId="{1076D173-B1D7-4B69-89CA-C40AFD8A9B32}"/>
    <pc:docChg chg="undo custSel addSld delSld modSld sldOrd">
      <pc:chgData name="Pauline Smyth" userId="de5ce227-53e3-42c9-b7e0-2fb7785ba6f5" providerId="ADAL" clId="{1076D173-B1D7-4B69-89CA-C40AFD8A9B32}" dt="2022-11-30T07:33:09.154" v="9282" actId="26606"/>
      <pc:docMkLst>
        <pc:docMk/>
      </pc:docMkLst>
      <pc:sldChg chg="del">
        <pc:chgData name="Pauline Smyth" userId="de5ce227-53e3-42c9-b7e0-2fb7785ba6f5" providerId="ADAL" clId="{1076D173-B1D7-4B69-89CA-C40AFD8A9B32}" dt="2022-11-15T22:54:31.735" v="0" actId="47"/>
        <pc:sldMkLst>
          <pc:docMk/>
          <pc:sldMk cId="1336300002" sldId="261"/>
        </pc:sldMkLst>
      </pc:sldChg>
      <pc:sldChg chg="addSp delSp modSp new mod setBg">
        <pc:chgData name="Pauline Smyth" userId="de5ce227-53e3-42c9-b7e0-2fb7785ba6f5" providerId="ADAL" clId="{1076D173-B1D7-4B69-89CA-C40AFD8A9B32}" dt="2022-11-16T06:48:58.350" v="171" actId="14100"/>
        <pc:sldMkLst>
          <pc:docMk/>
          <pc:sldMk cId="3194674686" sldId="266"/>
        </pc:sldMkLst>
        <pc:spChg chg="del mod">
          <ac:chgData name="Pauline Smyth" userId="de5ce227-53e3-42c9-b7e0-2fb7785ba6f5" providerId="ADAL" clId="{1076D173-B1D7-4B69-89CA-C40AFD8A9B32}" dt="2022-11-16T06:48:39.554" v="169" actId="26606"/>
          <ac:spMkLst>
            <pc:docMk/>
            <pc:sldMk cId="3194674686" sldId="266"/>
            <ac:spMk id="2" creationId="{4409330B-196C-CB22-9B91-577DF9A4978C}"/>
          </ac:spMkLst>
        </pc:spChg>
        <pc:spChg chg="del">
          <ac:chgData name="Pauline Smyth" userId="de5ce227-53e3-42c9-b7e0-2fb7785ba6f5" providerId="ADAL" clId="{1076D173-B1D7-4B69-89CA-C40AFD8A9B32}" dt="2022-11-16T06:48:39.554" v="169" actId="26606"/>
          <ac:spMkLst>
            <pc:docMk/>
            <pc:sldMk cId="3194674686" sldId="266"/>
            <ac:spMk id="3" creationId="{D282621A-5241-5C4E-213E-FA7FFCF98739}"/>
          </ac:spMkLst>
        </pc:spChg>
        <pc:spChg chg="add">
          <ac:chgData name="Pauline Smyth" userId="de5ce227-53e3-42c9-b7e0-2fb7785ba6f5" providerId="ADAL" clId="{1076D173-B1D7-4B69-89CA-C40AFD8A9B32}" dt="2022-11-16T06:48:39.554" v="169" actId="26606"/>
          <ac:spMkLst>
            <pc:docMk/>
            <pc:sldMk cId="3194674686" sldId="266"/>
            <ac:spMk id="10" creationId="{AB8C311F-7253-4AED-9701-7FC0708C41C7}"/>
          </ac:spMkLst>
        </pc:spChg>
        <pc:spChg chg="add">
          <ac:chgData name="Pauline Smyth" userId="de5ce227-53e3-42c9-b7e0-2fb7785ba6f5" providerId="ADAL" clId="{1076D173-B1D7-4B69-89CA-C40AFD8A9B32}" dt="2022-11-16T06:48:39.554" v="169" actId="26606"/>
          <ac:spMkLst>
            <pc:docMk/>
            <pc:sldMk cId="3194674686" sldId="266"/>
            <ac:spMk id="12" creationId="{E2384209-CB15-4CDF-9D31-C44FD9A3F20D}"/>
          </ac:spMkLst>
        </pc:spChg>
        <pc:spChg chg="add">
          <ac:chgData name="Pauline Smyth" userId="de5ce227-53e3-42c9-b7e0-2fb7785ba6f5" providerId="ADAL" clId="{1076D173-B1D7-4B69-89CA-C40AFD8A9B32}" dt="2022-11-16T06:48:39.554" v="169" actId="26606"/>
          <ac:spMkLst>
            <pc:docMk/>
            <pc:sldMk cId="3194674686" sldId="266"/>
            <ac:spMk id="14" creationId="{2633B3B5-CC90-43F0-8714-D31D1F3F0209}"/>
          </ac:spMkLst>
        </pc:spChg>
        <pc:spChg chg="add">
          <ac:chgData name="Pauline Smyth" userId="de5ce227-53e3-42c9-b7e0-2fb7785ba6f5" providerId="ADAL" clId="{1076D173-B1D7-4B69-89CA-C40AFD8A9B32}" dt="2022-11-16T06:48:39.554" v="169" actId="26606"/>
          <ac:spMkLst>
            <pc:docMk/>
            <pc:sldMk cId="3194674686" sldId="266"/>
            <ac:spMk id="16" creationId="{A8D57A06-A426-446D-B02C-A2DC6B62E45E}"/>
          </ac:spMkLst>
        </pc:spChg>
        <pc:picChg chg="add mod">
          <ac:chgData name="Pauline Smyth" userId="de5ce227-53e3-42c9-b7e0-2fb7785ba6f5" providerId="ADAL" clId="{1076D173-B1D7-4B69-89CA-C40AFD8A9B32}" dt="2022-11-16T06:48:58.350" v="171" actId="14100"/>
          <ac:picMkLst>
            <pc:docMk/>
            <pc:sldMk cId="3194674686" sldId="266"/>
            <ac:picMk id="5" creationId="{E96B3016-2F72-DED7-FB4B-907DCD922B7E}"/>
          </ac:picMkLst>
        </pc:picChg>
      </pc:sldChg>
      <pc:sldChg chg="addSp modSp add mod setBg">
        <pc:chgData name="Pauline Smyth" userId="de5ce227-53e3-42c9-b7e0-2fb7785ba6f5" providerId="ADAL" clId="{1076D173-B1D7-4B69-89CA-C40AFD8A9B32}" dt="2022-11-17T06:52:55.177" v="491" actId="403"/>
        <pc:sldMkLst>
          <pc:docMk/>
          <pc:sldMk cId="2634410699" sldId="267"/>
        </pc:sldMkLst>
        <pc:spChg chg="mod">
          <ac:chgData name="Pauline Smyth" userId="de5ce227-53e3-42c9-b7e0-2fb7785ba6f5" providerId="ADAL" clId="{1076D173-B1D7-4B69-89CA-C40AFD8A9B32}" dt="2022-11-16T07:10:50.669" v="364" actId="26606"/>
          <ac:spMkLst>
            <pc:docMk/>
            <pc:sldMk cId="2634410699" sldId="267"/>
            <ac:spMk id="2" creationId="{4409330B-196C-CB22-9B91-577DF9A4978C}"/>
          </ac:spMkLst>
        </pc:spChg>
        <pc:spChg chg="mod">
          <ac:chgData name="Pauline Smyth" userId="de5ce227-53e3-42c9-b7e0-2fb7785ba6f5" providerId="ADAL" clId="{1076D173-B1D7-4B69-89CA-C40AFD8A9B32}" dt="2022-11-16T07:11:12.823" v="367" actId="14100"/>
          <ac:spMkLst>
            <pc:docMk/>
            <pc:sldMk cId="2634410699" sldId="267"/>
            <ac:spMk id="3" creationId="{D282621A-5241-5C4E-213E-FA7FFCF98739}"/>
          </ac:spMkLst>
        </pc:spChg>
        <pc:spChg chg="add mod">
          <ac:chgData name="Pauline Smyth" userId="de5ce227-53e3-42c9-b7e0-2fb7785ba6f5" providerId="ADAL" clId="{1076D173-B1D7-4B69-89CA-C40AFD8A9B32}" dt="2022-11-17T06:52:55.177" v="491" actId="403"/>
          <ac:spMkLst>
            <pc:docMk/>
            <pc:sldMk cId="2634410699" sldId="267"/>
            <ac:spMk id="4" creationId="{4AF75891-4443-0850-31B7-583BE6BC2423}"/>
          </ac:spMkLst>
        </pc:spChg>
        <pc:spChg chg="add">
          <ac:chgData name="Pauline Smyth" userId="de5ce227-53e3-42c9-b7e0-2fb7785ba6f5" providerId="ADAL" clId="{1076D173-B1D7-4B69-89CA-C40AFD8A9B32}" dt="2022-11-16T07:10:50.669" v="364" actId="26606"/>
          <ac:spMkLst>
            <pc:docMk/>
            <pc:sldMk cId="2634410699" sldId="267"/>
            <ac:spMk id="8" creationId="{B775CD93-9DF2-48CB-9F57-1BCA9A46C7FA}"/>
          </ac:spMkLst>
        </pc:spChg>
        <pc:spChg chg="add">
          <ac:chgData name="Pauline Smyth" userId="de5ce227-53e3-42c9-b7e0-2fb7785ba6f5" providerId="ADAL" clId="{1076D173-B1D7-4B69-89CA-C40AFD8A9B32}" dt="2022-11-16T07:10:50.669" v="364" actId="26606"/>
          <ac:spMkLst>
            <pc:docMk/>
            <pc:sldMk cId="2634410699" sldId="267"/>
            <ac:spMk id="10" creationId="{6166C6D1-23AC-49C4-BA07-238E4E9F8CEB}"/>
          </ac:spMkLst>
        </pc:spChg>
        <pc:spChg chg="add">
          <ac:chgData name="Pauline Smyth" userId="de5ce227-53e3-42c9-b7e0-2fb7785ba6f5" providerId="ADAL" clId="{1076D173-B1D7-4B69-89CA-C40AFD8A9B32}" dt="2022-11-16T07:10:50.669" v="364" actId="26606"/>
          <ac:spMkLst>
            <pc:docMk/>
            <pc:sldMk cId="2634410699" sldId="267"/>
            <ac:spMk id="12" creationId="{1C091803-41C2-48E0-9228-5148460C7479}"/>
          </ac:spMkLst>
        </pc:spChg>
      </pc:sldChg>
      <pc:sldChg chg="addSp delSp modSp add mod setBg">
        <pc:chgData name="Pauline Smyth" userId="de5ce227-53e3-42c9-b7e0-2fb7785ba6f5" providerId="ADAL" clId="{1076D173-B1D7-4B69-89CA-C40AFD8A9B32}" dt="2022-11-16T07:11:26.183" v="369" actId="14100"/>
        <pc:sldMkLst>
          <pc:docMk/>
          <pc:sldMk cId="1870619619" sldId="268"/>
        </pc:sldMkLst>
        <pc:spChg chg="mod">
          <ac:chgData name="Pauline Smyth" userId="de5ce227-53e3-42c9-b7e0-2fb7785ba6f5" providerId="ADAL" clId="{1076D173-B1D7-4B69-89CA-C40AFD8A9B32}" dt="2022-11-16T07:10:58.124" v="365" actId="26606"/>
          <ac:spMkLst>
            <pc:docMk/>
            <pc:sldMk cId="1870619619" sldId="268"/>
            <ac:spMk id="2" creationId="{4409330B-196C-CB22-9B91-577DF9A4978C}"/>
          </ac:spMkLst>
        </pc:spChg>
        <pc:spChg chg="mod">
          <ac:chgData name="Pauline Smyth" userId="de5ce227-53e3-42c9-b7e0-2fb7785ba6f5" providerId="ADAL" clId="{1076D173-B1D7-4B69-89CA-C40AFD8A9B32}" dt="2022-11-16T07:11:26.183" v="369" actId="14100"/>
          <ac:spMkLst>
            <pc:docMk/>
            <pc:sldMk cId="1870619619" sldId="268"/>
            <ac:spMk id="3" creationId="{D282621A-5241-5C4E-213E-FA7FFCF98739}"/>
          </ac:spMkLst>
        </pc:spChg>
        <pc:spChg chg="add del">
          <ac:chgData name="Pauline Smyth" userId="de5ce227-53e3-42c9-b7e0-2fb7785ba6f5" providerId="ADAL" clId="{1076D173-B1D7-4B69-89CA-C40AFD8A9B32}" dt="2022-11-16T07:10:58.124" v="365" actId="26606"/>
          <ac:spMkLst>
            <pc:docMk/>
            <pc:sldMk cId="1870619619" sldId="268"/>
            <ac:spMk id="8" creationId="{907EF6B7-1338-4443-8C46-6A318D952DFD}"/>
          </ac:spMkLst>
        </pc:spChg>
        <pc:spChg chg="add del">
          <ac:chgData name="Pauline Smyth" userId="de5ce227-53e3-42c9-b7e0-2fb7785ba6f5" providerId="ADAL" clId="{1076D173-B1D7-4B69-89CA-C40AFD8A9B32}" dt="2022-11-16T07:10:58.124" v="365" actId="26606"/>
          <ac:spMkLst>
            <pc:docMk/>
            <pc:sldMk cId="1870619619" sldId="268"/>
            <ac:spMk id="10" creationId="{DAAE4CDD-124C-4DCF-9584-B6033B545DD5}"/>
          </ac:spMkLst>
        </pc:spChg>
        <pc:spChg chg="add del">
          <ac:chgData name="Pauline Smyth" userId="de5ce227-53e3-42c9-b7e0-2fb7785ba6f5" providerId="ADAL" clId="{1076D173-B1D7-4B69-89CA-C40AFD8A9B32}" dt="2022-11-16T07:10:58.124" v="365" actId="26606"/>
          <ac:spMkLst>
            <pc:docMk/>
            <pc:sldMk cId="1870619619" sldId="268"/>
            <ac:spMk id="12" creationId="{081E4A58-353D-44AE-B2FC-2A74E2E400F7}"/>
          </ac:spMkLst>
        </pc:spChg>
        <pc:spChg chg="add">
          <ac:chgData name="Pauline Smyth" userId="de5ce227-53e3-42c9-b7e0-2fb7785ba6f5" providerId="ADAL" clId="{1076D173-B1D7-4B69-89CA-C40AFD8A9B32}" dt="2022-11-16T07:10:58.124" v="365" actId="26606"/>
          <ac:spMkLst>
            <pc:docMk/>
            <pc:sldMk cId="1870619619" sldId="268"/>
            <ac:spMk id="17" creationId="{B775CD93-9DF2-48CB-9F57-1BCA9A46C7FA}"/>
          </ac:spMkLst>
        </pc:spChg>
        <pc:spChg chg="add">
          <ac:chgData name="Pauline Smyth" userId="de5ce227-53e3-42c9-b7e0-2fb7785ba6f5" providerId="ADAL" clId="{1076D173-B1D7-4B69-89CA-C40AFD8A9B32}" dt="2022-11-16T07:10:58.124" v="365" actId="26606"/>
          <ac:spMkLst>
            <pc:docMk/>
            <pc:sldMk cId="1870619619" sldId="268"/>
            <ac:spMk id="19" creationId="{6166C6D1-23AC-49C4-BA07-238E4E9F8CEB}"/>
          </ac:spMkLst>
        </pc:spChg>
        <pc:spChg chg="add">
          <ac:chgData name="Pauline Smyth" userId="de5ce227-53e3-42c9-b7e0-2fb7785ba6f5" providerId="ADAL" clId="{1076D173-B1D7-4B69-89CA-C40AFD8A9B32}" dt="2022-11-16T07:10:58.124" v="365" actId="26606"/>
          <ac:spMkLst>
            <pc:docMk/>
            <pc:sldMk cId="1870619619" sldId="268"/>
            <ac:spMk id="21" creationId="{1C091803-41C2-48E0-9228-5148460C7479}"/>
          </ac:spMkLst>
        </pc:spChg>
      </pc:sldChg>
      <pc:sldChg chg="addSp delSp modSp new mod setBg">
        <pc:chgData name="Pauline Smyth" userId="de5ce227-53e3-42c9-b7e0-2fb7785ba6f5" providerId="ADAL" clId="{1076D173-B1D7-4B69-89CA-C40AFD8A9B32}" dt="2022-11-17T07:12:39.796" v="561" actId="14100"/>
        <pc:sldMkLst>
          <pc:docMk/>
          <pc:sldMk cId="3444407075" sldId="269"/>
        </pc:sldMkLst>
        <pc:spChg chg="mod">
          <ac:chgData name="Pauline Smyth" userId="de5ce227-53e3-42c9-b7e0-2fb7785ba6f5" providerId="ADAL" clId="{1076D173-B1D7-4B69-89CA-C40AFD8A9B32}" dt="2022-11-17T07:12:31.817" v="560" actId="26606"/>
          <ac:spMkLst>
            <pc:docMk/>
            <pc:sldMk cId="3444407075" sldId="269"/>
            <ac:spMk id="2" creationId="{4B75709D-82B6-13E7-8CEA-40ACF614022D}"/>
          </ac:spMkLst>
        </pc:spChg>
        <pc:spChg chg="del">
          <ac:chgData name="Pauline Smyth" userId="de5ce227-53e3-42c9-b7e0-2fb7785ba6f5" providerId="ADAL" clId="{1076D173-B1D7-4B69-89CA-C40AFD8A9B32}" dt="2022-11-17T07:12:31.817" v="560" actId="26606"/>
          <ac:spMkLst>
            <pc:docMk/>
            <pc:sldMk cId="3444407075" sldId="269"/>
            <ac:spMk id="3" creationId="{1E02B003-A414-E6DB-21D2-7A7B1046FD91}"/>
          </ac:spMkLst>
        </pc:spChg>
        <pc:spChg chg="add">
          <ac:chgData name="Pauline Smyth" userId="de5ce227-53e3-42c9-b7e0-2fb7785ba6f5" providerId="ADAL" clId="{1076D173-B1D7-4B69-89CA-C40AFD8A9B32}" dt="2022-11-17T07:12:31.817" v="560" actId="26606"/>
          <ac:spMkLst>
            <pc:docMk/>
            <pc:sldMk cId="3444407075" sldId="269"/>
            <ac:spMk id="10" creationId="{F170E346-B98B-43A6-A4DA-D36FF63284B3}"/>
          </ac:spMkLst>
        </pc:spChg>
        <pc:picChg chg="add mod">
          <ac:chgData name="Pauline Smyth" userId="de5ce227-53e3-42c9-b7e0-2fb7785ba6f5" providerId="ADAL" clId="{1076D173-B1D7-4B69-89CA-C40AFD8A9B32}" dt="2022-11-17T07:12:39.796" v="561" actId="14100"/>
          <ac:picMkLst>
            <pc:docMk/>
            <pc:sldMk cId="3444407075" sldId="269"/>
            <ac:picMk id="5" creationId="{82D6D48C-1B7B-13C7-1650-0A9BFC2411C2}"/>
          </ac:picMkLst>
        </pc:picChg>
      </pc:sldChg>
      <pc:sldChg chg="addSp delSp modSp add mod setBg">
        <pc:chgData name="Pauline Smyth" userId="de5ce227-53e3-42c9-b7e0-2fb7785ba6f5" providerId="ADAL" clId="{1076D173-B1D7-4B69-89CA-C40AFD8A9B32}" dt="2022-11-17T07:12:50.493" v="564" actId="1076"/>
        <pc:sldMkLst>
          <pc:docMk/>
          <pc:sldMk cId="1880910270" sldId="270"/>
        </pc:sldMkLst>
        <pc:spChg chg="mod">
          <ac:chgData name="Pauline Smyth" userId="de5ce227-53e3-42c9-b7e0-2fb7785ba6f5" providerId="ADAL" clId="{1076D173-B1D7-4B69-89CA-C40AFD8A9B32}" dt="2022-11-17T07:12:44.786" v="562" actId="26606"/>
          <ac:spMkLst>
            <pc:docMk/>
            <pc:sldMk cId="1880910270" sldId="270"/>
            <ac:spMk id="2" creationId="{4B75709D-82B6-13E7-8CEA-40ACF614022D}"/>
          </ac:spMkLst>
        </pc:spChg>
        <pc:spChg chg="del">
          <ac:chgData name="Pauline Smyth" userId="de5ce227-53e3-42c9-b7e0-2fb7785ba6f5" providerId="ADAL" clId="{1076D173-B1D7-4B69-89CA-C40AFD8A9B32}" dt="2022-11-17T07:12:44.786" v="562" actId="26606"/>
          <ac:spMkLst>
            <pc:docMk/>
            <pc:sldMk cId="1880910270" sldId="270"/>
            <ac:spMk id="3" creationId="{1E02B003-A414-E6DB-21D2-7A7B1046FD91}"/>
          </ac:spMkLst>
        </pc:spChg>
        <pc:spChg chg="add">
          <ac:chgData name="Pauline Smyth" userId="de5ce227-53e3-42c9-b7e0-2fb7785ba6f5" providerId="ADAL" clId="{1076D173-B1D7-4B69-89CA-C40AFD8A9B32}" dt="2022-11-17T07:12:44.786" v="562" actId="26606"/>
          <ac:spMkLst>
            <pc:docMk/>
            <pc:sldMk cId="1880910270" sldId="270"/>
            <ac:spMk id="13" creationId="{F170E346-B98B-43A6-A4DA-D36FF63284B3}"/>
          </ac:spMkLst>
        </pc:spChg>
        <pc:picChg chg="del">
          <ac:chgData name="Pauline Smyth" userId="de5ce227-53e3-42c9-b7e0-2fb7785ba6f5" providerId="ADAL" clId="{1076D173-B1D7-4B69-89CA-C40AFD8A9B32}" dt="2022-11-17T06:46:27.871" v="424" actId="478"/>
          <ac:picMkLst>
            <pc:docMk/>
            <pc:sldMk cId="1880910270" sldId="270"/>
            <ac:picMk id="5" creationId="{82D6D48C-1B7B-13C7-1650-0A9BFC2411C2}"/>
          </ac:picMkLst>
        </pc:picChg>
        <pc:picChg chg="add del">
          <ac:chgData name="Pauline Smyth" userId="de5ce227-53e3-42c9-b7e0-2fb7785ba6f5" providerId="ADAL" clId="{1076D173-B1D7-4B69-89CA-C40AFD8A9B32}" dt="2022-11-17T06:48:02.646" v="426" actId="478"/>
          <ac:picMkLst>
            <pc:docMk/>
            <pc:sldMk cId="1880910270" sldId="270"/>
            <ac:picMk id="6" creationId="{70B4B08C-6242-D4BE-F4FD-46C8E86AF4E0}"/>
          </ac:picMkLst>
        </pc:picChg>
        <pc:picChg chg="add mod">
          <ac:chgData name="Pauline Smyth" userId="de5ce227-53e3-42c9-b7e0-2fb7785ba6f5" providerId="ADAL" clId="{1076D173-B1D7-4B69-89CA-C40AFD8A9B32}" dt="2022-11-17T07:12:50.493" v="564" actId="1076"/>
          <ac:picMkLst>
            <pc:docMk/>
            <pc:sldMk cId="1880910270" sldId="270"/>
            <ac:picMk id="8" creationId="{8889D75D-3A93-1CF1-4486-FAD15333EF16}"/>
          </ac:picMkLst>
        </pc:picChg>
      </pc:sldChg>
      <pc:sldChg chg="addSp delSp modSp add mod setBg">
        <pc:chgData name="Pauline Smyth" userId="de5ce227-53e3-42c9-b7e0-2fb7785ba6f5" providerId="ADAL" clId="{1076D173-B1D7-4B69-89CA-C40AFD8A9B32}" dt="2022-11-17T07:12:54.170" v="565" actId="26606"/>
        <pc:sldMkLst>
          <pc:docMk/>
          <pc:sldMk cId="465925930" sldId="271"/>
        </pc:sldMkLst>
        <pc:spChg chg="mod">
          <ac:chgData name="Pauline Smyth" userId="de5ce227-53e3-42c9-b7e0-2fb7785ba6f5" providerId="ADAL" clId="{1076D173-B1D7-4B69-89CA-C40AFD8A9B32}" dt="2022-11-17T07:12:54.170" v="565" actId="26606"/>
          <ac:spMkLst>
            <pc:docMk/>
            <pc:sldMk cId="465925930" sldId="271"/>
            <ac:spMk id="2" creationId="{4B75709D-82B6-13E7-8CEA-40ACF614022D}"/>
          </ac:spMkLst>
        </pc:spChg>
        <pc:spChg chg="del">
          <ac:chgData name="Pauline Smyth" userId="de5ce227-53e3-42c9-b7e0-2fb7785ba6f5" providerId="ADAL" clId="{1076D173-B1D7-4B69-89CA-C40AFD8A9B32}" dt="2022-11-17T06:51:29.625" v="434" actId="22"/>
          <ac:spMkLst>
            <pc:docMk/>
            <pc:sldMk cId="465925930" sldId="271"/>
            <ac:spMk id="3" creationId="{1E02B003-A414-E6DB-21D2-7A7B1046FD91}"/>
          </ac:spMkLst>
        </pc:spChg>
        <pc:spChg chg="add">
          <ac:chgData name="Pauline Smyth" userId="de5ce227-53e3-42c9-b7e0-2fb7785ba6f5" providerId="ADAL" clId="{1076D173-B1D7-4B69-89CA-C40AFD8A9B32}" dt="2022-11-17T07:12:54.170" v="565" actId="26606"/>
          <ac:spMkLst>
            <pc:docMk/>
            <pc:sldMk cId="465925930" sldId="271"/>
            <ac:spMk id="10" creationId="{F170E346-B98B-43A6-A4DA-D36FF63284B3}"/>
          </ac:spMkLst>
        </pc:spChg>
        <pc:picChg chg="add mod ord">
          <ac:chgData name="Pauline Smyth" userId="de5ce227-53e3-42c9-b7e0-2fb7785ba6f5" providerId="ADAL" clId="{1076D173-B1D7-4B69-89CA-C40AFD8A9B32}" dt="2022-11-17T07:12:54.170" v="565" actId="26606"/>
          <ac:picMkLst>
            <pc:docMk/>
            <pc:sldMk cId="465925930" sldId="271"/>
            <ac:picMk id="5" creationId="{AD8EB3A1-A256-5247-CB8B-D673A2045B34}"/>
          </ac:picMkLst>
        </pc:picChg>
        <pc:picChg chg="del">
          <ac:chgData name="Pauline Smyth" userId="de5ce227-53e3-42c9-b7e0-2fb7785ba6f5" providerId="ADAL" clId="{1076D173-B1D7-4B69-89CA-C40AFD8A9B32}" dt="2022-11-17T06:49:08.236" v="432" actId="478"/>
          <ac:picMkLst>
            <pc:docMk/>
            <pc:sldMk cId="465925930" sldId="271"/>
            <ac:picMk id="8" creationId="{8889D75D-3A93-1CF1-4486-FAD15333EF16}"/>
          </ac:picMkLst>
        </pc:picChg>
      </pc:sldChg>
      <pc:sldChg chg="addSp delSp modSp new mod setBg">
        <pc:chgData name="Pauline Smyth" userId="de5ce227-53e3-42c9-b7e0-2fb7785ba6f5" providerId="ADAL" clId="{1076D173-B1D7-4B69-89CA-C40AFD8A9B32}" dt="2022-11-17T07:12:17.561" v="558" actId="26606"/>
        <pc:sldMkLst>
          <pc:docMk/>
          <pc:sldMk cId="4160457066" sldId="272"/>
        </pc:sldMkLst>
        <pc:spChg chg="mod">
          <ac:chgData name="Pauline Smyth" userId="de5ce227-53e3-42c9-b7e0-2fb7785ba6f5" providerId="ADAL" clId="{1076D173-B1D7-4B69-89CA-C40AFD8A9B32}" dt="2022-11-17T07:12:17.561" v="558" actId="26606"/>
          <ac:spMkLst>
            <pc:docMk/>
            <pc:sldMk cId="4160457066" sldId="272"/>
            <ac:spMk id="2" creationId="{73544056-A3FB-2819-5A67-FCB65BA9F297}"/>
          </ac:spMkLst>
        </pc:spChg>
        <pc:spChg chg="del mod">
          <ac:chgData name="Pauline Smyth" userId="de5ce227-53e3-42c9-b7e0-2fb7785ba6f5" providerId="ADAL" clId="{1076D173-B1D7-4B69-89CA-C40AFD8A9B32}" dt="2022-11-17T07:03:39.947" v="548" actId="22"/>
          <ac:spMkLst>
            <pc:docMk/>
            <pc:sldMk cId="4160457066" sldId="272"/>
            <ac:spMk id="3" creationId="{DC9C0231-87D8-23B2-EF21-BEFF1755A677}"/>
          </ac:spMkLst>
        </pc:spChg>
        <pc:spChg chg="add">
          <ac:chgData name="Pauline Smyth" userId="de5ce227-53e3-42c9-b7e0-2fb7785ba6f5" providerId="ADAL" clId="{1076D173-B1D7-4B69-89CA-C40AFD8A9B32}" dt="2022-11-17T07:12:17.561" v="558" actId="26606"/>
          <ac:spMkLst>
            <pc:docMk/>
            <pc:sldMk cId="4160457066" sldId="272"/>
            <ac:spMk id="10" creationId="{F170E346-B98B-43A6-A4DA-D36FF63284B3}"/>
          </ac:spMkLst>
        </pc:spChg>
        <pc:picChg chg="add mod ord">
          <ac:chgData name="Pauline Smyth" userId="de5ce227-53e3-42c9-b7e0-2fb7785ba6f5" providerId="ADAL" clId="{1076D173-B1D7-4B69-89CA-C40AFD8A9B32}" dt="2022-11-17T07:12:17.561" v="558" actId="26606"/>
          <ac:picMkLst>
            <pc:docMk/>
            <pc:sldMk cId="4160457066" sldId="272"/>
            <ac:picMk id="5" creationId="{1D9D29A5-322B-9BF6-4E71-E14F24656CB7}"/>
          </ac:picMkLst>
        </pc:picChg>
      </pc:sldChg>
      <pc:sldChg chg="addSp delSp modSp add mod setBg">
        <pc:chgData name="Pauline Smyth" userId="de5ce227-53e3-42c9-b7e0-2fb7785ba6f5" providerId="ADAL" clId="{1076D173-B1D7-4B69-89CA-C40AFD8A9B32}" dt="2022-11-17T07:13:02.250" v="567" actId="14100"/>
        <pc:sldMkLst>
          <pc:docMk/>
          <pc:sldMk cId="2680589680" sldId="273"/>
        </pc:sldMkLst>
        <pc:spChg chg="mod">
          <ac:chgData name="Pauline Smyth" userId="de5ce227-53e3-42c9-b7e0-2fb7785ba6f5" providerId="ADAL" clId="{1076D173-B1D7-4B69-89CA-C40AFD8A9B32}" dt="2022-11-17T07:12:27.017" v="559" actId="26606"/>
          <ac:spMkLst>
            <pc:docMk/>
            <pc:sldMk cId="2680589680" sldId="273"/>
            <ac:spMk id="2" creationId="{73544056-A3FB-2819-5A67-FCB65BA9F297}"/>
          </ac:spMkLst>
        </pc:spChg>
        <pc:spChg chg="add del mod">
          <ac:chgData name="Pauline Smyth" userId="de5ce227-53e3-42c9-b7e0-2fb7785ba6f5" providerId="ADAL" clId="{1076D173-B1D7-4B69-89CA-C40AFD8A9B32}" dt="2022-11-17T07:12:09.201" v="556" actId="478"/>
          <ac:spMkLst>
            <pc:docMk/>
            <pc:sldMk cId="2680589680" sldId="273"/>
            <ac:spMk id="4" creationId="{75C24B92-3EBB-CF8C-0D65-DBCFE9EF5CDC}"/>
          </ac:spMkLst>
        </pc:spChg>
        <pc:spChg chg="add">
          <ac:chgData name="Pauline Smyth" userId="de5ce227-53e3-42c9-b7e0-2fb7785ba6f5" providerId="ADAL" clId="{1076D173-B1D7-4B69-89CA-C40AFD8A9B32}" dt="2022-11-17T07:12:27.017" v="559" actId="26606"/>
          <ac:spMkLst>
            <pc:docMk/>
            <pc:sldMk cId="2680589680" sldId="273"/>
            <ac:spMk id="12" creationId="{F170E346-B98B-43A6-A4DA-D36FF63284B3}"/>
          </ac:spMkLst>
        </pc:spChg>
        <pc:picChg chg="del">
          <ac:chgData name="Pauline Smyth" userId="de5ce227-53e3-42c9-b7e0-2fb7785ba6f5" providerId="ADAL" clId="{1076D173-B1D7-4B69-89CA-C40AFD8A9B32}" dt="2022-11-17T07:11:50.753" v="552" actId="478"/>
          <ac:picMkLst>
            <pc:docMk/>
            <pc:sldMk cId="2680589680" sldId="273"/>
            <ac:picMk id="5" creationId="{1D9D29A5-322B-9BF6-4E71-E14F24656CB7}"/>
          </ac:picMkLst>
        </pc:picChg>
        <pc:picChg chg="add mod">
          <ac:chgData name="Pauline Smyth" userId="de5ce227-53e3-42c9-b7e0-2fb7785ba6f5" providerId="ADAL" clId="{1076D173-B1D7-4B69-89CA-C40AFD8A9B32}" dt="2022-11-17T07:13:02.250" v="567" actId="14100"/>
          <ac:picMkLst>
            <pc:docMk/>
            <pc:sldMk cId="2680589680" sldId="273"/>
            <ac:picMk id="7" creationId="{2C1AB7B5-F49B-7273-619F-F89AF567230E}"/>
          </ac:picMkLst>
        </pc:picChg>
      </pc:sldChg>
      <pc:sldChg chg="addSp delSp modSp add mod">
        <pc:chgData name="Pauline Smyth" userId="de5ce227-53e3-42c9-b7e0-2fb7785ba6f5" providerId="ADAL" clId="{1076D173-B1D7-4B69-89CA-C40AFD8A9B32}" dt="2022-11-17T07:18:09.982" v="574" actId="14100"/>
        <pc:sldMkLst>
          <pc:docMk/>
          <pc:sldMk cId="2049363160" sldId="274"/>
        </pc:sldMkLst>
        <pc:spChg chg="mod">
          <ac:chgData name="Pauline Smyth" userId="de5ce227-53e3-42c9-b7e0-2fb7785ba6f5" providerId="ADAL" clId="{1076D173-B1D7-4B69-89CA-C40AFD8A9B32}" dt="2022-11-17T07:18:01.778" v="571" actId="26606"/>
          <ac:spMkLst>
            <pc:docMk/>
            <pc:sldMk cId="2049363160" sldId="274"/>
            <ac:spMk id="2" creationId="{73544056-A3FB-2819-5A67-FCB65BA9F297}"/>
          </ac:spMkLst>
        </pc:spChg>
        <pc:spChg chg="del">
          <ac:chgData name="Pauline Smyth" userId="de5ce227-53e3-42c9-b7e0-2fb7785ba6f5" providerId="ADAL" clId="{1076D173-B1D7-4B69-89CA-C40AFD8A9B32}" dt="2022-11-17T07:18:01.778" v="571" actId="26606"/>
          <ac:spMkLst>
            <pc:docMk/>
            <pc:sldMk cId="2049363160" sldId="274"/>
            <ac:spMk id="12" creationId="{F170E346-B98B-43A6-A4DA-D36FF63284B3}"/>
          </ac:spMkLst>
        </pc:spChg>
        <pc:spChg chg="add">
          <ac:chgData name="Pauline Smyth" userId="de5ce227-53e3-42c9-b7e0-2fb7785ba6f5" providerId="ADAL" clId="{1076D173-B1D7-4B69-89CA-C40AFD8A9B32}" dt="2022-11-17T07:18:01.778" v="571" actId="26606"/>
          <ac:spMkLst>
            <pc:docMk/>
            <pc:sldMk cId="2049363160" sldId="274"/>
            <ac:spMk id="17" creationId="{D4771268-CB57-404A-9271-370EB28F6090}"/>
          </ac:spMkLst>
        </pc:spChg>
        <pc:picChg chg="add mod">
          <ac:chgData name="Pauline Smyth" userId="de5ce227-53e3-42c9-b7e0-2fb7785ba6f5" providerId="ADAL" clId="{1076D173-B1D7-4B69-89CA-C40AFD8A9B32}" dt="2022-11-17T07:18:09.982" v="574" actId="14100"/>
          <ac:picMkLst>
            <pc:docMk/>
            <pc:sldMk cId="2049363160" sldId="274"/>
            <ac:picMk id="4" creationId="{E1411DA2-1E6C-33AF-DADC-699EBC183D1E}"/>
          </ac:picMkLst>
        </pc:picChg>
        <pc:picChg chg="del">
          <ac:chgData name="Pauline Smyth" userId="de5ce227-53e3-42c9-b7e0-2fb7785ba6f5" providerId="ADAL" clId="{1076D173-B1D7-4B69-89CA-C40AFD8A9B32}" dt="2022-11-17T07:13:09.254" v="569" actId="478"/>
          <ac:picMkLst>
            <pc:docMk/>
            <pc:sldMk cId="2049363160" sldId="274"/>
            <ac:picMk id="7" creationId="{2C1AB7B5-F49B-7273-619F-F89AF567230E}"/>
          </ac:picMkLst>
        </pc:picChg>
      </pc:sldChg>
      <pc:sldChg chg="addSp delSp modSp new mod setBg">
        <pc:chgData name="Pauline Smyth" userId="de5ce227-53e3-42c9-b7e0-2fb7785ba6f5" providerId="ADAL" clId="{1076D173-B1D7-4B69-89CA-C40AFD8A9B32}" dt="2022-11-23T06:30:08.042" v="708" actId="26606"/>
        <pc:sldMkLst>
          <pc:docMk/>
          <pc:sldMk cId="3932813940" sldId="275"/>
        </pc:sldMkLst>
        <pc:spChg chg="mod">
          <ac:chgData name="Pauline Smyth" userId="de5ce227-53e3-42c9-b7e0-2fb7785ba6f5" providerId="ADAL" clId="{1076D173-B1D7-4B69-89CA-C40AFD8A9B32}" dt="2022-11-23T06:30:08.042" v="708" actId="26606"/>
          <ac:spMkLst>
            <pc:docMk/>
            <pc:sldMk cId="3932813940" sldId="275"/>
            <ac:spMk id="2" creationId="{25029577-3EE1-0221-E540-CEE4855AFC9B}"/>
          </ac:spMkLst>
        </pc:spChg>
        <pc:spChg chg="mod">
          <ac:chgData name="Pauline Smyth" userId="de5ce227-53e3-42c9-b7e0-2fb7785ba6f5" providerId="ADAL" clId="{1076D173-B1D7-4B69-89CA-C40AFD8A9B32}" dt="2022-11-23T06:30:08.042" v="708" actId="26606"/>
          <ac:spMkLst>
            <pc:docMk/>
            <pc:sldMk cId="3932813940" sldId="275"/>
            <ac:spMk id="3" creationId="{7811FBDA-D3E8-9298-41E3-869980EEB841}"/>
          </ac:spMkLst>
        </pc:spChg>
        <pc:spChg chg="add del">
          <ac:chgData name="Pauline Smyth" userId="de5ce227-53e3-42c9-b7e0-2fb7785ba6f5" providerId="ADAL" clId="{1076D173-B1D7-4B69-89CA-C40AFD8A9B32}" dt="2022-11-23T06:30:08.042" v="708" actId="26606"/>
          <ac:spMkLst>
            <pc:docMk/>
            <pc:sldMk cId="3932813940" sldId="275"/>
            <ac:spMk id="12" creationId="{5E39A796-BE83-48B1-B33F-35C4A32AAB57}"/>
          </ac:spMkLst>
        </pc:spChg>
        <pc:spChg chg="add del">
          <ac:chgData name="Pauline Smyth" userId="de5ce227-53e3-42c9-b7e0-2fb7785ba6f5" providerId="ADAL" clId="{1076D173-B1D7-4B69-89CA-C40AFD8A9B32}" dt="2022-11-23T06:30:08.042" v="708" actId="26606"/>
          <ac:spMkLst>
            <pc:docMk/>
            <pc:sldMk cId="3932813940" sldId="275"/>
            <ac:spMk id="14" creationId="{72F84B47-E267-4194-8194-831DB7B5547F}"/>
          </ac:spMkLst>
        </pc:spChg>
        <pc:spChg chg="add">
          <ac:chgData name="Pauline Smyth" userId="de5ce227-53e3-42c9-b7e0-2fb7785ba6f5" providerId="ADAL" clId="{1076D173-B1D7-4B69-89CA-C40AFD8A9B32}" dt="2022-11-23T06:30:08.042" v="708" actId="26606"/>
          <ac:spMkLst>
            <pc:docMk/>
            <pc:sldMk cId="3932813940" sldId="275"/>
            <ac:spMk id="19" creationId="{8AD13924-DC7C-4339-B194-8A4EFFBF2AC6}"/>
          </ac:spMkLst>
        </pc:spChg>
        <pc:spChg chg="add">
          <ac:chgData name="Pauline Smyth" userId="de5ce227-53e3-42c9-b7e0-2fb7785ba6f5" providerId="ADAL" clId="{1076D173-B1D7-4B69-89CA-C40AFD8A9B32}" dt="2022-11-23T06:30:08.042" v="708" actId="26606"/>
          <ac:spMkLst>
            <pc:docMk/>
            <pc:sldMk cId="3932813940" sldId="275"/>
            <ac:spMk id="21" creationId="{72458505-C9BA-445F-AE75-CFC7FF04F4E7}"/>
          </ac:spMkLst>
        </pc:spChg>
        <pc:picChg chg="add del mod">
          <ac:chgData name="Pauline Smyth" userId="de5ce227-53e3-42c9-b7e0-2fb7785ba6f5" providerId="ADAL" clId="{1076D173-B1D7-4B69-89CA-C40AFD8A9B32}" dt="2022-11-23T06:25:34.124" v="702" actId="478"/>
          <ac:picMkLst>
            <pc:docMk/>
            <pc:sldMk cId="3932813940" sldId="275"/>
            <ac:picMk id="5" creationId="{6FE7A2E8-BB53-951B-CE35-C2D5829546AF}"/>
          </ac:picMkLst>
        </pc:picChg>
        <pc:picChg chg="add mod">
          <ac:chgData name="Pauline Smyth" userId="de5ce227-53e3-42c9-b7e0-2fb7785ba6f5" providerId="ADAL" clId="{1076D173-B1D7-4B69-89CA-C40AFD8A9B32}" dt="2022-11-23T06:30:08.042" v="708" actId="26606"/>
          <ac:picMkLst>
            <pc:docMk/>
            <pc:sldMk cId="3932813940" sldId="275"/>
            <ac:picMk id="7" creationId="{4A2C3066-5CFF-B732-15F4-A0E890FD9BC0}"/>
          </ac:picMkLst>
        </pc:picChg>
      </pc:sldChg>
      <pc:sldChg chg="addSp modSp new mod setBg">
        <pc:chgData name="Pauline Smyth" userId="de5ce227-53e3-42c9-b7e0-2fb7785ba6f5" providerId="ADAL" clId="{1076D173-B1D7-4B69-89CA-C40AFD8A9B32}" dt="2022-11-23T07:10:24.573" v="2275" actId="6549"/>
        <pc:sldMkLst>
          <pc:docMk/>
          <pc:sldMk cId="580067814" sldId="276"/>
        </pc:sldMkLst>
        <pc:spChg chg="mod">
          <ac:chgData name="Pauline Smyth" userId="de5ce227-53e3-42c9-b7e0-2fb7785ba6f5" providerId="ADAL" clId="{1076D173-B1D7-4B69-89CA-C40AFD8A9B32}" dt="2022-11-23T07:10:24.573" v="2275" actId="6549"/>
          <ac:spMkLst>
            <pc:docMk/>
            <pc:sldMk cId="580067814" sldId="276"/>
            <ac:spMk id="2" creationId="{05B248B9-2801-FB3A-CE42-23D17DF95CA3}"/>
          </ac:spMkLst>
        </pc:spChg>
        <pc:spChg chg="mod">
          <ac:chgData name="Pauline Smyth" userId="de5ce227-53e3-42c9-b7e0-2fb7785ba6f5" providerId="ADAL" clId="{1076D173-B1D7-4B69-89CA-C40AFD8A9B32}" dt="2022-11-23T07:09:56.941" v="2246" actId="14100"/>
          <ac:spMkLst>
            <pc:docMk/>
            <pc:sldMk cId="580067814" sldId="276"/>
            <ac:spMk id="3" creationId="{F080A58F-0834-9EB9-4CFA-115A60FE1293}"/>
          </ac:spMkLst>
        </pc:spChg>
        <pc:spChg chg="add">
          <ac:chgData name="Pauline Smyth" userId="de5ce227-53e3-42c9-b7e0-2fb7785ba6f5" providerId="ADAL" clId="{1076D173-B1D7-4B69-89CA-C40AFD8A9B32}" dt="2022-11-23T07:09:46.938" v="2244" actId="26606"/>
          <ac:spMkLst>
            <pc:docMk/>
            <pc:sldMk cId="580067814" sldId="276"/>
            <ac:spMk id="8" creationId="{907EF6B7-1338-4443-8C46-6A318D952DFD}"/>
          </ac:spMkLst>
        </pc:spChg>
        <pc:spChg chg="add">
          <ac:chgData name="Pauline Smyth" userId="de5ce227-53e3-42c9-b7e0-2fb7785ba6f5" providerId="ADAL" clId="{1076D173-B1D7-4B69-89CA-C40AFD8A9B32}" dt="2022-11-23T07:09:46.938" v="2244" actId="26606"/>
          <ac:spMkLst>
            <pc:docMk/>
            <pc:sldMk cId="580067814" sldId="276"/>
            <ac:spMk id="10" creationId="{DAAE4CDD-124C-4DCF-9584-B6033B545DD5}"/>
          </ac:spMkLst>
        </pc:spChg>
        <pc:spChg chg="add">
          <ac:chgData name="Pauline Smyth" userId="de5ce227-53e3-42c9-b7e0-2fb7785ba6f5" providerId="ADAL" clId="{1076D173-B1D7-4B69-89CA-C40AFD8A9B32}" dt="2022-11-23T07:09:46.938" v="2244" actId="26606"/>
          <ac:spMkLst>
            <pc:docMk/>
            <pc:sldMk cId="580067814" sldId="276"/>
            <ac:spMk id="12" creationId="{081E4A58-353D-44AE-B2FC-2A74E2E400F7}"/>
          </ac:spMkLst>
        </pc:spChg>
      </pc:sldChg>
      <pc:sldChg chg="addSp delSp modSp new mod setBg">
        <pc:chgData name="Pauline Smyth" userId="de5ce227-53e3-42c9-b7e0-2fb7785ba6f5" providerId="ADAL" clId="{1076D173-B1D7-4B69-89CA-C40AFD8A9B32}" dt="2022-11-23T06:52:27.791" v="1806" actId="26606"/>
        <pc:sldMkLst>
          <pc:docMk/>
          <pc:sldMk cId="3382499730" sldId="277"/>
        </pc:sldMkLst>
        <pc:spChg chg="mod">
          <ac:chgData name="Pauline Smyth" userId="de5ce227-53e3-42c9-b7e0-2fb7785ba6f5" providerId="ADAL" clId="{1076D173-B1D7-4B69-89CA-C40AFD8A9B32}" dt="2022-11-23T06:52:27.791" v="1806" actId="26606"/>
          <ac:spMkLst>
            <pc:docMk/>
            <pc:sldMk cId="3382499730" sldId="277"/>
            <ac:spMk id="2" creationId="{B3A3422E-0241-94F4-B5CD-F4C0097CABAA}"/>
          </ac:spMkLst>
        </pc:spChg>
        <pc:spChg chg="del mod">
          <ac:chgData name="Pauline Smyth" userId="de5ce227-53e3-42c9-b7e0-2fb7785ba6f5" providerId="ADAL" clId="{1076D173-B1D7-4B69-89CA-C40AFD8A9B32}" dt="2022-11-23T06:52:27.791" v="1806" actId="26606"/>
          <ac:spMkLst>
            <pc:docMk/>
            <pc:sldMk cId="3382499730" sldId="277"/>
            <ac:spMk id="3" creationId="{D815F7BA-D6D9-DBAE-220F-35B050289ECB}"/>
          </ac:spMkLst>
        </pc:spChg>
        <pc:spChg chg="add del">
          <ac:chgData name="Pauline Smyth" userId="de5ce227-53e3-42c9-b7e0-2fb7785ba6f5" providerId="ADAL" clId="{1076D173-B1D7-4B69-89CA-C40AFD8A9B32}" dt="2022-11-23T06:52:17.802" v="1803" actId="26606"/>
          <ac:spMkLst>
            <pc:docMk/>
            <pc:sldMk cId="3382499730" sldId="277"/>
            <ac:spMk id="10" creationId="{59A309A7-1751-4ABE-A3C1-EEC40366AD89}"/>
          </ac:spMkLst>
        </pc:spChg>
        <pc:spChg chg="add">
          <ac:chgData name="Pauline Smyth" userId="de5ce227-53e3-42c9-b7e0-2fb7785ba6f5" providerId="ADAL" clId="{1076D173-B1D7-4B69-89CA-C40AFD8A9B32}" dt="2022-11-23T06:52:27.791" v="1806" actId="26606"/>
          <ac:spMkLst>
            <pc:docMk/>
            <pc:sldMk cId="3382499730" sldId="277"/>
            <ac:spMk id="11" creationId="{6166C6D1-23AC-49C4-BA07-238E4E9F8CEB}"/>
          </ac:spMkLst>
        </pc:spChg>
        <pc:spChg chg="add del">
          <ac:chgData name="Pauline Smyth" userId="de5ce227-53e3-42c9-b7e0-2fb7785ba6f5" providerId="ADAL" clId="{1076D173-B1D7-4B69-89CA-C40AFD8A9B32}" dt="2022-11-23T06:52:17.802" v="1803" actId="26606"/>
          <ac:spMkLst>
            <pc:docMk/>
            <pc:sldMk cId="3382499730" sldId="277"/>
            <ac:spMk id="12" creationId="{967D8EB6-EAE1-4F9C-B398-83321E287204}"/>
          </ac:spMkLst>
        </pc:spChg>
        <pc:spChg chg="add">
          <ac:chgData name="Pauline Smyth" userId="de5ce227-53e3-42c9-b7e0-2fb7785ba6f5" providerId="ADAL" clId="{1076D173-B1D7-4B69-89CA-C40AFD8A9B32}" dt="2022-11-23T06:52:27.791" v="1806" actId="26606"/>
          <ac:spMkLst>
            <pc:docMk/>
            <pc:sldMk cId="3382499730" sldId="277"/>
            <ac:spMk id="13" creationId="{1C091803-41C2-48E0-9228-5148460C7479}"/>
          </ac:spMkLst>
        </pc:spChg>
        <pc:spChg chg="add del">
          <ac:chgData name="Pauline Smyth" userId="de5ce227-53e3-42c9-b7e0-2fb7785ba6f5" providerId="ADAL" clId="{1076D173-B1D7-4B69-89CA-C40AFD8A9B32}" dt="2022-11-23T06:52:27.764" v="1805" actId="26606"/>
          <ac:spMkLst>
            <pc:docMk/>
            <pc:sldMk cId="3382499730" sldId="277"/>
            <ac:spMk id="14" creationId="{59A309A7-1751-4ABE-A3C1-EEC40366AD89}"/>
          </ac:spMkLst>
        </pc:spChg>
        <pc:spChg chg="add del">
          <ac:chgData name="Pauline Smyth" userId="de5ce227-53e3-42c9-b7e0-2fb7785ba6f5" providerId="ADAL" clId="{1076D173-B1D7-4B69-89CA-C40AFD8A9B32}" dt="2022-11-23T06:52:27.764" v="1805" actId="26606"/>
          <ac:spMkLst>
            <pc:docMk/>
            <pc:sldMk cId="3382499730" sldId="277"/>
            <ac:spMk id="15" creationId="{967D8EB6-EAE1-4F9C-B398-83321E287204}"/>
          </ac:spMkLst>
        </pc:spChg>
        <pc:spChg chg="add">
          <ac:chgData name="Pauline Smyth" userId="de5ce227-53e3-42c9-b7e0-2fb7785ba6f5" providerId="ADAL" clId="{1076D173-B1D7-4B69-89CA-C40AFD8A9B32}" dt="2022-11-23T06:52:27.791" v="1806" actId="26606"/>
          <ac:spMkLst>
            <pc:docMk/>
            <pc:sldMk cId="3382499730" sldId="277"/>
            <ac:spMk id="18" creationId="{B775CD93-9DF2-48CB-9F57-1BCA9A46C7FA}"/>
          </ac:spMkLst>
        </pc:spChg>
        <pc:graphicFrameChg chg="add">
          <ac:chgData name="Pauline Smyth" userId="de5ce227-53e3-42c9-b7e0-2fb7785ba6f5" providerId="ADAL" clId="{1076D173-B1D7-4B69-89CA-C40AFD8A9B32}" dt="2022-11-23T06:52:27.791" v="1806" actId="26606"/>
          <ac:graphicFrameMkLst>
            <pc:docMk/>
            <pc:sldMk cId="3382499730" sldId="277"/>
            <ac:graphicFrameMk id="19" creationId="{85A0D43E-EBEC-7AB5-9961-90FFAB26601E}"/>
          </ac:graphicFrameMkLst>
        </pc:graphicFrameChg>
        <pc:picChg chg="add del">
          <ac:chgData name="Pauline Smyth" userId="de5ce227-53e3-42c9-b7e0-2fb7785ba6f5" providerId="ADAL" clId="{1076D173-B1D7-4B69-89CA-C40AFD8A9B32}" dt="2022-11-23T06:52:16.235" v="1801" actId="26606"/>
          <ac:picMkLst>
            <pc:docMk/>
            <pc:sldMk cId="3382499730" sldId="277"/>
            <ac:picMk id="5" creationId="{EC9F1A09-D4D2-3509-1C40-BBCB35B6A8D8}"/>
          </ac:picMkLst>
        </pc:picChg>
        <pc:picChg chg="add del">
          <ac:chgData name="Pauline Smyth" userId="de5ce227-53e3-42c9-b7e0-2fb7785ba6f5" providerId="ADAL" clId="{1076D173-B1D7-4B69-89CA-C40AFD8A9B32}" dt="2022-11-23T06:52:17.802" v="1803" actId="26606"/>
          <ac:picMkLst>
            <pc:docMk/>
            <pc:sldMk cId="3382499730" sldId="277"/>
            <ac:picMk id="7" creationId="{3535A3AC-2CA0-2DE3-82D2-FECA53ACDF71}"/>
          </ac:picMkLst>
        </pc:picChg>
        <pc:picChg chg="add del">
          <ac:chgData name="Pauline Smyth" userId="de5ce227-53e3-42c9-b7e0-2fb7785ba6f5" providerId="ADAL" clId="{1076D173-B1D7-4B69-89CA-C40AFD8A9B32}" dt="2022-11-23T06:52:27.764" v="1805" actId="26606"/>
          <ac:picMkLst>
            <pc:docMk/>
            <pc:sldMk cId="3382499730" sldId="277"/>
            <ac:picMk id="16" creationId="{F6492866-FF77-8B87-17AE-9B0AB8F2DE0B}"/>
          </ac:picMkLst>
        </pc:picChg>
        <pc:cxnChg chg="add del">
          <ac:chgData name="Pauline Smyth" userId="de5ce227-53e3-42c9-b7e0-2fb7785ba6f5" providerId="ADAL" clId="{1076D173-B1D7-4B69-89CA-C40AFD8A9B32}" dt="2022-11-23T06:52:16.235" v="1801" actId="26606"/>
          <ac:cxnSpMkLst>
            <pc:docMk/>
            <pc:sldMk cId="3382499730" sldId="277"/>
            <ac:cxnSpMk id="9" creationId="{A7F400EE-A8A5-48AF-B4D6-291B52C6F0B0}"/>
          </ac:cxnSpMkLst>
        </pc:cxnChg>
      </pc:sldChg>
      <pc:sldChg chg="addSp delSp modSp new mod setBg">
        <pc:chgData name="Pauline Smyth" userId="de5ce227-53e3-42c9-b7e0-2fb7785ba6f5" providerId="ADAL" clId="{1076D173-B1D7-4B69-89CA-C40AFD8A9B32}" dt="2022-11-24T06:20:29.662" v="2789" actId="1076"/>
        <pc:sldMkLst>
          <pc:docMk/>
          <pc:sldMk cId="1976488497" sldId="279"/>
        </pc:sldMkLst>
        <pc:spChg chg="mod">
          <ac:chgData name="Pauline Smyth" userId="de5ce227-53e3-42c9-b7e0-2fb7785ba6f5" providerId="ADAL" clId="{1076D173-B1D7-4B69-89CA-C40AFD8A9B32}" dt="2022-11-24T06:20:18.909" v="2787" actId="26606"/>
          <ac:spMkLst>
            <pc:docMk/>
            <pc:sldMk cId="1976488497" sldId="279"/>
            <ac:spMk id="2" creationId="{C40A58F2-8C53-0C51-B184-AD3F1A7B5CFA}"/>
          </ac:spMkLst>
        </pc:spChg>
        <pc:spChg chg="del">
          <ac:chgData name="Pauline Smyth" userId="de5ce227-53e3-42c9-b7e0-2fb7785ba6f5" providerId="ADAL" clId="{1076D173-B1D7-4B69-89CA-C40AFD8A9B32}" dt="2022-11-24T06:13:35.031" v="2299" actId="22"/>
          <ac:spMkLst>
            <pc:docMk/>
            <pc:sldMk cId="1976488497" sldId="279"/>
            <ac:spMk id="3" creationId="{05A284BD-0D14-F9C7-0968-97817845D837}"/>
          </ac:spMkLst>
        </pc:spChg>
        <pc:spChg chg="add mod">
          <ac:chgData name="Pauline Smyth" userId="de5ce227-53e3-42c9-b7e0-2fb7785ba6f5" providerId="ADAL" clId="{1076D173-B1D7-4B69-89CA-C40AFD8A9B32}" dt="2022-11-24T06:20:18.909" v="2787" actId="26606"/>
          <ac:spMkLst>
            <pc:docMk/>
            <pc:sldMk cId="1976488497" sldId="279"/>
            <ac:spMk id="6" creationId="{88BBF702-A7E2-3AD2-2C24-B75950619472}"/>
          </ac:spMkLst>
        </pc:spChg>
        <pc:spChg chg="add del">
          <ac:chgData name="Pauline Smyth" userId="de5ce227-53e3-42c9-b7e0-2fb7785ba6f5" providerId="ADAL" clId="{1076D173-B1D7-4B69-89CA-C40AFD8A9B32}" dt="2022-11-24T06:20:02.230" v="2782" actId="26606"/>
          <ac:spMkLst>
            <pc:docMk/>
            <pc:sldMk cId="1976488497" sldId="279"/>
            <ac:spMk id="11" creationId="{CEB41C5C-0F34-4DDA-9D7C-5E717F35F60C}"/>
          </ac:spMkLst>
        </pc:spChg>
        <pc:spChg chg="add del">
          <ac:chgData name="Pauline Smyth" userId="de5ce227-53e3-42c9-b7e0-2fb7785ba6f5" providerId="ADAL" clId="{1076D173-B1D7-4B69-89CA-C40AFD8A9B32}" dt="2022-11-24T06:20:08.733" v="2784" actId="26606"/>
          <ac:spMkLst>
            <pc:docMk/>
            <pc:sldMk cId="1976488497" sldId="279"/>
            <ac:spMk id="15" creationId="{5E39A796-BE83-48B1-B33F-35C4A32AAB57}"/>
          </ac:spMkLst>
        </pc:spChg>
        <pc:spChg chg="add del">
          <ac:chgData name="Pauline Smyth" userId="de5ce227-53e3-42c9-b7e0-2fb7785ba6f5" providerId="ADAL" clId="{1076D173-B1D7-4B69-89CA-C40AFD8A9B32}" dt="2022-11-24T06:20:08.733" v="2784" actId="26606"/>
          <ac:spMkLst>
            <pc:docMk/>
            <pc:sldMk cId="1976488497" sldId="279"/>
            <ac:spMk id="16" creationId="{72F84B47-E267-4194-8194-831DB7B5547F}"/>
          </ac:spMkLst>
        </pc:spChg>
        <pc:spChg chg="add del">
          <ac:chgData name="Pauline Smyth" userId="de5ce227-53e3-42c9-b7e0-2fb7785ba6f5" providerId="ADAL" clId="{1076D173-B1D7-4B69-89CA-C40AFD8A9B32}" dt="2022-11-24T06:20:18.909" v="2786" actId="26606"/>
          <ac:spMkLst>
            <pc:docMk/>
            <pc:sldMk cId="1976488497" sldId="279"/>
            <ac:spMk id="18" creationId="{743AA782-23D1-4521-8CAD-47662984AA08}"/>
          </ac:spMkLst>
        </pc:spChg>
        <pc:spChg chg="add del">
          <ac:chgData name="Pauline Smyth" userId="de5ce227-53e3-42c9-b7e0-2fb7785ba6f5" providerId="ADAL" clId="{1076D173-B1D7-4B69-89CA-C40AFD8A9B32}" dt="2022-11-24T06:20:18.909" v="2786" actId="26606"/>
          <ac:spMkLst>
            <pc:docMk/>
            <pc:sldMk cId="1976488497" sldId="279"/>
            <ac:spMk id="19" creationId="{71877DBC-BB60-40F0-AC93-2ACDBAAE60CE}"/>
          </ac:spMkLst>
        </pc:spChg>
        <pc:spChg chg="add">
          <ac:chgData name="Pauline Smyth" userId="de5ce227-53e3-42c9-b7e0-2fb7785ba6f5" providerId="ADAL" clId="{1076D173-B1D7-4B69-89CA-C40AFD8A9B32}" dt="2022-11-24T06:20:18.909" v="2787" actId="26606"/>
          <ac:spMkLst>
            <pc:docMk/>
            <pc:sldMk cId="1976488497" sldId="279"/>
            <ac:spMk id="21" creationId="{CEB41C5C-0F34-4DDA-9D7C-5E717F35F60C}"/>
          </ac:spMkLst>
        </pc:spChg>
        <pc:picChg chg="add mod ord">
          <ac:chgData name="Pauline Smyth" userId="de5ce227-53e3-42c9-b7e0-2fb7785ba6f5" providerId="ADAL" clId="{1076D173-B1D7-4B69-89CA-C40AFD8A9B32}" dt="2022-11-24T06:20:29.662" v="2789" actId="1076"/>
          <ac:picMkLst>
            <pc:docMk/>
            <pc:sldMk cId="1976488497" sldId="279"/>
            <ac:picMk id="5" creationId="{3C4040B5-2C71-0B7A-DEE8-6B9561D8AA49}"/>
          </ac:picMkLst>
        </pc:picChg>
        <pc:cxnChg chg="add del">
          <ac:chgData name="Pauline Smyth" userId="de5ce227-53e3-42c9-b7e0-2fb7785ba6f5" providerId="ADAL" clId="{1076D173-B1D7-4B69-89CA-C40AFD8A9B32}" dt="2022-11-24T06:20:02.230" v="2782" actId="26606"/>
          <ac:cxnSpMkLst>
            <pc:docMk/>
            <pc:sldMk cId="1976488497" sldId="279"/>
            <ac:cxnSpMk id="13" creationId="{57E1E5E6-F385-4E9C-B201-BA5BDE5CAD52}"/>
          </ac:cxnSpMkLst>
        </pc:cxnChg>
        <pc:cxnChg chg="add">
          <ac:chgData name="Pauline Smyth" userId="de5ce227-53e3-42c9-b7e0-2fb7785ba6f5" providerId="ADAL" clId="{1076D173-B1D7-4B69-89CA-C40AFD8A9B32}" dt="2022-11-24T06:20:18.909" v="2787" actId="26606"/>
          <ac:cxnSpMkLst>
            <pc:docMk/>
            <pc:sldMk cId="1976488497" sldId="279"/>
            <ac:cxnSpMk id="22" creationId="{57E1E5E6-F385-4E9C-B201-BA5BDE5CAD52}"/>
          </ac:cxnSpMkLst>
        </pc:cxnChg>
      </pc:sldChg>
      <pc:sldChg chg="addSp delSp modSp new mod setBg">
        <pc:chgData name="Pauline Smyth" userId="de5ce227-53e3-42c9-b7e0-2fb7785ba6f5" providerId="ADAL" clId="{1076D173-B1D7-4B69-89CA-C40AFD8A9B32}" dt="2022-11-24T06:30:04.589" v="3266" actId="1076"/>
        <pc:sldMkLst>
          <pc:docMk/>
          <pc:sldMk cId="4209606184" sldId="280"/>
        </pc:sldMkLst>
        <pc:spChg chg="mod">
          <ac:chgData name="Pauline Smyth" userId="de5ce227-53e3-42c9-b7e0-2fb7785ba6f5" providerId="ADAL" clId="{1076D173-B1D7-4B69-89CA-C40AFD8A9B32}" dt="2022-11-24T06:29:58.680" v="3264" actId="26606"/>
          <ac:spMkLst>
            <pc:docMk/>
            <pc:sldMk cId="4209606184" sldId="280"/>
            <ac:spMk id="2" creationId="{4E328832-FEB1-5826-5ECA-2567B83FA150}"/>
          </ac:spMkLst>
        </pc:spChg>
        <pc:spChg chg="mod">
          <ac:chgData name="Pauline Smyth" userId="de5ce227-53e3-42c9-b7e0-2fb7785ba6f5" providerId="ADAL" clId="{1076D173-B1D7-4B69-89CA-C40AFD8A9B32}" dt="2022-11-24T06:29:58.680" v="3264" actId="26606"/>
          <ac:spMkLst>
            <pc:docMk/>
            <pc:sldMk cId="4209606184" sldId="280"/>
            <ac:spMk id="3" creationId="{406341E1-348E-33DC-9D18-ED0270295133}"/>
          </ac:spMkLst>
        </pc:spChg>
        <pc:spChg chg="add del">
          <ac:chgData name="Pauline Smyth" userId="de5ce227-53e3-42c9-b7e0-2fb7785ba6f5" providerId="ADAL" clId="{1076D173-B1D7-4B69-89CA-C40AFD8A9B32}" dt="2022-11-24T06:29:42.631" v="3261" actId="26606"/>
          <ac:spMkLst>
            <pc:docMk/>
            <pc:sldMk cId="4209606184" sldId="280"/>
            <ac:spMk id="10" creationId="{CEB41C5C-0F34-4DDA-9D7C-5E717F35F60C}"/>
          </ac:spMkLst>
        </pc:spChg>
        <pc:spChg chg="add del">
          <ac:chgData name="Pauline Smyth" userId="de5ce227-53e3-42c9-b7e0-2fb7785ba6f5" providerId="ADAL" clId="{1076D173-B1D7-4B69-89CA-C40AFD8A9B32}" dt="2022-11-24T06:29:58.672" v="3263" actId="26606"/>
          <ac:spMkLst>
            <pc:docMk/>
            <pc:sldMk cId="4209606184" sldId="280"/>
            <ac:spMk id="14" creationId="{CEB41C5C-0F34-4DDA-9D7C-5E717F35F60C}"/>
          </ac:spMkLst>
        </pc:spChg>
        <pc:spChg chg="add">
          <ac:chgData name="Pauline Smyth" userId="de5ce227-53e3-42c9-b7e0-2fb7785ba6f5" providerId="ADAL" clId="{1076D173-B1D7-4B69-89CA-C40AFD8A9B32}" dt="2022-11-24T06:29:58.680" v="3264" actId="26606"/>
          <ac:spMkLst>
            <pc:docMk/>
            <pc:sldMk cId="4209606184" sldId="280"/>
            <ac:spMk id="17" creationId="{CEB41C5C-0F34-4DDA-9D7C-5E717F35F60C}"/>
          </ac:spMkLst>
        </pc:spChg>
        <pc:picChg chg="add mod">
          <ac:chgData name="Pauline Smyth" userId="de5ce227-53e3-42c9-b7e0-2fb7785ba6f5" providerId="ADAL" clId="{1076D173-B1D7-4B69-89CA-C40AFD8A9B32}" dt="2022-11-24T06:30:04.589" v="3266" actId="1076"/>
          <ac:picMkLst>
            <pc:docMk/>
            <pc:sldMk cId="4209606184" sldId="280"/>
            <ac:picMk id="5" creationId="{74093378-4DD0-FC74-56DF-8C5635A4411B}"/>
          </ac:picMkLst>
        </pc:picChg>
        <pc:cxnChg chg="add del">
          <ac:chgData name="Pauline Smyth" userId="de5ce227-53e3-42c9-b7e0-2fb7785ba6f5" providerId="ADAL" clId="{1076D173-B1D7-4B69-89CA-C40AFD8A9B32}" dt="2022-11-24T06:29:42.631" v="3261" actId="26606"/>
          <ac:cxnSpMkLst>
            <pc:docMk/>
            <pc:sldMk cId="4209606184" sldId="280"/>
            <ac:cxnSpMk id="12" creationId="{57E1E5E6-F385-4E9C-B201-BA5BDE5CAD52}"/>
          </ac:cxnSpMkLst>
        </pc:cxnChg>
        <pc:cxnChg chg="add del">
          <ac:chgData name="Pauline Smyth" userId="de5ce227-53e3-42c9-b7e0-2fb7785ba6f5" providerId="ADAL" clId="{1076D173-B1D7-4B69-89CA-C40AFD8A9B32}" dt="2022-11-24T06:29:58.672" v="3263" actId="26606"/>
          <ac:cxnSpMkLst>
            <pc:docMk/>
            <pc:sldMk cId="4209606184" sldId="280"/>
            <ac:cxnSpMk id="15" creationId="{57E1E5E6-F385-4E9C-B201-BA5BDE5CAD52}"/>
          </ac:cxnSpMkLst>
        </pc:cxnChg>
        <pc:cxnChg chg="add">
          <ac:chgData name="Pauline Smyth" userId="de5ce227-53e3-42c9-b7e0-2fb7785ba6f5" providerId="ADAL" clId="{1076D173-B1D7-4B69-89CA-C40AFD8A9B32}" dt="2022-11-24T06:29:58.680" v="3264" actId="26606"/>
          <ac:cxnSpMkLst>
            <pc:docMk/>
            <pc:sldMk cId="4209606184" sldId="280"/>
            <ac:cxnSpMk id="18" creationId="{57E1E5E6-F385-4E9C-B201-BA5BDE5CAD52}"/>
          </ac:cxnSpMkLst>
        </pc:cxnChg>
      </pc:sldChg>
      <pc:sldChg chg="addSp delSp modSp add mod setClrOvrMap">
        <pc:chgData name="Pauline Smyth" userId="de5ce227-53e3-42c9-b7e0-2fb7785ba6f5" providerId="ADAL" clId="{1076D173-B1D7-4B69-89CA-C40AFD8A9B32}" dt="2022-11-24T06:41:02.529" v="3788" actId="14100"/>
        <pc:sldMkLst>
          <pc:docMk/>
          <pc:sldMk cId="365287717" sldId="281"/>
        </pc:sldMkLst>
        <pc:spChg chg="mod">
          <ac:chgData name="Pauline Smyth" userId="de5ce227-53e3-42c9-b7e0-2fb7785ba6f5" providerId="ADAL" clId="{1076D173-B1D7-4B69-89CA-C40AFD8A9B32}" dt="2022-11-24T06:38:12.189" v="3759" actId="1076"/>
          <ac:spMkLst>
            <pc:docMk/>
            <pc:sldMk cId="365287717" sldId="281"/>
            <ac:spMk id="2" creationId="{4E328832-FEB1-5826-5ECA-2567B83FA150}"/>
          </ac:spMkLst>
        </pc:spChg>
        <pc:spChg chg="mod">
          <ac:chgData name="Pauline Smyth" userId="de5ce227-53e3-42c9-b7e0-2fb7785ba6f5" providerId="ADAL" clId="{1076D173-B1D7-4B69-89CA-C40AFD8A9B32}" dt="2022-11-24T06:38:03.634" v="3758" actId="27636"/>
          <ac:spMkLst>
            <pc:docMk/>
            <pc:sldMk cId="365287717" sldId="281"/>
            <ac:spMk id="3" creationId="{406341E1-348E-33DC-9D18-ED0270295133}"/>
          </ac:spMkLst>
        </pc:spChg>
        <pc:spChg chg="add del">
          <ac:chgData name="Pauline Smyth" userId="de5ce227-53e3-42c9-b7e0-2fb7785ba6f5" providerId="ADAL" clId="{1076D173-B1D7-4B69-89CA-C40AFD8A9B32}" dt="2022-11-24T06:37:50.180" v="3752" actId="26606"/>
          <ac:spMkLst>
            <pc:docMk/>
            <pc:sldMk cId="365287717" sldId="281"/>
            <ac:spMk id="17" creationId="{CEB41C5C-0F34-4DDA-9D7C-5E717F35F60C}"/>
          </ac:spMkLst>
        </pc:spChg>
        <pc:spChg chg="add">
          <ac:chgData name="Pauline Smyth" userId="de5ce227-53e3-42c9-b7e0-2fb7785ba6f5" providerId="ADAL" clId="{1076D173-B1D7-4B69-89CA-C40AFD8A9B32}" dt="2022-11-24T06:37:50.180" v="3752" actId="26606"/>
          <ac:spMkLst>
            <pc:docMk/>
            <pc:sldMk cId="365287717" sldId="281"/>
            <ac:spMk id="20" creationId="{C7FA33FF-088D-4F16-95A2-2C64D353DEA8}"/>
          </ac:spMkLst>
        </pc:spChg>
        <pc:spChg chg="add">
          <ac:chgData name="Pauline Smyth" userId="de5ce227-53e3-42c9-b7e0-2fb7785ba6f5" providerId="ADAL" clId="{1076D173-B1D7-4B69-89CA-C40AFD8A9B32}" dt="2022-11-24T06:37:50.180" v="3752" actId="26606"/>
          <ac:spMkLst>
            <pc:docMk/>
            <pc:sldMk cId="365287717" sldId="281"/>
            <ac:spMk id="21" creationId="{A376EFB1-01CF-419F-ABF1-2AF02BBFCBD1}"/>
          </ac:spMkLst>
        </pc:spChg>
        <pc:spChg chg="add del">
          <ac:chgData name="Pauline Smyth" userId="de5ce227-53e3-42c9-b7e0-2fb7785ba6f5" providerId="ADAL" clId="{1076D173-B1D7-4B69-89CA-C40AFD8A9B32}" dt="2022-11-24T06:37:35.675" v="3750" actId="26606"/>
          <ac:spMkLst>
            <pc:docMk/>
            <pc:sldMk cId="365287717" sldId="281"/>
            <ac:spMk id="23" creationId="{CEB41C5C-0F34-4DDA-9D7C-5E717F35F60C}"/>
          </ac:spMkLst>
        </pc:spChg>
        <pc:spChg chg="add">
          <ac:chgData name="Pauline Smyth" userId="de5ce227-53e3-42c9-b7e0-2fb7785ba6f5" providerId="ADAL" clId="{1076D173-B1D7-4B69-89CA-C40AFD8A9B32}" dt="2022-11-24T06:37:50.180" v="3752" actId="26606"/>
          <ac:spMkLst>
            <pc:docMk/>
            <pc:sldMk cId="365287717" sldId="281"/>
            <ac:spMk id="27" creationId="{FF9DEA15-78BD-4750-AA18-B9F28A6D5AB8}"/>
          </ac:spMkLst>
        </pc:spChg>
        <pc:picChg chg="del">
          <ac:chgData name="Pauline Smyth" userId="de5ce227-53e3-42c9-b7e0-2fb7785ba6f5" providerId="ADAL" clId="{1076D173-B1D7-4B69-89CA-C40AFD8A9B32}" dt="2022-11-24T06:30:23.809" v="3268" actId="478"/>
          <ac:picMkLst>
            <pc:docMk/>
            <pc:sldMk cId="365287717" sldId="281"/>
            <ac:picMk id="5" creationId="{74093378-4DD0-FC74-56DF-8C5635A4411B}"/>
          </ac:picMkLst>
        </pc:picChg>
        <pc:picChg chg="add mod">
          <ac:chgData name="Pauline Smyth" userId="de5ce227-53e3-42c9-b7e0-2fb7785ba6f5" providerId="ADAL" clId="{1076D173-B1D7-4B69-89CA-C40AFD8A9B32}" dt="2022-11-24T06:40:57.164" v="3786" actId="1076"/>
          <ac:picMkLst>
            <pc:docMk/>
            <pc:sldMk cId="365287717" sldId="281"/>
            <ac:picMk id="6" creationId="{32B4E3A6-3299-FAAB-1DC2-D99DBE5EDDDE}"/>
          </ac:picMkLst>
        </pc:picChg>
        <pc:picChg chg="add mod">
          <ac:chgData name="Pauline Smyth" userId="de5ce227-53e3-42c9-b7e0-2fb7785ba6f5" providerId="ADAL" clId="{1076D173-B1D7-4B69-89CA-C40AFD8A9B32}" dt="2022-11-24T06:41:02.529" v="3788" actId="14100"/>
          <ac:picMkLst>
            <pc:docMk/>
            <pc:sldMk cId="365287717" sldId="281"/>
            <ac:picMk id="7" creationId="{DBDCC77A-BFE3-3408-2324-6F752269F40A}"/>
          </ac:picMkLst>
        </pc:picChg>
        <pc:cxnChg chg="add del">
          <ac:chgData name="Pauline Smyth" userId="de5ce227-53e3-42c9-b7e0-2fb7785ba6f5" providerId="ADAL" clId="{1076D173-B1D7-4B69-89CA-C40AFD8A9B32}" dt="2022-11-24T06:37:50.180" v="3752" actId="26606"/>
          <ac:cxnSpMkLst>
            <pc:docMk/>
            <pc:sldMk cId="365287717" sldId="281"/>
            <ac:cxnSpMk id="18" creationId="{57E1E5E6-F385-4E9C-B201-BA5BDE5CAD52}"/>
          </ac:cxnSpMkLst>
        </pc:cxnChg>
        <pc:cxnChg chg="add del">
          <ac:chgData name="Pauline Smyth" userId="de5ce227-53e3-42c9-b7e0-2fb7785ba6f5" providerId="ADAL" clId="{1076D173-B1D7-4B69-89CA-C40AFD8A9B32}" dt="2022-11-24T06:37:35.675" v="3750" actId="26606"/>
          <ac:cxnSpMkLst>
            <pc:docMk/>
            <pc:sldMk cId="365287717" sldId="281"/>
            <ac:cxnSpMk id="25" creationId="{57E1E5E6-F385-4E9C-B201-BA5BDE5CAD52}"/>
          </ac:cxnSpMkLst>
        </pc:cxnChg>
      </pc:sldChg>
      <pc:sldChg chg="addSp delSp modSp add mod">
        <pc:chgData name="Pauline Smyth" userId="de5ce227-53e3-42c9-b7e0-2fb7785ba6f5" providerId="ADAL" clId="{1076D173-B1D7-4B69-89CA-C40AFD8A9B32}" dt="2022-11-24T06:49:22.941" v="4193" actId="1076"/>
        <pc:sldMkLst>
          <pc:docMk/>
          <pc:sldMk cId="2338712807" sldId="282"/>
        </pc:sldMkLst>
        <pc:spChg chg="mod">
          <ac:chgData name="Pauline Smyth" userId="de5ce227-53e3-42c9-b7e0-2fb7785ba6f5" providerId="ADAL" clId="{1076D173-B1D7-4B69-89CA-C40AFD8A9B32}" dt="2022-11-24T06:49:16.097" v="4191" actId="1076"/>
          <ac:spMkLst>
            <pc:docMk/>
            <pc:sldMk cId="2338712807" sldId="282"/>
            <ac:spMk id="2" creationId="{4E328832-FEB1-5826-5ECA-2567B83FA150}"/>
          </ac:spMkLst>
        </pc:spChg>
        <pc:spChg chg="mod">
          <ac:chgData name="Pauline Smyth" userId="de5ce227-53e3-42c9-b7e0-2fb7785ba6f5" providerId="ADAL" clId="{1076D173-B1D7-4B69-89CA-C40AFD8A9B32}" dt="2022-11-24T06:49:22.941" v="4193" actId="1076"/>
          <ac:spMkLst>
            <pc:docMk/>
            <pc:sldMk cId="2338712807" sldId="282"/>
            <ac:spMk id="3" creationId="{406341E1-348E-33DC-9D18-ED0270295133}"/>
          </ac:spMkLst>
        </pc:spChg>
        <pc:picChg chg="add mod">
          <ac:chgData name="Pauline Smyth" userId="de5ce227-53e3-42c9-b7e0-2fb7785ba6f5" providerId="ADAL" clId="{1076D173-B1D7-4B69-89CA-C40AFD8A9B32}" dt="2022-11-24T06:49:01.097" v="4189" actId="1076"/>
          <ac:picMkLst>
            <pc:docMk/>
            <pc:sldMk cId="2338712807" sldId="282"/>
            <ac:picMk id="5" creationId="{A27D1DBB-BAE8-78EB-64CC-72F302D34D1B}"/>
          </ac:picMkLst>
        </pc:picChg>
        <pc:picChg chg="del">
          <ac:chgData name="Pauline Smyth" userId="de5ce227-53e3-42c9-b7e0-2fb7785ba6f5" providerId="ADAL" clId="{1076D173-B1D7-4B69-89CA-C40AFD8A9B32}" dt="2022-11-24T06:41:10.708" v="3789" actId="478"/>
          <ac:picMkLst>
            <pc:docMk/>
            <pc:sldMk cId="2338712807" sldId="282"/>
            <ac:picMk id="6" creationId="{32B4E3A6-3299-FAAB-1DC2-D99DBE5EDDDE}"/>
          </ac:picMkLst>
        </pc:picChg>
      </pc:sldChg>
      <pc:sldChg chg="modSp add mod">
        <pc:chgData name="Pauline Smyth" userId="de5ce227-53e3-42c9-b7e0-2fb7785ba6f5" providerId="ADAL" clId="{1076D173-B1D7-4B69-89CA-C40AFD8A9B32}" dt="2022-11-24T06:57:11.510" v="4764" actId="20577"/>
        <pc:sldMkLst>
          <pc:docMk/>
          <pc:sldMk cId="4105913317" sldId="283"/>
        </pc:sldMkLst>
        <pc:spChg chg="mod">
          <ac:chgData name="Pauline Smyth" userId="de5ce227-53e3-42c9-b7e0-2fb7785ba6f5" providerId="ADAL" clId="{1076D173-B1D7-4B69-89CA-C40AFD8A9B32}" dt="2022-11-24T06:49:57.298" v="4196" actId="6549"/>
          <ac:spMkLst>
            <pc:docMk/>
            <pc:sldMk cId="4105913317" sldId="283"/>
            <ac:spMk id="2" creationId="{4E328832-FEB1-5826-5ECA-2567B83FA150}"/>
          </ac:spMkLst>
        </pc:spChg>
        <pc:spChg chg="mod">
          <ac:chgData name="Pauline Smyth" userId="de5ce227-53e3-42c9-b7e0-2fb7785ba6f5" providerId="ADAL" clId="{1076D173-B1D7-4B69-89CA-C40AFD8A9B32}" dt="2022-11-24T06:57:11.510" v="4764" actId="20577"/>
          <ac:spMkLst>
            <pc:docMk/>
            <pc:sldMk cId="4105913317" sldId="283"/>
            <ac:spMk id="3" creationId="{406341E1-348E-33DC-9D18-ED0270295133}"/>
          </ac:spMkLst>
        </pc:spChg>
      </pc:sldChg>
      <pc:sldChg chg="addSp modSp new mod">
        <pc:chgData name="Pauline Smyth" userId="de5ce227-53e3-42c9-b7e0-2fb7785ba6f5" providerId="ADAL" clId="{1076D173-B1D7-4B69-89CA-C40AFD8A9B32}" dt="2022-11-24T07:07:31.596" v="5119" actId="1076"/>
        <pc:sldMkLst>
          <pc:docMk/>
          <pc:sldMk cId="117495151" sldId="284"/>
        </pc:sldMkLst>
        <pc:spChg chg="mod">
          <ac:chgData name="Pauline Smyth" userId="de5ce227-53e3-42c9-b7e0-2fb7785ba6f5" providerId="ADAL" clId="{1076D173-B1D7-4B69-89CA-C40AFD8A9B32}" dt="2022-11-24T07:01:37.494" v="4929" actId="1076"/>
          <ac:spMkLst>
            <pc:docMk/>
            <pc:sldMk cId="117495151" sldId="284"/>
            <ac:spMk id="2" creationId="{DE362149-0231-A0C0-EC5B-BA49CBC2BC9F}"/>
          </ac:spMkLst>
        </pc:spChg>
        <pc:spChg chg="mod">
          <ac:chgData name="Pauline Smyth" userId="de5ce227-53e3-42c9-b7e0-2fb7785ba6f5" providerId="ADAL" clId="{1076D173-B1D7-4B69-89CA-C40AFD8A9B32}" dt="2022-11-24T07:06:04.670" v="5115" actId="20577"/>
          <ac:spMkLst>
            <pc:docMk/>
            <pc:sldMk cId="117495151" sldId="284"/>
            <ac:spMk id="3" creationId="{DA49A7C1-7169-CD9D-DA15-5E5505EB0F79}"/>
          </ac:spMkLst>
        </pc:spChg>
        <pc:picChg chg="add mod">
          <ac:chgData name="Pauline Smyth" userId="de5ce227-53e3-42c9-b7e0-2fb7785ba6f5" providerId="ADAL" clId="{1076D173-B1D7-4B69-89CA-C40AFD8A9B32}" dt="2022-11-24T07:01:27.587" v="4927" actId="1076"/>
          <ac:picMkLst>
            <pc:docMk/>
            <pc:sldMk cId="117495151" sldId="284"/>
            <ac:picMk id="4" creationId="{04F6FEF8-699F-B030-48C4-D665F6EBB6A4}"/>
          </ac:picMkLst>
        </pc:picChg>
        <pc:picChg chg="add mod">
          <ac:chgData name="Pauline Smyth" userId="de5ce227-53e3-42c9-b7e0-2fb7785ba6f5" providerId="ADAL" clId="{1076D173-B1D7-4B69-89CA-C40AFD8A9B32}" dt="2022-11-24T07:05:34.772" v="5045" actId="1076"/>
          <ac:picMkLst>
            <pc:docMk/>
            <pc:sldMk cId="117495151" sldId="284"/>
            <ac:picMk id="6" creationId="{F3B69DE5-B0E4-302A-B44F-AB0CBAF3E4A9}"/>
          </ac:picMkLst>
        </pc:picChg>
        <pc:picChg chg="add mod">
          <ac:chgData name="Pauline Smyth" userId="de5ce227-53e3-42c9-b7e0-2fb7785ba6f5" providerId="ADAL" clId="{1076D173-B1D7-4B69-89CA-C40AFD8A9B32}" dt="2022-11-24T07:07:31.596" v="5119" actId="1076"/>
          <ac:picMkLst>
            <pc:docMk/>
            <pc:sldMk cId="117495151" sldId="284"/>
            <ac:picMk id="8" creationId="{E8E3A683-FD4A-4CD1-27F1-C0C7F70EE5DF}"/>
          </ac:picMkLst>
        </pc:picChg>
      </pc:sldChg>
      <pc:sldChg chg="modSp add mod">
        <pc:chgData name="Pauline Smyth" userId="de5ce227-53e3-42c9-b7e0-2fb7785ba6f5" providerId="ADAL" clId="{1076D173-B1D7-4B69-89CA-C40AFD8A9B32}" dt="2022-11-24T07:07:48.438" v="5121" actId="14100"/>
        <pc:sldMkLst>
          <pc:docMk/>
          <pc:sldMk cId="3743562065" sldId="285"/>
        </pc:sldMkLst>
        <pc:picChg chg="mod">
          <ac:chgData name="Pauline Smyth" userId="de5ce227-53e3-42c9-b7e0-2fb7785ba6f5" providerId="ADAL" clId="{1076D173-B1D7-4B69-89CA-C40AFD8A9B32}" dt="2022-11-24T07:07:48.438" v="5121" actId="14100"/>
          <ac:picMkLst>
            <pc:docMk/>
            <pc:sldMk cId="3743562065" sldId="285"/>
            <ac:picMk id="8" creationId="{E8E3A683-FD4A-4CD1-27F1-C0C7F70EE5DF}"/>
          </ac:picMkLst>
        </pc:picChg>
      </pc:sldChg>
      <pc:sldChg chg="addSp delSp modSp add mod setBg">
        <pc:chgData name="Pauline Smyth" userId="de5ce227-53e3-42c9-b7e0-2fb7785ba6f5" providerId="ADAL" clId="{1076D173-B1D7-4B69-89CA-C40AFD8A9B32}" dt="2022-11-24T07:14:27.338" v="5416" actId="1076"/>
        <pc:sldMkLst>
          <pc:docMk/>
          <pc:sldMk cId="2788598161" sldId="286"/>
        </pc:sldMkLst>
        <pc:spChg chg="mod">
          <ac:chgData name="Pauline Smyth" userId="de5ce227-53e3-42c9-b7e0-2fb7785ba6f5" providerId="ADAL" clId="{1076D173-B1D7-4B69-89CA-C40AFD8A9B32}" dt="2022-11-24T07:14:08.102" v="5411" actId="26606"/>
          <ac:spMkLst>
            <pc:docMk/>
            <pc:sldMk cId="2788598161" sldId="286"/>
            <ac:spMk id="2" creationId="{DE362149-0231-A0C0-EC5B-BA49CBC2BC9F}"/>
          </ac:spMkLst>
        </pc:spChg>
        <pc:spChg chg="mod">
          <ac:chgData name="Pauline Smyth" userId="de5ce227-53e3-42c9-b7e0-2fb7785ba6f5" providerId="ADAL" clId="{1076D173-B1D7-4B69-89CA-C40AFD8A9B32}" dt="2022-11-24T07:14:27.338" v="5416" actId="1076"/>
          <ac:spMkLst>
            <pc:docMk/>
            <pc:sldMk cId="2788598161" sldId="286"/>
            <ac:spMk id="3" creationId="{DA49A7C1-7169-CD9D-DA15-5E5505EB0F79}"/>
          </ac:spMkLst>
        </pc:spChg>
        <pc:spChg chg="add">
          <ac:chgData name="Pauline Smyth" userId="de5ce227-53e3-42c9-b7e0-2fb7785ba6f5" providerId="ADAL" clId="{1076D173-B1D7-4B69-89CA-C40AFD8A9B32}" dt="2022-11-24T07:14:08.102" v="5411" actId="26606"/>
          <ac:spMkLst>
            <pc:docMk/>
            <pc:sldMk cId="2788598161" sldId="286"/>
            <ac:spMk id="12" creationId="{5E52985E-2553-471E-82AA-5ED7A329890A}"/>
          </ac:spMkLst>
        </pc:spChg>
        <pc:picChg chg="mod ord">
          <ac:chgData name="Pauline Smyth" userId="de5ce227-53e3-42c9-b7e0-2fb7785ba6f5" providerId="ADAL" clId="{1076D173-B1D7-4B69-89CA-C40AFD8A9B32}" dt="2022-11-24T07:14:08.102" v="5411" actId="26606"/>
          <ac:picMkLst>
            <pc:docMk/>
            <pc:sldMk cId="2788598161" sldId="286"/>
            <ac:picMk id="4" creationId="{04F6FEF8-699F-B030-48C4-D665F6EBB6A4}"/>
          </ac:picMkLst>
        </pc:picChg>
        <pc:picChg chg="del">
          <ac:chgData name="Pauline Smyth" userId="de5ce227-53e3-42c9-b7e0-2fb7785ba6f5" providerId="ADAL" clId="{1076D173-B1D7-4B69-89CA-C40AFD8A9B32}" dt="2022-11-24T07:08:03.914" v="5124" actId="478"/>
          <ac:picMkLst>
            <pc:docMk/>
            <pc:sldMk cId="2788598161" sldId="286"/>
            <ac:picMk id="6" creationId="{F3B69DE5-B0E4-302A-B44F-AB0CBAF3E4A9}"/>
          </ac:picMkLst>
        </pc:picChg>
        <pc:picChg chg="add mod">
          <ac:chgData name="Pauline Smyth" userId="de5ce227-53e3-42c9-b7e0-2fb7785ba6f5" providerId="ADAL" clId="{1076D173-B1D7-4B69-89CA-C40AFD8A9B32}" dt="2022-11-24T07:14:14.538" v="5413" actId="14100"/>
          <ac:picMkLst>
            <pc:docMk/>
            <pc:sldMk cId="2788598161" sldId="286"/>
            <ac:picMk id="7" creationId="{9E9F8258-5976-2E81-FDDC-B4401C4AF898}"/>
          </ac:picMkLst>
        </pc:picChg>
        <pc:picChg chg="del">
          <ac:chgData name="Pauline Smyth" userId="de5ce227-53e3-42c9-b7e0-2fb7785ba6f5" providerId="ADAL" clId="{1076D173-B1D7-4B69-89CA-C40AFD8A9B32}" dt="2022-11-24T07:08:00.790" v="5123" actId="478"/>
          <ac:picMkLst>
            <pc:docMk/>
            <pc:sldMk cId="2788598161" sldId="286"/>
            <ac:picMk id="8" creationId="{E8E3A683-FD4A-4CD1-27F1-C0C7F70EE5DF}"/>
          </ac:picMkLst>
        </pc:picChg>
        <pc:cxnChg chg="add">
          <ac:chgData name="Pauline Smyth" userId="de5ce227-53e3-42c9-b7e0-2fb7785ba6f5" providerId="ADAL" clId="{1076D173-B1D7-4B69-89CA-C40AFD8A9B32}" dt="2022-11-24T07:14:08.102" v="5411" actId="26606"/>
          <ac:cxnSpMkLst>
            <pc:docMk/>
            <pc:sldMk cId="2788598161" sldId="286"/>
            <ac:cxnSpMk id="14" creationId="{DAE3ABC6-4042-4293-A7DF-F01181363B7E}"/>
          </ac:cxnSpMkLst>
        </pc:cxnChg>
      </pc:sldChg>
      <pc:sldChg chg="addSp delSp modSp add mod ord setBg">
        <pc:chgData name="Pauline Smyth" userId="de5ce227-53e3-42c9-b7e0-2fb7785ba6f5" providerId="ADAL" clId="{1076D173-B1D7-4B69-89CA-C40AFD8A9B32}" dt="2022-11-24T07:19:07.557" v="5599"/>
        <pc:sldMkLst>
          <pc:docMk/>
          <pc:sldMk cId="500000180" sldId="287"/>
        </pc:sldMkLst>
        <pc:spChg chg="mod">
          <ac:chgData name="Pauline Smyth" userId="de5ce227-53e3-42c9-b7e0-2fb7785ba6f5" providerId="ADAL" clId="{1076D173-B1D7-4B69-89CA-C40AFD8A9B32}" dt="2022-11-24T07:18:40.671" v="5595" actId="26606"/>
          <ac:spMkLst>
            <pc:docMk/>
            <pc:sldMk cId="500000180" sldId="287"/>
            <ac:spMk id="2" creationId="{DE362149-0231-A0C0-EC5B-BA49CBC2BC9F}"/>
          </ac:spMkLst>
        </pc:spChg>
        <pc:spChg chg="mod">
          <ac:chgData name="Pauline Smyth" userId="de5ce227-53e3-42c9-b7e0-2fb7785ba6f5" providerId="ADAL" clId="{1076D173-B1D7-4B69-89CA-C40AFD8A9B32}" dt="2022-11-24T07:18:40.671" v="5595" actId="26606"/>
          <ac:spMkLst>
            <pc:docMk/>
            <pc:sldMk cId="500000180" sldId="287"/>
            <ac:spMk id="3" creationId="{DA49A7C1-7169-CD9D-DA15-5E5505EB0F79}"/>
          </ac:spMkLst>
        </pc:spChg>
        <pc:spChg chg="add">
          <ac:chgData name="Pauline Smyth" userId="de5ce227-53e3-42c9-b7e0-2fb7785ba6f5" providerId="ADAL" clId="{1076D173-B1D7-4B69-89CA-C40AFD8A9B32}" dt="2022-11-24T07:18:40.671" v="5595" actId="26606"/>
          <ac:spMkLst>
            <pc:docMk/>
            <pc:sldMk cId="500000180" sldId="287"/>
            <ac:spMk id="12" creationId="{5E52985E-2553-471E-82AA-5ED7A329890A}"/>
          </ac:spMkLst>
        </pc:spChg>
        <pc:picChg chg="del mod ord">
          <ac:chgData name="Pauline Smyth" userId="de5ce227-53e3-42c9-b7e0-2fb7785ba6f5" providerId="ADAL" clId="{1076D173-B1D7-4B69-89CA-C40AFD8A9B32}" dt="2022-11-24T07:19:00.185" v="5598" actId="478"/>
          <ac:picMkLst>
            <pc:docMk/>
            <pc:sldMk cId="500000180" sldId="287"/>
            <ac:picMk id="4" creationId="{04F6FEF8-699F-B030-48C4-D665F6EBB6A4}"/>
          </ac:picMkLst>
        </pc:picChg>
        <pc:picChg chg="del">
          <ac:chgData name="Pauline Smyth" userId="de5ce227-53e3-42c9-b7e0-2fb7785ba6f5" providerId="ADAL" clId="{1076D173-B1D7-4B69-89CA-C40AFD8A9B32}" dt="2022-11-24T07:14:53.178" v="5421" actId="478"/>
          <ac:picMkLst>
            <pc:docMk/>
            <pc:sldMk cId="500000180" sldId="287"/>
            <ac:picMk id="6" creationId="{F3B69DE5-B0E4-302A-B44F-AB0CBAF3E4A9}"/>
          </ac:picMkLst>
        </pc:picChg>
        <pc:picChg chg="add mod">
          <ac:chgData name="Pauline Smyth" userId="de5ce227-53e3-42c9-b7e0-2fb7785ba6f5" providerId="ADAL" clId="{1076D173-B1D7-4B69-89CA-C40AFD8A9B32}" dt="2022-11-24T07:18:49.467" v="5597" actId="14100"/>
          <ac:picMkLst>
            <pc:docMk/>
            <pc:sldMk cId="500000180" sldId="287"/>
            <ac:picMk id="7" creationId="{92266A1B-77C3-A852-5E61-060420004A07}"/>
          </ac:picMkLst>
        </pc:picChg>
        <pc:picChg chg="del">
          <ac:chgData name="Pauline Smyth" userId="de5ce227-53e3-42c9-b7e0-2fb7785ba6f5" providerId="ADAL" clId="{1076D173-B1D7-4B69-89CA-C40AFD8A9B32}" dt="2022-11-24T07:14:50.106" v="5420" actId="478"/>
          <ac:picMkLst>
            <pc:docMk/>
            <pc:sldMk cId="500000180" sldId="287"/>
            <ac:picMk id="8" creationId="{E8E3A683-FD4A-4CD1-27F1-C0C7F70EE5DF}"/>
          </ac:picMkLst>
        </pc:picChg>
        <pc:picChg chg="add mod">
          <ac:chgData name="Pauline Smyth" userId="de5ce227-53e3-42c9-b7e0-2fb7785ba6f5" providerId="ADAL" clId="{1076D173-B1D7-4B69-89CA-C40AFD8A9B32}" dt="2022-11-24T07:19:07.557" v="5599"/>
          <ac:picMkLst>
            <pc:docMk/>
            <pc:sldMk cId="500000180" sldId="287"/>
            <ac:picMk id="9" creationId="{9E6DE959-FA61-9BE5-393C-83F0BCDC0E78}"/>
          </ac:picMkLst>
        </pc:picChg>
        <pc:cxnChg chg="add">
          <ac:chgData name="Pauline Smyth" userId="de5ce227-53e3-42c9-b7e0-2fb7785ba6f5" providerId="ADAL" clId="{1076D173-B1D7-4B69-89CA-C40AFD8A9B32}" dt="2022-11-24T07:18:40.671" v="5595" actId="26606"/>
          <ac:cxnSpMkLst>
            <pc:docMk/>
            <pc:sldMk cId="500000180" sldId="287"/>
            <ac:cxnSpMk id="14" creationId="{DAE3ABC6-4042-4293-A7DF-F01181363B7E}"/>
          </ac:cxnSpMkLst>
        </pc:cxnChg>
      </pc:sldChg>
      <pc:sldChg chg="addSp delSp modSp new mod setBg">
        <pc:chgData name="Pauline Smyth" userId="de5ce227-53e3-42c9-b7e0-2fb7785ba6f5" providerId="ADAL" clId="{1076D173-B1D7-4B69-89CA-C40AFD8A9B32}" dt="2022-11-30T06:59:56.497" v="6254" actId="26606"/>
        <pc:sldMkLst>
          <pc:docMk/>
          <pc:sldMk cId="3912671057" sldId="291"/>
        </pc:sldMkLst>
        <pc:spChg chg="mod">
          <ac:chgData name="Pauline Smyth" userId="de5ce227-53e3-42c9-b7e0-2fb7785ba6f5" providerId="ADAL" clId="{1076D173-B1D7-4B69-89CA-C40AFD8A9B32}" dt="2022-11-30T06:59:56.497" v="6254" actId="26606"/>
          <ac:spMkLst>
            <pc:docMk/>
            <pc:sldMk cId="3912671057" sldId="291"/>
            <ac:spMk id="2" creationId="{A478F8D1-8083-58DD-75AD-543BAF96D2F3}"/>
          </ac:spMkLst>
        </pc:spChg>
        <pc:spChg chg="add del mod">
          <ac:chgData name="Pauline Smyth" userId="de5ce227-53e3-42c9-b7e0-2fb7785ba6f5" providerId="ADAL" clId="{1076D173-B1D7-4B69-89CA-C40AFD8A9B32}" dt="2022-11-30T06:59:56.497" v="6254" actId="26606"/>
          <ac:spMkLst>
            <pc:docMk/>
            <pc:sldMk cId="3912671057" sldId="291"/>
            <ac:spMk id="3" creationId="{04029856-12B6-85F5-0FA0-256097631069}"/>
          </ac:spMkLst>
        </pc:spChg>
        <pc:spChg chg="add del">
          <ac:chgData name="Pauline Smyth" userId="de5ce227-53e3-42c9-b7e0-2fb7785ba6f5" providerId="ADAL" clId="{1076D173-B1D7-4B69-89CA-C40AFD8A9B32}" dt="2022-11-30T06:59:56.488" v="6253" actId="26606"/>
          <ac:spMkLst>
            <pc:docMk/>
            <pc:sldMk cId="3912671057" sldId="291"/>
            <ac:spMk id="8" creationId="{100EDD19-6802-4EC3-95CE-CFFAB042CFD6}"/>
          </ac:spMkLst>
        </pc:spChg>
        <pc:spChg chg="add del">
          <ac:chgData name="Pauline Smyth" userId="de5ce227-53e3-42c9-b7e0-2fb7785ba6f5" providerId="ADAL" clId="{1076D173-B1D7-4B69-89CA-C40AFD8A9B32}" dt="2022-11-30T06:59:49.488" v="6251" actId="26606"/>
          <ac:spMkLst>
            <pc:docMk/>
            <pc:sldMk cId="3912671057" sldId="291"/>
            <ac:spMk id="9" creationId="{2E442304-DDBD-4F7B-8017-36BCC863FB40}"/>
          </ac:spMkLst>
        </pc:spChg>
        <pc:spChg chg="add del">
          <ac:chgData name="Pauline Smyth" userId="de5ce227-53e3-42c9-b7e0-2fb7785ba6f5" providerId="ADAL" clId="{1076D173-B1D7-4B69-89CA-C40AFD8A9B32}" dt="2022-11-30T06:59:56.488" v="6253" actId="26606"/>
          <ac:spMkLst>
            <pc:docMk/>
            <pc:sldMk cId="3912671057" sldId="291"/>
            <ac:spMk id="10" creationId="{DB17E863-922E-4C26-BD64-E8FD41D28661}"/>
          </ac:spMkLst>
        </pc:spChg>
        <pc:spChg chg="add del">
          <ac:chgData name="Pauline Smyth" userId="de5ce227-53e3-42c9-b7e0-2fb7785ba6f5" providerId="ADAL" clId="{1076D173-B1D7-4B69-89CA-C40AFD8A9B32}" dt="2022-11-30T06:59:49.488" v="6251" actId="26606"/>
          <ac:spMkLst>
            <pc:docMk/>
            <pc:sldMk cId="3912671057" sldId="291"/>
            <ac:spMk id="11" creationId="{5E107275-3853-46FD-A241-DE4355A42675}"/>
          </ac:spMkLst>
        </pc:spChg>
        <pc:spChg chg="add">
          <ac:chgData name="Pauline Smyth" userId="de5ce227-53e3-42c9-b7e0-2fb7785ba6f5" providerId="ADAL" clId="{1076D173-B1D7-4B69-89CA-C40AFD8A9B32}" dt="2022-11-30T06:59:56.497" v="6254" actId="26606"/>
          <ac:spMkLst>
            <pc:docMk/>
            <pc:sldMk cId="3912671057" sldId="291"/>
            <ac:spMk id="12" creationId="{081E4A58-353D-44AE-B2FC-2A74E2E400F7}"/>
          </ac:spMkLst>
        </pc:spChg>
        <pc:spChg chg="add del">
          <ac:chgData name="Pauline Smyth" userId="de5ce227-53e3-42c9-b7e0-2fb7785ba6f5" providerId="ADAL" clId="{1076D173-B1D7-4B69-89CA-C40AFD8A9B32}" dt="2022-11-30T06:59:56.488" v="6253" actId="26606"/>
          <ac:spMkLst>
            <pc:docMk/>
            <pc:sldMk cId="3912671057" sldId="291"/>
            <ac:spMk id="13" creationId="{04029856-12B6-85F5-0FA0-256097631069}"/>
          </ac:spMkLst>
        </pc:spChg>
        <pc:spChg chg="add">
          <ac:chgData name="Pauline Smyth" userId="de5ce227-53e3-42c9-b7e0-2fb7785ba6f5" providerId="ADAL" clId="{1076D173-B1D7-4B69-89CA-C40AFD8A9B32}" dt="2022-11-30T06:59:56.497" v="6254" actId="26606"/>
          <ac:spMkLst>
            <pc:docMk/>
            <pc:sldMk cId="3912671057" sldId="291"/>
            <ac:spMk id="15" creationId="{1BB867FF-FC45-48F7-8104-F89BE54909F1}"/>
          </ac:spMkLst>
        </pc:spChg>
        <pc:spChg chg="add">
          <ac:chgData name="Pauline Smyth" userId="de5ce227-53e3-42c9-b7e0-2fb7785ba6f5" providerId="ADAL" clId="{1076D173-B1D7-4B69-89CA-C40AFD8A9B32}" dt="2022-11-30T06:59:56.497" v="6254" actId="26606"/>
          <ac:spMkLst>
            <pc:docMk/>
            <pc:sldMk cId="3912671057" sldId="291"/>
            <ac:spMk id="16" creationId="{8BB56887-D0D5-4F0C-9E19-7247EB83C8B7}"/>
          </ac:spMkLst>
        </pc:spChg>
        <pc:spChg chg="add">
          <ac:chgData name="Pauline Smyth" userId="de5ce227-53e3-42c9-b7e0-2fb7785ba6f5" providerId="ADAL" clId="{1076D173-B1D7-4B69-89CA-C40AFD8A9B32}" dt="2022-11-30T06:59:56.497" v="6254" actId="26606"/>
          <ac:spMkLst>
            <pc:docMk/>
            <pc:sldMk cId="3912671057" sldId="291"/>
            <ac:spMk id="17" creationId="{04029856-12B6-85F5-0FA0-256097631069}"/>
          </ac:spMkLst>
        </pc:spChg>
        <pc:graphicFrameChg chg="add del">
          <ac:chgData name="Pauline Smyth" userId="de5ce227-53e3-42c9-b7e0-2fb7785ba6f5" providerId="ADAL" clId="{1076D173-B1D7-4B69-89CA-C40AFD8A9B32}" dt="2022-11-30T06:59:49.488" v="6251" actId="26606"/>
          <ac:graphicFrameMkLst>
            <pc:docMk/>
            <pc:sldMk cId="3912671057" sldId="291"/>
            <ac:graphicFrameMk id="5" creationId="{B4B75135-ACEC-6523-EB02-5DF196C22C7A}"/>
          </ac:graphicFrameMkLst>
        </pc:graphicFrameChg>
      </pc:sldChg>
      <pc:sldChg chg="addSp delSp modSp new mod setBg">
        <pc:chgData name="Pauline Smyth" userId="de5ce227-53e3-42c9-b7e0-2fb7785ba6f5" providerId="ADAL" clId="{1076D173-B1D7-4B69-89CA-C40AFD8A9B32}" dt="2022-11-30T07:04:09.063" v="6620" actId="26606"/>
        <pc:sldMkLst>
          <pc:docMk/>
          <pc:sldMk cId="2635384546" sldId="292"/>
        </pc:sldMkLst>
        <pc:spChg chg="mod">
          <ac:chgData name="Pauline Smyth" userId="de5ce227-53e3-42c9-b7e0-2fb7785ba6f5" providerId="ADAL" clId="{1076D173-B1D7-4B69-89CA-C40AFD8A9B32}" dt="2022-11-30T07:04:09.063" v="6620" actId="26606"/>
          <ac:spMkLst>
            <pc:docMk/>
            <pc:sldMk cId="2635384546" sldId="292"/>
            <ac:spMk id="2" creationId="{B40846B3-3190-4D59-3DEB-CC3743BDB9BD}"/>
          </ac:spMkLst>
        </pc:spChg>
        <pc:spChg chg="del mod">
          <ac:chgData name="Pauline Smyth" userId="de5ce227-53e3-42c9-b7e0-2fb7785ba6f5" providerId="ADAL" clId="{1076D173-B1D7-4B69-89CA-C40AFD8A9B32}" dt="2022-11-30T07:04:09.063" v="6620" actId="26606"/>
          <ac:spMkLst>
            <pc:docMk/>
            <pc:sldMk cId="2635384546" sldId="292"/>
            <ac:spMk id="3" creationId="{7F5BAEFF-BE53-C095-CB35-DD4A313BF211}"/>
          </ac:spMkLst>
        </pc:spChg>
        <pc:spChg chg="add">
          <ac:chgData name="Pauline Smyth" userId="de5ce227-53e3-42c9-b7e0-2fb7785ba6f5" providerId="ADAL" clId="{1076D173-B1D7-4B69-89CA-C40AFD8A9B32}" dt="2022-11-30T07:04:09.063" v="6620" actId="26606"/>
          <ac:spMkLst>
            <pc:docMk/>
            <pc:sldMk cId="2635384546" sldId="292"/>
            <ac:spMk id="9" creationId="{B819A166-7571-4003-A6B8-B62034C3ED30}"/>
          </ac:spMkLst>
        </pc:spChg>
        <pc:graphicFrameChg chg="add">
          <ac:chgData name="Pauline Smyth" userId="de5ce227-53e3-42c9-b7e0-2fb7785ba6f5" providerId="ADAL" clId="{1076D173-B1D7-4B69-89CA-C40AFD8A9B32}" dt="2022-11-30T07:04:09.063" v="6620" actId="26606"/>
          <ac:graphicFrameMkLst>
            <pc:docMk/>
            <pc:sldMk cId="2635384546" sldId="292"/>
            <ac:graphicFrameMk id="5" creationId="{C66CBE6A-BEB5-8B3D-A857-4F21FFB8A39B}"/>
          </ac:graphicFrameMkLst>
        </pc:graphicFrameChg>
      </pc:sldChg>
      <pc:sldChg chg="addSp delSp modSp new mod setBg">
        <pc:chgData name="Pauline Smyth" userId="de5ce227-53e3-42c9-b7e0-2fb7785ba6f5" providerId="ADAL" clId="{1076D173-B1D7-4B69-89CA-C40AFD8A9B32}" dt="2022-11-30T07:07:47.795" v="6975" actId="26606"/>
        <pc:sldMkLst>
          <pc:docMk/>
          <pc:sldMk cId="3404639402" sldId="293"/>
        </pc:sldMkLst>
        <pc:spChg chg="mod">
          <ac:chgData name="Pauline Smyth" userId="de5ce227-53e3-42c9-b7e0-2fb7785ba6f5" providerId="ADAL" clId="{1076D173-B1D7-4B69-89CA-C40AFD8A9B32}" dt="2022-11-30T07:07:47.795" v="6975" actId="26606"/>
          <ac:spMkLst>
            <pc:docMk/>
            <pc:sldMk cId="3404639402" sldId="293"/>
            <ac:spMk id="2" creationId="{475D7C94-6859-AC72-4200-FACFCE822B4A}"/>
          </ac:spMkLst>
        </pc:spChg>
        <pc:spChg chg="del mod">
          <ac:chgData name="Pauline Smyth" userId="de5ce227-53e3-42c9-b7e0-2fb7785ba6f5" providerId="ADAL" clId="{1076D173-B1D7-4B69-89CA-C40AFD8A9B32}" dt="2022-11-30T07:07:47.795" v="6975" actId="26606"/>
          <ac:spMkLst>
            <pc:docMk/>
            <pc:sldMk cId="3404639402" sldId="293"/>
            <ac:spMk id="3" creationId="{D1C7C34E-4DDF-9BF1-A205-9415079FA713}"/>
          </ac:spMkLst>
        </pc:spChg>
        <pc:spChg chg="add">
          <ac:chgData name="Pauline Smyth" userId="de5ce227-53e3-42c9-b7e0-2fb7785ba6f5" providerId="ADAL" clId="{1076D173-B1D7-4B69-89CA-C40AFD8A9B32}" dt="2022-11-30T07:07:47.795" v="6975" actId="26606"/>
          <ac:spMkLst>
            <pc:docMk/>
            <pc:sldMk cId="3404639402" sldId="293"/>
            <ac:spMk id="9" creationId="{B819A166-7571-4003-A6B8-B62034C3ED30}"/>
          </ac:spMkLst>
        </pc:spChg>
        <pc:graphicFrameChg chg="add">
          <ac:chgData name="Pauline Smyth" userId="de5ce227-53e3-42c9-b7e0-2fb7785ba6f5" providerId="ADAL" clId="{1076D173-B1D7-4B69-89CA-C40AFD8A9B32}" dt="2022-11-30T07:07:47.795" v="6975" actId="26606"/>
          <ac:graphicFrameMkLst>
            <pc:docMk/>
            <pc:sldMk cId="3404639402" sldId="293"/>
            <ac:graphicFrameMk id="5" creationId="{AE71D59D-8BF9-2580-D7B7-018FB34F5189}"/>
          </ac:graphicFrameMkLst>
        </pc:graphicFrameChg>
      </pc:sldChg>
      <pc:sldChg chg="addSp delSp modSp new mod setBg">
        <pc:chgData name="Pauline Smyth" userId="de5ce227-53e3-42c9-b7e0-2fb7785ba6f5" providerId="ADAL" clId="{1076D173-B1D7-4B69-89CA-C40AFD8A9B32}" dt="2022-11-30T07:15:38.457" v="7581" actId="27636"/>
        <pc:sldMkLst>
          <pc:docMk/>
          <pc:sldMk cId="2471239576" sldId="294"/>
        </pc:sldMkLst>
        <pc:spChg chg="mod">
          <ac:chgData name="Pauline Smyth" userId="de5ce227-53e3-42c9-b7e0-2fb7785ba6f5" providerId="ADAL" clId="{1076D173-B1D7-4B69-89CA-C40AFD8A9B32}" dt="2022-11-30T07:14:09.347" v="7508" actId="26606"/>
          <ac:spMkLst>
            <pc:docMk/>
            <pc:sldMk cId="2471239576" sldId="294"/>
            <ac:spMk id="2" creationId="{EA85A80B-D4BC-31A2-40C8-54061DDC8206}"/>
          </ac:spMkLst>
        </pc:spChg>
        <pc:spChg chg="mod">
          <ac:chgData name="Pauline Smyth" userId="de5ce227-53e3-42c9-b7e0-2fb7785ba6f5" providerId="ADAL" clId="{1076D173-B1D7-4B69-89CA-C40AFD8A9B32}" dt="2022-11-30T07:15:38.457" v="7581" actId="27636"/>
          <ac:spMkLst>
            <pc:docMk/>
            <pc:sldMk cId="2471239576" sldId="294"/>
            <ac:spMk id="3" creationId="{47C2AEEA-89F3-2D2C-10F4-68637D5845E1}"/>
          </ac:spMkLst>
        </pc:spChg>
        <pc:spChg chg="add mod">
          <ac:chgData name="Pauline Smyth" userId="de5ce227-53e3-42c9-b7e0-2fb7785ba6f5" providerId="ADAL" clId="{1076D173-B1D7-4B69-89CA-C40AFD8A9B32}" dt="2022-11-30T07:14:24.471" v="7510" actId="26606"/>
          <ac:spMkLst>
            <pc:docMk/>
            <pc:sldMk cId="2471239576" sldId="294"/>
            <ac:spMk id="7" creationId="{81AEB02B-9214-7935-5392-3965D5027451}"/>
          </ac:spMkLst>
        </pc:spChg>
        <pc:picChg chg="add del">
          <ac:chgData name="Pauline Smyth" userId="de5ce227-53e3-42c9-b7e0-2fb7785ba6f5" providerId="ADAL" clId="{1076D173-B1D7-4B69-89CA-C40AFD8A9B32}" dt="2022-11-30T07:13:07.226" v="7502" actId="26606"/>
          <ac:picMkLst>
            <pc:docMk/>
            <pc:sldMk cId="2471239576" sldId="294"/>
            <ac:picMk id="5" creationId="{9E79DB94-9802-24C4-18BD-8007772AFB78}"/>
          </ac:picMkLst>
        </pc:picChg>
        <pc:picChg chg="add mod">
          <ac:chgData name="Pauline Smyth" userId="de5ce227-53e3-42c9-b7e0-2fb7785ba6f5" providerId="ADAL" clId="{1076D173-B1D7-4B69-89CA-C40AFD8A9B32}" dt="2022-11-30T07:14:24.471" v="7510" actId="26606"/>
          <ac:picMkLst>
            <pc:docMk/>
            <pc:sldMk cId="2471239576" sldId="294"/>
            <ac:picMk id="6" creationId="{587630EE-17A7-D8EE-4988-924793C313EB}"/>
          </ac:picMkLst>
        </pc:picChg>
        <pc:picChg chg="add del">
          <ac:chgData name="Pauline Smyth" userId="de5ce227-53e3-42c9-b7e0-2fb7785ba6f5" providerId="ADAL" clId="{1076D173-B1D7-4B69-89CA-C40AFD8A9B32}" dt="2022-11-30T07:13:17.801" v="7504" actId="26606"/>
          <ac:picMkLst>
            <pc:docMk/>
            <pc:sldMk cId="2471239576" sldId="294"/>
            <ac:picMk id="11" creationId="{3A1606A7-D84E-F9DB-C883-C98DE1D15F39}"/>
          </ac:picMkLst>
        </pc:picChg>
        <pc:cxnChg chg="add del">
          <ac:chgData name="Pauline Smyth" userId="de5ce227-53e3-42c9-b7e0-2fb7785ba6f5" providerId="ADAL" clId="{1076D173-B1D7-4B69-89CA-C40AFD8A9B32}" dt="2022-11-30T07:13:07.226" v="7502" actId="26606"/>
          <ac:cxnSpMkLst>
            <pc:docMk/>
            <pc:sldMk cId="2471239576" sldId="294"/>
            <ac:cxnSpMk id="9" creationId="{A7F400EE-A8A5-48AF-B4D6-291B52C6F0B0}"/>
          </ac:cxnSpMkLst>
        </pc:cxnChg>
        <pc:cxnChg chg="add del">
          <ac:chgData name="Pauline Smyth" userId="de5ce227-53e3-42c9-b7e0-2fb7785ba6f5" providerId="ADAL" clId="{1076D173-B1D7-4B69-89CA-C40AFD8A9B32}" dt="2022-11-30T07:14:24.471" v="7510" actId="26606"/>
          <ac:cxnSpMkLst>
            <pc:docMk/>
            <pc:sldMk cId="2471239576" sldId="294"/>
            <ac:cxnSpMk id="10" creationId="{A7F400EE-A8A5-48AF-B4D6-291B52C6F0B0}"/>
          </ac:cxnSpMkLst>
        </pc:cxnChg>
        <pc:cxnChg chg="add del">
          <ac:chgData name="Pauline Smyth" userId="de5ce227-53e3-42c9-b7e0-2fb7785ba6f5" providerId="ADAL" clId="{1076D173-B1D7-4B69-89CA-C40AFD8A9B32}" dt="2022-11-30T07:13:17.801" v="7504" actId="26606"/>
          <ac:cxnSpMkLst>
            <pc:docMk/>
            <pc:sldMk cId="2471239576" sldId="294"/>
            <ac:cxnSpMk id="12" creationId="{A7F400EE-A8A5-48AF-B4D6-291B52C6F0B0}"/>
          </ac:cxnSpMkLst>
        </pc:cxnChg>
        <pc:cxnChg chg="add">
          <ac:chgData name="Pauline Smyth" userId="de5ce227-53e3-42c9-b7e0-2fb7785ba6f5" providerId="ADAL" clId="{1076D173-B1D7-4B69-89CA-C40AFD8A9B32}" dt="2022-11-30T07:14:24.471" v="7510" actId="26606"/>
          <ac:cxnSpMkLst>
            <pc:docMk/>
            <pc:sldMk cId="2471239576" sldId="294"/>
            <ac:cxnSpMk id="15" creationId="{A7F400EE-A8A5-48AF-B4D6-291B52C6F0B0}"/>
          </ac:cxnSpMkLst>
        </pc:cxnChg>
      </pc:sldChg>
      <pc:sldChg chg="addSp delSp modSp new mod setBg">
        <pc:chgData name="Pauline Smyth" userId="de5ce227-53e3-42c9-b7e0-2fb7785ba6f5" providerId="ADAL" clId="{1076D173-B1D7-4B69-89CA-C40AFD8A9B32}" dt="2022-11-30T07:20:40.454" v="8025" actId="403"/>
        <pc:sldMkLst>
          <pc:docMk/>
          <pc:sldMk cId="695398702" sldId="295"/>
        </pc:sldMkLst>
        <pc:spChg chg="mod">
          <ac:chgData name="Pauline Smyth" userId="de5ce227-53e3-42c9-b7e0-2fb7785ba6f5" providerId="ADAL" clId="{1076D173-B1D7-4B69-89CA-C40AFD8A9B32}" dt="2022-11-30T07:18:32.046" v="7815" actId="26606"/>
          <ac:spMkLst>
            <pc:docMk/>
            <pc:sldMk cId="695398702" sldId="295"/>
            <ac:spMk id="2" creationId="{F45FAF0C-6C59-FAEA-BBCE-2AB04C4A3DC0}"/>
          </ac:spMkLst>
        </pc:spChg>
        <pc:spChg chg="mod">
          <ac:chgData name="Pauline Smyth" userId="de5ce227-53e3-42c9-b7e0-2fb7785ba6f5" providerId="ADAL" clId="{1076D173-B1D7-4B69-89CA-C40AFD8A9B32}" dt="2022-11-30T07:20:40.454" v="8025" actId="403"/>
          <ac:spMkLst>
            <pc:docMk/>
            <pc:sldMk cId="695398702" sldId="295"/>
            <ac:spMk id="3" creationId="{830BE878-8A33-0A8B-65CA-C03555B5B0BE}"/>
          </ac:spMkLst>
        </pc:spChg>
        <pc:spChg chg="add mod">
          <ac:chgData name="Pauline Smyth" userId="de5ce227-53e3-42c9-b7e0-2fb7785ba6f5" providerId="ADAL" clId="{1076D173-B1D7-4B69-89CA-C40AFD8A9B32}" dt="2022-11-30T07:18:32.046" v="7815" actId="26606"/>
          <ac:spMkLst>
            <pc:docMk/>
            <pc:sldMk cId="695398702" sldId="295"/>
            <ac:spMk id="7" creationId="{9ED1FEAB-B69E-C476-20F1-02FE73753473}"/>
          </ac:spMkLst>
        </pc:spChg>
        <pc:picChg chg="add del">
          <ac:chgData name="Pauline Smyth" userId="de5ce227-53e3-42c9-b7e0-2fb7785ba6f5" providerId="ADAL" clId="{1076D173-B1D7-4B69-89CA-C40AFD8A9B32}" dt="2022-11-30T07:18:01.196" v="7811" actId="26606"/>
          <ac:picMkLst>
            <pc:docMk/>
            <pc:sldMk cId="695398702" sldId="295"/>
            <ac:picMk id="5" creationId="{20A9DAD1-CD23-72D7-E6CD-AEFE22029907}"/>
          </ac:picMkLst>
        </pc:picChg>
        <pc:picChg chg="add mod">
          <ac:chgData name="Pauline Smyth" userId="de5ce227-53e3-42c9-b7e0-2fb7785ba6f5" providerId="ADAL" clId="{1076D173-B1D7-4B69-89CA-C40AFD8A9B32}" dt="2022-11-30T07:18:32.046" v="7815" actId="26606"/>
          <ac:picMkLst>
            <pc:docMk/>
            <pc:sldMk cId="695398702" sldId="295"/>
            <ac:picMk id="6" creationId="{6997487D-616B-E659-6C81-9252F0748AC8}"/>
          </ac:picMkLst>
        </pc:picChg>
        <pc:cxnChg chg="add del">
          <ac:chgData name="Pauline Smyth" userId="de5ce227-53e3-42c9-b7e0-2fb7785ba6f5" providerId="ADAL" clId="{1076D173-B1D7-4B69-89CA-C40AFD8A9B32}" dt="2022-11-30T07:18:01.196" v="7811" actId="26606"/>
          <ac:cxnSpMkLst>
            <pc:docMk/>
            <pc:sldMk cId="695398702" sldId="295"/>
            <ac:cxnSpMk id="9" creationId="{A7F400EE-A8A5-48AF-B4D6-291B52C6F0B0}"/>
          </ac:cxnSpMkLst>
        </pc:cxnChg>
        <pc:cxnChg chg="add">
          <ac:chgData name="Pauline Smyth" userId="de5ce227-53e3-42c9-b7e0-2fb7785ba6f5" providerId="ADAL" clId="{1076D173-B1D7-4B69-89CA-C40AFD8A9B32}" dt="2022-11-30T07:18:32.046" v="7815" actId="26606"/>
          <ac:cxnSpMkLst>
            <pc:docMk/>
            <pc:sldMk cId="695398702" sldId="295"/>
            <ac:cxnSpMk id="12" creationId="{A7F400EE-A8A5-48AF-B4D6-291B52C6F0B0}"/>
          </ac:cxnSpMkLst>
        </pc:cxnChg>
      </pc:sldChg>
      <pc:sldChg chg="addSp delSp modSp new mod setBg">
        <pc:chgData name="Pauline Smyth" userId="de5ce227-53e3-42c9-b7e0-2fb7785ba6f5" providerId="ADAL" clId="{1076D173-B1D7-4B69-89CA-C40AFD8A9B32}" dt="2022-11-30T07:26:43.419" v="8660" actId="26606"/>
        <pc:sldMkLst>
          <pc:docMk/>
          <pc:sldMk cId="1678096304" sldId="296"/>
        </pc:sldMkLst>
        <pc:spChg chg="mod">
          <ac:chgData name="Pauline Smyth" userId="de5ce227-53e3-42c9-b7e0-2fb7785ba6f5" providerId="ADAL" clId="{1076D173-B1D7-4B69-89CA-C40AFD8A9B32}" dt="2022-11-30T07:26:43.419" v="8660" actId="26606"/>
          <ac:spMkLst>
            <pc:docMk/>
            <pc:sldMk cId="1678096304" sldId="296"/>
            <ac:spMk id="2" creationId="{693DC2B5-ED99-CB42-FF23-AEA0A7BC8DD2}"/>
          </ac:spMkLst>
        </pc:spChg>
        <pc:spChg chg="del mod">
          <ac:chgData name="Pauline Smyth" userId="de5ce227-53e3-42c9-b7e0-2fb7785ba6f5" providerId="ADAL" clId="{1076D173-B1D7-4B69-89CA-C40AFD8A9B32}" dt="2022-11-30T07:26:43.419" v="8660" actId="26606"/>
          <ac:spMkLst>
            <pc:docMk/>
            <pc:sldMk cId="1678096304" sldId="296"/>
            <ac:spMk id="3" creationId="{D7431895-07DE-43EF-F8F4-9D2A96261AC0}"/>
          </ac:spMkLst>
        </pc:spChg>
        <pc:spChg chg="add">
          <ac:chgData name="Pauline Smyth" userId="de5ce227-53e3-42c9-b7e0-2fb7785ba6f5" providerId="ADAL" clId="{1076D173-B1D7-4B69-89CA-C40AFD8A9B32}" dt="2022-11-30T07:26:43.419" v="8660" actId="26606"/>
          <ac:spMkLst>
            <pc:docMk/>
            <pc:sldMk cId="1678096304" sldId="296"/>
            <ac:spMk id="9" creationId="{B819A166-7571-4003-A6B8-B62034C3ED30}"/>
          </ac:spMkLst>
        </pc:spChg>
        <pc:graphicFrameChg chg="add">
          <ac:chgData name="Pauline Smyth" userId="de5ce227-53e3-42c9-b7e0-2fb7785ba6f5" providerId="ADAL" clId="{1076D173-B1D7-4B69-89CA-C40AFD8A9B32}" dt="2022-11-30T07:26:43.419" v="8660" actId="26606"/>
          <ac:graphicFrameMkLst>
            <pc:docMk/>
            <pc:sldMk cId="1678096304" sldId="296"/>
            <ac:graphicFrameMk id="5" creationId="{A5FAE86C-6DEE-3564-3E6A-858E5D1AF554}"/>
          </ac:graphicFrameMkLst>
        </pc:graphicFrameChg>
      </pc:sldChg>
      <pc:sldChg chg="addSp delSp modSp new mod setBg">
        <pc:chgData name="Pauline Smyth" userId="de5ce227-53e3-42c9-b7e0-2fb7785ba6f5" providerId="ADAL" clId="{1076D173-B1D7-4B69-89CA-C40AFD8A9B32}" dt="2022-11-30T07:33:09.154" v="9282" actId="26606"/>
        <pc:sldMkLst>
          <pc:docMk/>
          <pc:sldMk cId="21653247" sldId="297"/>
        </pc:sldMkLst>
        <pc:spChg chg="mod">
          <ac:chgData name="Pauline Smyth" userId="de5ce227-53e3-42c9-b7e0-2fb7785ba6f5" providerId="ADAL" clId="{1076D173-B1D7-4B69-89CA-C40AFD8A9B32}" dt="2022-11-30T07:33:09.154" v="9282" actId="26606"/>
          <ac:spMkLst>
            <pc:docMk/>
            <pc:sldMk cId="21653247" sldId="297"/>
            <ac:spMk id="2" creationId="{DD9733AB-8273-BC9E-7C7F-ACC3F0A149CF}"/>
          </ac:spMkLst>
        </pc:spChg>
        <pc:spChg chg="add del mod">
          <ac:chgData name="Pauline Smyth" userId="de5ce227-53e3-42c9-b7e0-2fb7785ba6f5" providerId="ADAL" clId="{1076D173-B1D7-4B69-89CA-C40AFD8A9B32}" dt="2022-11-30T07:33:09.154" v="9282" actId="26606"/>
          <ac:spMkLst>
            <pc:docMk/>
            <pc:sldMk cId="21653247" sldId="297"/>
            <ac:spMk id="3" creationId="{A6B62AED-1C02-CC42-AE2C-EEEDE1CDDE49}"/>
          </ac:spMkLst>
        </pc:spChg>
        <pc:spChg chg="add del">
          <ac:chgData name="Pauline Smyth" userId="de5ce227-53e3-42c9-b7e0-2fb7785ba6f5" providerId="ADAL" clId="{1076D173-B1D7-4B69-89CA-C40AFD8A9B32}" dt="2022-11-30T07:33:09.123" v="9281" actId="26606"/>
          <ac:spMkLst>
            <pc:docMk/>
            <pc:sldMk cId="21653247" sldId="297"/>
            <ac:spMk id="9" creationId="{BACC6370-2D7E-4714-9D71-7542949D7D5D}"/>
          </ac:spMkLst>
        </pc:spChg>
        <pc:spChg chg="add del">
          <ac:chgData name="Pauline Smyth" userId="de5ce227-53e3-42c9-b7e0-2fb7785ba6f5" providerId="ADAL" clId="{1076D173-B1D7-4B69-89CA-C40AFD8A9B32}" dt="2022-11-30T07:33:09.123" v="9281" actId="26606"/>
          <ac:spMkLst>
            <pc:docMk/>
            <pc:sldMk cId="21653247" sldId="297"/>
            <ac:spMk id="11" creationId="{F68B3F68-107C-434F-AA38-110D5EA91B85}"/>
          </ac:spMkLst>
        </pc:spChg>
        <pc:spChg chg="add del">
          <ac:chgData name="Pauline Smyth" userId="de5ce227-53e3-42c9-b7e0-2fb7785ba6f5" providerId="ADAL" clId="{1076D173-B1D7-4B69-89CA-C40AFD8A9B32}" dt="2022-11-30T07:33:09.123" v="9281" actId="26606"/>
          <ac:spMkLst>
            <pc:docMk/>
            <pc:sldMk cId="21653247" sldId="297"/>
            <ac:spMk id="13" creationId="{AAD0DBB9-1A4B-4391-81D4-CB19F9AB918A}"/>
          </ac:spMkLst>
        </pc:spChg>
        <pc:spChg chg="add del">
          <ac:chgData name="Pauline Smyth" userId="de5ce227-53e3-42c9-b7e0-2fb7785ba6f5" providerId="ADAL" clId="{1076D173-B1D7-4B69-89CA-C40AFD8A9B32}" dt="2022-11-30T07:33:09.123" v="9281" actId="26606"/>
          <ac:spMkLst>
            <pc:docMk/>
            <pc:sldMk cId="21653247" sldId="297"/>
            <ac:spMk id="15" creationId="{063BBA22-50EA-4C4D-BE05-F1CE4E63AA56}"/>
          </ac:spMkLst>
        </pc:spChg>
        <pc:spChg chg="add">
          <ac:chgData name="Pauline Smyth" userId="de5ce227-53e3-42c9-b7e0-2fb7785ba6f5" providerId="ADAL" clId="{1076D173-B1D7-4B69-89CA-C40AFD8A9B32}" dt="2022-11-30T07:33:09.154" v="9282" actId="26606"/>
          <ac:spMkLst>
            <pc:docMk/>
            <pc:sldMk cId="21653247" sldId="297"/>
            <ac:spMk id="17" creationId="{B819A166-7571-4003-A6B8-B62034C3ED30}"/>
          </ac:spMkLst>
        </pc:spChg>
        <pc:graphicFrameChg chg="add del">
          <ac:chgData name="Pauline Smyth" userId="de5ce227-53e3-42c9-b7e0-2fb7785ba6f5" providerId="ADAL" clId="{1076D173-B1D7-4B69-89CA-C40AFD8A9B32}" dt="2022-11-30T07:33:09.123" v="9281" actId="26606"/>
          <ac:graphicFrameMkLst>
            <pc:docMk/>
            <pc:sldMk cId="21653247" sldId="297"/>
            <ac:graphicFrameMk id="5" creationId="{46AE140F-AFB7-5858-1EBE-9C61F9F5C793}"/>
          </ac:graphicFrameMkLst>
        </pc:graphicFrameChg>
        <pc:graphicFrameChg chg="add">
          <ac:chgData name="Pauline Smyth" userId="de5ce227-53e3-42c9-b7e0-2fb7785ba6f5" providerId="ADAL" clId="{1076D173-B1D7-4B69-89CA-C40AFD8A9B32}" dt="2022-11-30T07:33:09.154" v="9282" actId="26606"/>
          <ac:graphicFrameMkLst>
            <pc:docMk/>
            <pc:sldMk cId="21653247" sldId="297"/>
            <ac:graphicFrameMk id="18" creationId="{B2504CCA-E5C7-B22D-1B3A-3918AC6E33A5}"/>
          </ac:graphicFrameMkLst>
        </pc:graphicFrameChg>
      </pc:sldChg>
    </pc:docChg>
  </pc:docChgLst>
</pc:chgInfo>
</file>

<file path=ppt/diagrams/_rels/data6.xml.rels><?xml version="1.0" encoding="UTF-8" standalone="yes"?>
<Relationships xmlns="http://schemas.openxmlformats.org/package/2006/relationships"><Relationship Id="rId2" Type="http://schemas.openxmlformats.org/officeDocument/2006/relationships/hyperlink" Target="http://www.natureincode.com/code/various/ants.html" TargetMode="External"/><Relationship Id="rId1" Type="http://schemas.openxmlformats.org/officeDocument/2006/relationships/hyperlink" Target="https://traffic-simulation.de/" TargetMode="External"/></Relationships>
</file>

<file path=ppt/diagrams/_rels/drawing6.xml.rels><?xml version="1.0" encoding="UTF-8" standalone="yes"?>
<Relationships xmlns="http://schemas.openxmlformats.org/package/2006/relationships"><Relationship Id="rId2" Type="http://schemas.openxmlformats.org/officeDocument/2006/relationships/hyperlink" Target="http://www.natureincode.com/code/various/ants.html" TargetMode="External"/><Relationship Id="rId1" Type="http://schemas.openxmlformats.org/officeDocument/2006/relationships/hyperlink" Target="https://traffic-simulation.de/" TargetMode="Externa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EC49C2-6250-4F23-A90E-3505175ECE5D}" type="doc">
      <dgm:prSet loTypeId="urn:microsoft.com/office/officeart/2005/8/layout/process4" loCatId="process" qsTypeId="urn:microsoft.com/office/officeart/2005/8/quickstyle/simple1" qsCatId="simple" csTypeId="urn:microsoft.com/office/officeart/2005/8/colors/colorful5" csCatId="colorful"/>
      <dgm:spPr/>
      <dgm:t>
        <a:bodyPr/>
        <a:lstStyle/>
        <a:p>
          <a:endParaRPr lang="en-US"/>
        </a:p>
      </dgm:t>
    </dgm:pt>
    <dgm:pt modelId="{44C95599-467A-4B11-BA3F-37A91C6D0B3F}">
      <dgm:prSet/>
      <dgm:spPr/>
      <dgm:t>
        <a:bodyPr/>
        <a:lstStyle/>
        <a:p>
          <a:r>
            <a:rPr lang="en-IE"/>
            <a:t>When developing a model, careful consideration should be taken with</a:t>
          </a:r>
          <a:endParaRPr lang="en-US"/>
        </a:p>
      </dgm:t>
    </dgm:pt>
    <dgm:pt modelId="{213218A0-6120-404B-86CA-2473B5814A8E}" type="parTrans" cxnId="{C43B4294-0771-46BB-A3CD-8A5C5F85B5CB}">
      <dgm:prSet/>
      <dgm:spPr/>
      <dgm:t>
        <a:bodyPr/>
        <a:lstStyle/>
        <a:p>
          <a:endParaRPr lang="en-US"/>
        </a:p>
      </dgm:t>
    </dgm:pt>
    <dgm:pt modelId="{635BD748-C906-4648-9559-89A214C1B127}" type="sibTrans" cxnId="{C43B4294-0771-46BB-A3CD-8A5C5F85B5CB}">
      <dgm:prSet/>
      <dgm:spPr/>
      <dgm:t>
        <a:bodyPr/>
        <a:lstStyle/>
        <a:p>
          <a:endParaRPr lang="en-US"/>
        </a:p>
      </dgm:t>
    </dgm:pt>
    <dgm:pt modelId="{5A48A409-D305-4CCD-9827-5F0C2640A581}">
      <dgm:prSet/>
      <dgm:spPr/>
      <dgm:t>
        <a:bodyPr/>
        <a:lstStyle/>
        <a:p>
          <a:r>
            <a:rPr lang="en-IE"/>
            <a:t>the units used in the input</a:t>
          </a:r>
          <a:endParaRPr lang="en-US"/>
        </a:p>
      </dgm:t>
    </dgm:pt>
    <dgm:pt modelId="{F943E4BB-9054-4E11-A412-EFCFE2100005}" type="parTrans" cxnId="{17273C4D-77AA-4088-AD41-1B42FB1010BE}">
      <dgm:prSet/>
      <dgm:spPr/>
      <dgm:t>
        <a:bodyPr/>
        <a:lstStyle/>
        <a:p>
          <a:endParaRPr lang="en-US"/>
        </a:p>
      </dgm:t>
    </dgm:pt>
    <dgm:pt modelId="{D37F335E-10B5-47E9-A7F2-9A00FC3DDA00}" type="sibTrans" cxnId="{17273C4D-77AA-4088-AD41-1B42FB1010BE}">
      <dgm:prSet/>
      <dgm:spPr/>
      <dgm:t>
        <a:bodyPr/>
        <a:lstStyle/>
        <a:p>
          <a:endParaRPr lang="en-US"/>
        </a:p>
      </dgm:t>
    </dgm:pt>
    <dgm:pt modelId="{5E67E839-8CFC-4BC6-BCFE-1EC4F6E08559}">
      <dgm:prSet/>
      <dgm:spPr/>
      <dgm:t>
        <a:bodyPr/>
        <a:lstStyle/>
        <a:p>
          <a:r>
            <a:rPr lang="en-IE"/>
            <a:t>the format of the output </a:t>
          </a:r>
          <a:endParaRPr lang="en-US"/>
        </a:p>
      </dgm:t>
    </dgm:pt>
    <dgm:pt modelId="{66D0335C-928C-4DB1-98AC-F6EE3BABC592}" type="parTrans" cxnId="{35617EB8-D92D-4DAD-80D1-A346191DA9B3}">
      <dgm:prSet/>
      <dgm:spPr/>
      <dgm:t>
        <a:bodyPr/>
        <a:lstStyle/>
        <a:p>
          <a:endParaRPr lang="en-US"/>
        </a:p>
      </dgm:t>
    </dgm:pt>
    <dgm:pt modelId="{1D260C78-5F34-431E-B8AB-F458549873CA}" type="sibTrans" cxnId="{35617EB8-D92D-4DAD-80D1-A346191DA9B3}">
      <dgm:prSet/>
      <dgm:spPr/>
      <dgm:t>
        <a:bodyPr/>
        <a:lstStyle/>
        <a:p>
          <a:endParaRPr lang="en-US"/>
        </a:p>
      </dgm:t>
    </dgm:pt>
    <dgm:pt modelId="{C7FD3CBC-1400-455D-944D-743FF88CB045}">
      <dgm:prSet/>
      <dgm:spPr/>
      <dgm:t>
        <a:bodyPr/>
        <a:lstStyle/>
        <a:p>
          <a:r>
            <a:rPr lang="en-IE"/>
            <a:t>This makes the model easier for the user to analyse and interpret the model’s results.</a:t>
          </a:r>
          <a:endParaRPr lang="en-US"/>
        </a:p>
      </dgm:t>
    </dgm:pt>
    <dgm:pt modelId="{E91BCE90-AD7B-4FF3-8DC0-87D0AFB7E865}" type="parTrans" cxnId="{4B4DD90D-3234-44E6-94FD-22C1DA5EFA68}">
      <dgm:prSet/>
      <dgm:spPr/>
      <dgm:t>
        <a:bodyPr/>
        <a:lstStyle/>
        <a:p>
          <a:endParaRPr lang="en-US"/>
        </a:p>
      </dgm:t>
    </dgm:pt>
    <dgm:pt modelId="{650B662C-C284-490A-954F-FA57004F8989}" type="sibTrans" cxnId="{4B4DD90D-3234-44E6-94FD-22C1DA5EFA68}">
      <dgm:prSet/>
      <dgm:spPr/>
      <dgm:t>
        <a:bodyPr/>
        <a:lstStyle/>
        <a:p>
          <a:endParaRPr lang="en-US"/>
        </a:p>
      </dgm:t>
    </dgm:pt>
    <dgm:pt modelId="{B50CF349-1162-4E0E-80E1-1AECFA558A46}">
      <dgm:prSet/>
      <dgm:spPr/>
      <dgm:t>
        <a:bodyPr/>
        <a:lstStyle/>
        <a:p>
          <a:r>
            <a:rPr lang="en-IE"/>
            <a:t>Both of these can be improved on the previous model</a:t>
          </a:r>
          <a:endParaRPr lang="en-US"/>
        </a:p>
      </dgm:t>
    </dgm:pt>
    <dgm:pt modelId="{EA9E7521-7436-45EA-93D7-044E96CFC41C}" type="parTrans" cxnId="{F8C34E95-D21D-4F6F-A71E-D364B471F257}">
      <dgm:prSet/>
      <dgm:spPr/>
      <dgm:t>
        <a:bodyPr/>
        <a:lstStyle/>
        <a:p>
          <a:endParaRPr lang="en-US"/>
        </a:p>
      </dgm:t>
    </dgm:pt>
    <dgm:pt modelId="{CA31E0DE-C916-4B33-B172-AB7191AB59DF}" type="sibTrans" cxnId="{F8C34E95-D21D-4F6F-A71E-D364B471F257}">
      <dgm:prSet/>
      <dgm:spPr/>
      <dgm:t>
        <a:bodyPr/>
        <a:lstStyle/>
        <a:p>
          <a:endParaRPr lang="en-US"/>
        </a:p>
      </dgm:t>
    </dgm:pt>
    <dgm:pt modelId="{DC95DEF3-38B1-4641-A0B3-999B1386416F}">
      <dgm:prSet/>
      <dgm:spPr/>
      <dgm:t>
        <a:bodyPr/>
        <a:lstStyle/>
        <a:p>
          <a:r>
            <a:rPr lang="en-IE"/>
            <a:t>We can return the monthly repayment amount in order to determine whether the loan applicant can afford it</a:t>
          </a:r>
          <a:endParaRPr lang="en-US"/>
        </a:p>
      </dgm:t>
    </dgm:pt>
    <dgm:pt modelId="{516C02A6-CD89-4977-8F04-01493412DDFE}" type="parTrans" cxnId="{CD4BC9DB-3C2B-4E96-B03B-36B96560084B}">
      <dgm:prSet/>
      <dgm:spPr/>
      <dgm:t>
        <a:bodyPr/>
        <a:lstStyle/>
        <a:p>
          <a:endParaRPr lang="en-US"/>
        </a:p>
      </dgm:t>
    </dgm:pt>
    <dgm:pt modelId="{25A8E51D-F202-49A7-838B-E8AA919C9690}" type="sibTrans" cxnId="{CD4BC9DB-3C2B-4E96-B03B-36B96560084B}">
      <dgm:prSet/>
      <dgm:spPr/>
      <dgm:t>
        <a:bodyPr/>
        <a:lstStyle/>
        <a:p>
          <a:endParaRPr lang="en-US"/>
        </a:p>
      </dgm:t>
    </dgm:pt>
    <dgm:pt modelId="{79EEBC28-F168-415B-9AF5-C3FD84154ED9}">
      <dgm:prSet/>
      <dgm:spPr/>
      <dgm:t>
        <a:bodyPr/>
        <a:lstStyle/>
        <a:p>
          <a:r>
            <a:rPr lang="en-IE"/>
            <a:t>Display the result to 2 decimal points only</a:t>
          </a:r>
          <a:endParaRPr lang="en-US"/>
        </a:p>
      </dgm:t>
    </dgm:pt>
    <dgm:pt modelId="{0820A63F-D460-4F16-87E8-57D8AD9C1FE8}" type="parTrans" cxnId="{6EF54547-7C26-4BCE-9238-5ED57527EA78}">
      <dgm:prSet/>
      <dgm:spPr/>
      <dgm:t>
        <a:bodyPr/>
        <a:lstStyle/>
        <a:p>
          <a:endParaRPr lang="en-US"/>
        </a:p>
      </dgm:t>
    </dgm:pt>
    <dgm:pt modelId="{72CDA7F5-49FB-497B-9312-B52DAD1930B4}" type="sibTrans" cxnId="{6EF54547-7C26-4BCE-9238-5ED57527EA78}">
      <dgm:prSet/>
      <dgm:spPr/>
      <dgm:t>
        <a:bodyPr/>
        <a:lstStyle/>
        <a:p>
          <a:endParaRPr lang="en-US"/>
        </a:p>
      </dgm:t>
    </dgm:pt>
    <dgm:pt modelId="{61E5EE46-A5E5-4ED1-95AB-B9974FFD3CD1}" type="pres">
      <dgm:prSet presAssocID="{13EC49C2-6250-4F23-A90E-3505175ECE5D}" presName="Name0" presStyleCnt="0">
        <dgm:presLayoutVars>
          <dgm:dir/>
          <dgm:animLvl val="lvl"/>
          <dgm:resizeHandles val="exact"/>
        </dgm:presLayoutVars>
      </dgm:prSet>
      <dgm:spPr/>
    </dgm:pt>
    <dgm:pt modelId="{5C6A39D2-30F3-4C78-9DDC-326F62F628E5}" type="pres">
      <dgm:prSet presAssocID="{B50CF349-1162-4E0E-80E1-1AECFA558A46}" presName="boxAndChildren" presStyleCnt="0"/>
      <dgm:spPr/>
    </dgm:pt>
    <dgm:pt modelId="{46D9433A-BA36-4922-BED5-BBE5674F020E}" type="pres">
      <dgm:prSet presAssocID="{B50CF349-1162-4E0E-80E1-1AECFA558A46}" presName="parentTextBox" presStyleLbl="node1" presStyleIdx="0" presStyleCnt="3"/>
      <dgm:spPr/>
    </dgm:pt>
    <dgm:pt modelId="{3F5AAD3C-4313-415C-B628-97F8D7D208E9}" type="pres">
      <dgm:prSet presAssocID="{B50CF349-1162-4E0E-80E1-1AECFA558A46}" presName="entireBox" presStyleLbl="node1" presStyleIdx="0" presStyleCnt="3"/>
      <dgm:spPr/>
    </dgm:pt>
    <dgm:pt modelId="{0279AC79-8A53-44FC-856B-FDC5D8510F24}" type="pres">
      <dgm:prSet presAssocID="{B50CF349-1162-4E0E-80E1-1AECFA558A46}" presName="descendantBox" presStyleCnt="0"/>
      <dgm:spPr/>
    </dgm:pt>
    <dgm:pt modelId="{8F6A34DC-2B10-4783-BD4C-0D8AE8527EAC}" type="pres">
      <dgm:prSet presAssocID="{DC95DEF3-38B1-4641-A0B3-999B1386416F}" presName="childTextBox" presStyleLbl="fgAccFollowNode1" presStyleIdx="0" presStyleCnt="4">
        <dgm:presLayoutVars>
          <dgm:bulletEnabled val="1"/>
        </dgm:presLayoutVars>
      </dgm:prSet>
      <dgm:spPr/>
    </dgm:pt>
    <dgm:pt modelId="{F92B0D99-0FA3-45F6-B8BB-009EEB86B673}" type="pres">
      <dgm:prSet presAssocID="{79EEBC28-F168-415B-9AF5-C3FD84154ED9}" presName="childTextBox" presStyleLbl="fgAccFollowNode1" presStyleIdx="1" presStyleCnt="4">
        <dgm:presLayoutVars>
          <dgm:bulletEnabled val="1"/>
        </dgm:presLayoutVars>
      </dgm:prSet>
      <dgm:spPr/>
    </dgm:pt>
    <dgm:pt modelId="{CC79E461-6B87-4DAC-9CF8-78F749978EF9}" type="pres">
      <dgm:prSet presAssocID="{650B662C-C284-490A-954F-FA57004F8989}" presName="sp" presStyleCnt="0"/>
      <dgm:spPr/>
    </dgm:pt>
    <dgm:pt modelId="{BE67878E-DD6A-407A-8A0F-7E83319BFC0B}" type="pres">
      <dgm:prSet presAssocID="{C7FD3CBC-1400-455D-944D-743FF88CB045}" presName="arrowAndChildren" presStyleCnt="0"/>
      <dgm:spPr/>
    </dgm:pt>
    <dgm:pt modelId="{68C8FF21-BC13-4FB9-BD82-43A3F81A9F35}" type="pres">
      <dgm:prSet presAssocID="{C7FD3CBC-1400-455D-944D-743FF88CB045}" presName="parentTextArrow" presStyleLbl="node1" presStyleIdx="1" presStyleCnt="3"/>
      <dgm:spPr/>
    </dgm:pt>
    <dgm:pt modelId="{20435BA6-D9AB-4D11-8394-1D7A99E96CA0}" type="pres">
      <dgm:prSet presAssocID="{635BD748-C906-4648-9559-89A214C1B127}" presName="sp" presStyleCnt="0"/>
      <dgm:spPr/>
    </dgm:pt>
    <dgm:pt modelId="{AB1C1658-72BA-40EE-BE0B-CEE7958388F5}" type="pres">
      <dgm:prSet presAssocID="{44C95599-467A-4B11-BA3F-37A91C6D0B3F}" presName="arrowAndChildren" presStyleCnt="0"/>
      <dgm:spPr/>
    </dgm:pt>
    <dgm:pt modelId="{19763A0E-CEB4-4CA1-B9F1-51D98971A890}" type="pres">
      <dgm:prSet presAssocID="{44C95599-467A-4B11-BA3F-37A91C6D0B3F}" presName="parentTextArrow" presStyleLbl="node1" presStyleIdx="1" presStyleCnt="3"/>
      <dgm:spPr/>
    </dgm:pt>
    <dgm:pt modelId="{9855D783-51CA-444D-A4E4-734DAD1DA500}" type="pres">
      <dgm:prSet presAssocID="{44C95599-467A-4B11-BA3F-37A91C6D0B3F}" presName="arrow" presStyleLbl="node1" presStyleIdx="2" presStyleCnt="3"/>
      <dgm:spPr/>
    </dgm:pt>
    <dgm:pt modelId="{5BCC92D2-13CB-4449-B749-37758221A1C5}" type="pres">
      <dgm:prSet presAssocID="{44C95599-467A-4B11-BA3F-37A91C6D0B3F}" presName="descendantArrow" presStyleCnt="0"/>
      <dgm:spPr/>
    </dgm:pt>
    <dgm:pt modelId="{5B7BE5C7-352E-47E9-929E-3E26CCCEC8EA}" type="pres">
      <dgm:prSet presAssocID="{5A48A409-D305-4CCD-9827-5F0C2640A581}" presName="childTextArrow" presStyleLbl="fgAccFollowNode1" presStyleIdx="2" presStyleCnt="4">
        <dgm:presLayoutVars>
          <dgm:bulletEnabled val="1"/>
        </dgm:presLayoutVars>
      </dgm:prSet>
      <dgm:spPr/>
    </dgm:pt>
    <dgm:pt modelId="{D0C753E1-E40B-43C6-9670-C209E76BA29C}" type="pres">
      <dgm:prSet presAssocID="{5E67E839-8CFC-4BC6-BCFE-1EC4F6E08559}" presName="childTextArrow" presStyleLbl="fgAccFollowNode1" presStyleIdx="3" presStyleCnt="4">
        <dgm:presLayoutVars>
          <dgm:bulletEnabled val="1"/>
        </dgm:presLayoutVars>
      </dgm:prSet>
      <dgm:spPr/>
    </dgm:pt>
  </dgm:ptLst>
  <dgm:cxnLst>
    <dgm:cxn modelId="{4B4DD90D-3234-44E6-94FD-22C1DA5EFA68}" srcId="{13EC49C2-6250-4F23-A90E-3505175ECE5D}" destId="{C7FD3CBC-1400-455D-944D-743FF88CB045}" srcOrd="1" destOrd="0" parTransId="{E91BCE90-AD7B-4FF3-8DC0-87D0AFB7E865}" sibTransId="{650B662C-C284-490A-954F-FA57004F8989}"/>
    <dgm:cxn modelId="{6EF54547-7C26-4BCE-9238-5ED57527EA78}" srcId="{B50CF349-1162-4E0E-80E1-1AECFA558A46}" destId="{79EEBC28-F168-415B-9AF5-C3FD84154ED9}" srcOrd="1" destOrd="0" parTransId="{0820A63F-D460-4F16-87E8-57D8AD9C1FE8}" sibTransId="{72CDA7F5-49FB-497B-9312-B52DAD1930B4}"/>
    <dgm:cxn modelId="{17273C4D-77AA-4088-AD41-1B42FB1010BE}" srcId="{44C95599-467A-4B11-BA3F-37A91C6D0B3F}" destId="{5A48A409-D305-4CCD-9827-5F0C2640A581}" srcOrd="0" destOrd="0" parTransId="{F943E4BB-9054-4E11-A412-EFCFE2100005}" sibTransId="{D37F335E-10B5-47E9-A7F2-9A00FC3DDA00}"/>
    <dgm:cxn modelId="{3296784E-FF4C-4FD8-8A65-BFD3644AB69C}" type="presOf" srcId="{DC95DEF3-38B1-4641-A0B3-999B1386416F}" destId="{8F6A34DC-2B10-4783-BD4C-0D8AE8527EAC}" srcOrd="0" destOrd="0" presId="urn:microsoft.com/office/officeart/2005/8/layout/process4"/>
    <dgm:cxn modelId="{E5F5CC4E-FE4B-4A64-A2E8-81BCD3ED7CE5}" type="presOf" srcId="{13EC49C2-6250-4F23-A90E-3505175ECE5D}" destId="{61E5EE46-A5E5-4ED1-95AB-B9974FFD3CD1}" srcOrd="0" destOrd="0" presId="urn:microsoft.com/office/officeart/2005/8/layout/process4"/>
    <dgm:cxn modelId="{96601A70-F168-4E0A-A975-4E4922C7D773}" type="presOf" srcId="{79EEBC28-F168-415B-9AF5-C3FD84154ED9}" destId="{F92B0D99-0FA3-45F6-B8BB-009EEB86B673}" srcOrd="0" destOrd="0" presId="urn:microsoft.com/office/officeart/2005/8/layout/process4"/>
    <dgm:cxn modelId="{12B18073-D6E0-428C-8856-EBD79AB12BAE}" type="presOf" srcId="{B50CF349-1162-4E0E-80E1-1AECFA558A46}" destId="{3F5AAD3C-4313-415C-B628-97F8D7D208E9}" srcOrd="1" destOrd="0" presId="urn:microsoft.com/office/officeart/2005/8/layout/process4"/>
    <dgm:cxn modelId="{C43B4294-0771-46BB-A3CD-8A5C5F85B5CB}" srcId="{13EC49C2-6250-4F23-A90E-3505175ECE5D}" destId="{44C95599-467A-4B11-BA3F-37A91C6D0B3F}" srcOrd="0" destOrd="0" parTransId="{213218A0-6120-404B-86CA-2473B5814A8E}" sibTransId="{635BD748-C906-4648-9559-89A214C1B127}"/>
    <dgm:cxn modelId="{F8C34E95-D21D-4F6F-A71E-D364B471F257}" srcId="{13EC49C2-6250-4F23-A90E-3505175ECE5D}" destId="{B50CF349-1162-4E0E-80E1-1AECFA558A46}" srcOrd="2" destOrd="0" parTransId="{EA9E7521-7436-45EA-93D7-044E96CFC41C}" sibTransId="{CA31E0DE-C916-4B33-B172-AB7191AB59DF}"/>
    <dgm:cxn modelId="{C118189A-75D2-435F-81F8-45BBAF4D8E94}" type="presOf" srcId="{44C95599-467A-4B11-BA3F-37A91C6D0B3F}" destId="{9855D783-51CA-444D-A4E4-734DAD1DA500}" srcOrd="1" destOrd="0" presId="urn:microsoft.com/office/officeart/2005/8/layout/process4"/>
    <dgm:cxn modelId="{35617EB8-D92D-4DAD-80D1-A346191DA9B3}" srcId="{44C95599-467A-4B11-BA3F-37A91C6D0B3F}" destId="{5E67E839-8CFC-4BC6-BCFE-1EC4F6E08559}" srcOrd="1" destOrd="0" parTransId="{66D0335C-928C-4DB1-98AC-F6EE3BABC592}" sibTransId="{1D260C78-5F34-431E-B8AB-F458549873CA}"/>
    <dgm:cxn modelId="{670922C3-6963-47C5-ACED-9A5ED64AF4DB}" type="presOf" srcId="{C7FD3CBC-1400-455D-944D-743FF88CB045}" destId="{68C8FF21-BC13-4FB9-BD82-43A3F81A9F35}" srcOrd="0" destOrd="0" presId="urn:microsoft.com/office/officeart/2005/8/layout/process4"/>
    <dgm:cxn modelId="{6D12D6D7-C6F8-4FB2-97ED-1D1DCF0C8CC1}" type="presOf" srcId="{5A48A409-D305-4CCD-9827-5F0C2640A581}" destId="{5B7BE5C7-352E-47E9-929E-3E26CCCEC8EA}" srcOrd="0" destOrd="0" presId="urn:microsoft.com/office/officeart/2005/8/layout/process4"/>
    <dgm:cxn modelId="{CD4BC9DB-3C2B-4E96-B03B-36B96560084B}" srcId="{B50CF349-1162-4E0E-80E1-1AECFA558A46}" destId="{DC95DEF3-38B1-4641-A0B3-999B1386416F}" srcOrd="0" destOrd="0" parTransId="{516C02A6-CD89-4977-8F04-01493412DDFE}" sibTransId="{25A8E51D-F202-49A7-838B-E8AA919C9690}"/>
    <dgm:cxn modelId="{09AE3DEB-F442-4080-BFF0-D1DA8FB23E75}" type="presOf" srcId="{5E67E839-8CFC-4BC6-BCFE-1EC4F6E08559}" destId="{D0C753E1-E40B-43C6-9670-C209E76BA29C}" srcOrd="0" destOrd="0" presId="urn:microsoft.com/office/officeart/2005/8/layout/process4"/>
    <dgm:cxn modelId="{24C996F5-4C88-4317-95CD-4C4519C03931}" type="presOf" srcId="{44C95599-467A-4B11-BA3F-37A91C6D0B3F}" destId="{19763A0E-CEB4-4CA1-B9F1-51D98971A890}" srcOrd="0" destOrd="0" presId="urn:microsoft.com/office/officeart/2005/8/layout/process4"/>
    <dgm:cxn modelId="{5142D3FC-F116-4BB0-832D-A1FB9178CFD4}" type="presOf" srcId="{B50CF349-1162-4E0E-80E1-1AECFA558A46}" destId="{46D9433A-BA36-4922-BED5-BBE5674F020E}" srcOrd="0" destOrd="0" presId="urn:microsoft.com/office/officeart/2005/8/layout/process4"/>
    <dgm:cxn modelId="{8A38EEBB-E6BF-4E6A-9F44-CE786BCA3D22}" type="presParOf" srcId="{61E5EE46-A5E5-4ED1-95AB-B9974FFD3CD1}" destId="{5C6A39D2-30F3-4C78-9DDC-326F62F628E5}" srcOrd="0" destOrd="0" presId="urn:microsoft.com/office/officeart/2005/8/layout/process4"/>
    <dgm:cxn modelId="{98F6B291-6CE4-49D2-A5D1-C9D7FE75D492}" type="presParOf" srcId="{5C6A39D2-30F3-4C78-9DDC-326F62F628E5}" destId="{46D9433A-BA36-4922-BED5-BBE5674F020E}" srcOrd="0" destOrd="0" presId="urn:microsoft.com/office/officeart/2005/8/layout/process4"/>
    <dgm:cxn modelId="{8249DFF3-7422-447A-B672-0DD4BE069EFA}" type="presParOf" srcId="{5C6A39D2-30F3-4C78-9DDC-326F62F628E5}" destId="{3F5AAD3C-4313-415C-B628-97F8D7D208E9}" srcOrd="1" destOrd="0" presId="urn:microsoft.com/office/officeart/2005/8/layout/process4"/>
    <dgm:cxn modelId="{66AC33C2-597A-4A2B-8B20-B414F9FE0A4E}" type="presParOf" srcId="{5C6A39D2-30F3-4C78-9DDC-326F62F628E5}" destId="{0279AC79-8A53-44FC-856B-FDC5D8510F24}" srcOrd="2" destOrd="0" presId="urn:microsoft.com/office/officeart/2005/8/layout/process4"/>
    <dgm:cxn modelId="{400818DF-91E1-4CDD-83B3-46F0753E6C64}" type="presParOf" srcId="{0279AC79-8A53-44FC-856B-FDC5D8510F24}" destId="{8F6A34DC-2B10-4783-BD4C-0D8AE8527EAC}" srcOrd="0" destOrd="0" presId="urn:microsoft.com/office/officeart/2005/8/layout/process4"/>
    <dgm:cxn modelId="{8B5B86D3-3352-47B6-84C9-503383E7C2FC}" type="presParOf" srcId="{0279AC79-8A53-44FC-856B-FDC5D8510F24}" destId="{F92B0D99-0FA3-45F6-B8BB-009EEB86B673}" srcOrd="1" destOrd="0" presId="urn:microsoft.com/office/officeart/2005/8/layout/process4"/>
    <dgm:cxn modelId="{78A002B1-D26A-43AE-BA31-1D2C1CDB3936}" type="presParOf" srcId="{61E5EE46-A5E5-4ED1-95AB-B9974FFD3CD1}" destId="{CC79E461-6B87-4DAC-9CF8-78F749978EF9}" srcOrd="1" destOrd="0" presId="urn:microsoft.com/office/officeart/2005/8/layout/process4"/>
    <dgm:cxn modelId="{B52CEC42-9BC0-4C1E-951E-C3B17C47645E}" type="presParOf" srcId="{61E5EE46-A5E5-4ED1-95AB-B9974FFD3CD1}" destId="{BE67878E-DD6A-407A-8A0F-7E83319BFC0B}" srcOrd="2" destOrd="0" presId="urn:microsoft.com/office/officeart/2005/8/layout/process4"/>
    <dgm:cxn modelId="{225E3CFF-003A-43EF-A9E5-143E8AB2D997}" type="presParOf" srcId="{BE67878E-DD6A-407A-8A0F-7E83319BFC0B}" destId="{68C8FF21-BC13-4FB9-BD82-43A3F81A9F35}" srcOrd="0" destOrd="0" presId="urn:microsoft.com/office/officeart/2005/8/layout/process4"/>
    <dgm:cxn modelId="{1F776000-D2D3-49DC-8C9A-C773BEC40694}" type="presParOf" srcId="{61E5EE46-A5E5-4ED1-95AB-B9974FFD3CD1}" destId="{20435BA6-D9AB-4D11-8394-1D7A99E96CA0}" srcOrd="3" destOrd="0" presId="urn:microsoft.com/office/officeart/2005/8/layout/process4"/>
    <dgm:cxn modelId="{1BAF2FE5-9861-4151-84F9-F299EC26AA9E}" type="presParOf" srcId="{61E5EE46-A5E5-4ED1-95AB-B9974FFD3CD1}" destId="{AB1C1658-72BA-40EE-BE0B-CEE7958388F5}" srcOrd="4" destOrd="0" presId="urn:microsoft.com/office/officeart/2005/8/layout/process4"/>
    <dgm:cxn modelId="{64C96B94-B1D0-4E99-AA10-A8AB20152D39}" type="presParOf" srcId="{AB1C1658-72BA-40EE-BE0B-CEE7958388F5}" destId="{19763A0E-CEB4-4CA1-B9F1-51D98971A890}" srcOrd="0" destOrd="0" presId="urn:microsoft.com/office/officeart/2005/8/layout/process4"/>
    <dgm:cxn modelId="{BBA4300E-6D2A-4259-9348-B6568980020B}" type="presParOf" srcId="{AB1C1658-72BA-40EE-BE0B-CEE7958388F5}" destId="{9855D783-51CA-444D-A4E4-734DAD1DA500}" srcOrd="1" destOrd="0" presId="urn:microsoft.com/office/officeart/2005/8/layout/process4"/>
    <dgm:cxn modelId="{601C2C5E-8C38-4D50-8A3A-A800938818E8}" type="presParOf" srcId="{AB1C1658-72BA-40EE-BE0B-CEE7958388F5}" destId="{5BCC92D2-13CB-4449-B749-37758221A1C5}" srcOrd="2" destOrd="0" presId="urn:microsoft.com/office/officeart/2005/8/layout/process4"/>
    <dgm:cxn modelId="{F5239523-FFCE-44DC-9594-5D81F2385E9A}" type="presParOf" srcId="{5BCC92D2-13CB-4449-B749-37758221A1C5}" destId="{5B7BE5C7-352E-47E9-929E-3E26CCCEC8EA}" srcOrd="0" destOrd="0" presId="urn:microsoft.com/office/officeart/2005/8/layout/process4"/>
    <dgm:cxn modelId="{170BA51F-6418-452B-8BB7-7FBE7F666F97}" type="presParOf" srcId="{5BCC92D2-13CB-4449-B749-37758221A1C5}" destId="{D0C753E1-E40B-43C6-9670-C209E76BA29C}" srcOrd="1"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D4D5232-2217-4148-8B82-C46439470F6F}"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8C523574-922F-4D30-A707-629F80C4929A}">
      <dgm:prSet/>
      <dgm:spPr/>
      <dgm:t>
        <a:bodyPr/>
        <a:lstStyle/>
        <a:p>
          <a:r>
            <a:rPr lang="en-IE"/>
            <a:t>To investigate how cancer tissues develop as a result of the behaviour of individual cells (the agents)</a:t>
          </a:r>
          <a:endParaRPr lang="en-US"/>
        </a:p>
      </dgm:t>
    </dgm:pt>
    <dgm:pt modelId="{6B108895-D41F-42A9-950B-43E4231FB331}" type="parTrans" cxnId="{6EEFECE0-A3F9-4833-803F-6CA90C28B4C7}">
      <dgm:prSet/>
      <dgm:spPr/>
      <dgm:t>
        <a:bodyPr/>
        <a:lstStyle/>
        <a:p>
          <a:endParaRPr lang="en-US"/>
        </a:p>
      </dgm:t>
    </dgm:pt>
    <dgm:pt modelId="{AE582227-AD82-45EA-9BDF-48120EE4D7AB}" type="sibTrans" cxnId="{6EEFECE0-A3F9-4833-803F-6CA90C28B4C7}">
      <dgm:prSet/>
      <dgm:spPr/>
      <dgm:t>
        <a:bodyPr/>
        <a:lstStyle/>
        <a:p>
          <a:endParaRPr lang="en-US"/>
        </a:p>
      </dgm:t>
    </dgm:pt>
    <dgm:pt modelId="{25C74139-4B1A-4A25-AA71-FA17109F0371}">
      <dgm:prSet/>
      <dgm:spPr/>
      <dgm:t>
        <a:bodyPr/>
        <a:lstStyle/>
        <a:p>
          <a:r>
            <a:rPr lang="en-IE" dirty="0"/>
            <a:t>To predict how forest fires will spread depending on the distances between pockets of fire (the agents)</a:t>
          </a:r>
          <a:endParaRPr lang="en-US" dirty="0"/>
        </a:p>
      </dgm:t>
    </dgm:pt>
    <dgm:pt modelId="{B8696A81-FF25-4574-A5F4-6219275312E7}" type="parTrans" cxnId="{A0833B2A-8EAC-46F3-A244-841F3753A1EC}">
      <dgm:prSet/>
      <dgm:spPr/>
      <dgm:t>
        <a:bodyPr/>
        <a:lstStyle/>
        <a:p>
          <a:endParaRPr lang="en-US"/>
        </a:p>
      </dgm:t>
    </dgm:pt>
    <dgm:pt modelId="{958A9C25-7AE0-4571-8459-FBE6B15EA35F}" type="sibTrans" cxnId="{A0833B2A-8EAC-46F3-A244-841F3753A1EC}">
      <dgm:prSet/>
      <dgm:spPr/>
      <dgm:t>
        <a:bodyPr/>
        <a:lstStyle/>
        <a:p>
          <a:endParaRPr lang="en-US"/>
        </a:p>
      </dgm:t>
    </dgm:pt>
    <dgm:pt modelId="{18EE1E65-18C0-4D55-9609-BAA08A320121}">
      <dgm:prSet/>
      <dgm:spPr/>
      <dgm:t>
        <a:bodyPr/>
        <a:lstStyle/>
        <a:p>
          <a:r>
            <a:rPr lang="en-IE"/>
            <a:t>To analyse the spread of epidemics using the behaviour of infected people (the agents)</a:t>
          </a:r>
          <a:endParaRPr lang="en-US"/>
        </a:p>
      </dgm:t>
    </dgm:pt>
    <dgm:pt modelId="{6B0982E9-5BA9-4FD3-949F-1466157B3DA7}" type="parTrans" cxnId="{72AE3D37-30C0-49FA-9BA7-FC3876C9F2B2}">
      <dgm:prSet/>
      <dgm:spPr/>
      <dgm:t>
        <a:bodyPr/>
        <a:lstStyle/>
        <a:p>
          <a:endParaRPr lang="en-US"/>
        </a:p>
      </dgm:t>
    </dgm:pt>
    <dgm:pt modelId="{4417B0EA-76CD-4170-A3DD-362363BAF401}" type="sibTrans" cxnId="{72AE3D37-30C0-49FA-9BA7-FC3876C9F2B2}">
      <dgm:prSet/>
      <dgm:spPr/>
      <dgm:t>
        <a:bodyPr/>
        <a:lstStyle/>
        <a:p>
          <a:endParaRPr lang="en-US"/>
        </a:p>
      </dgm:t>
    </dgm:pt>
    <dgm:pt modelId="{25E9C6C0-3005-4964-A5A3-D77A44D5A715}" type="pres">
      <dgm:prSet presAssocID="{8D4D5232-2217-4148-8B82-C46439470F6F}" presName="linear" presStyleCnt="0">
        <dgm:presLayoutVars>
          <dgm:animLvl val="lvl"/>
          <dgm:resizeHandles val="exact"/>
        </dgm:presLayoutVars>
      </dgm:prSet>
      <dgm:spPr/>
    </dgm:pt>
    <dgm:pt modelId="{A82FB2B0-0326-49FF-9259-9BBA7622288B}" type="pres">
      <dgm:prSet presAssocID="{8C523574-922F-4D30-A707-629F80C4929A}" presName="parentText" presStyleLbl="node1" presStyleIdx="0" presStyleCnt="3">
        <dgm:presLayoutVars>
          <dgm:chMax val="0"/>
          <dgm:bulletEnabled val="1"/>
        </dgm:presLayoutVars>
      </dgm:prSet>
      <dgm:spPr/>
    </dgm:pt>
    <dgm:pt modelId="{CFC565D1-3604-4E6D-AFB2-8F47DDBB1BA9}" type="pres">
      <dgm:prSet presAssocID="{AE582227-AD82-45EA-9BDF-48120EE4D7AB}" presName="spacer" presStyleCnt="0"/>
      <dgm:spPr/>
    </dgm:pt>
    <dgm:pt modelId="{F4812F3B-1B08-4BBB-A857-CDC2A016758F}" type="pres">
      <dgm:prSet presAssocID="{25C74139-4B1A-4A25-AA71-FA17109F0371}" presName="parentText" presStyleLbl="node1" presStyleIdx="1" presStyleCnt="3">
        <dgm:presLayoutVars>
          <dgm:chMax val="0"/>
          <dgm:bulletEnabled val="1"/>
        </dgm:presLayoutVars>
      </dgm:prSet>
      <dgm:spPr/>
    </dgm:pt>
    <dgm:pt modelId="{4776A6BC-AC96-4B36-B976-D1497A06FD12}" type="pres">
      <dgm:prSet presAssocID="{958A9C25-7AE0-4571-8459-FBE6B15EA35F}" presName="spacer" presStyleCnt="0"/>
      <dgm:spPr/>
    </dgm:pt>
    <dgm:pt modelId="{5B3AFF0C-9072-4757-BFFA-EE13B2EAE47A}" type="pres">
      <dgm:prSet presAssocID="{18EE1E65-18C0-4D55-9609-BAA08A320121}" presName="parentText" presStyleLbl="node1" presStyleIdx="2" presStyleCnt="3">
        <dgm:presLayoutVars>
          <dgm:chMax val="0"/>
          <dgm:bulletEnabled val="1"/>
        </dgm:presLayoutVars>
      </dgm:prSet>
      <dgm:spPr/>
    </dgm:pt>
  </dgm:ptLst>
  <dgm:cxnLst>
    <dgm:cxn modelId="{EEDE900B-6B4A-4A2F-982D-1551480DA747}" type="presOf" srcId="{8D4D5232-2217-4148-8B82-C46439470F6F}" destId="{25E9C6C0-3005-4964-A5A3-D77A44D5A715}" srcOrd="0" destOrd="0" presId="urn:microsoft.com/office/officeart/2005/8/layout/vList2"/>
    <dgm:cxn modelId="{A0833B2A-8EAC-46F3-A244-841F3753A1EC}" srcId="{8D4D5232-2217-4148-8B82-C46439470F6F}" destId="{25C74139-4B1A-4A25-AA71-FA17109F0371}" srcOrd="1" destOrd="0" parTransId="{B8696A81-FF25-4574-A5F4-6219275312E7}" sibTransId="{958A9C25-7AE0-4571-8459-FBE6B15EA35F}"/>
    <dgm:cxn modelId="{72AE3D37-30C0-49FA-9BA7-FC3876C9F2B2}" srcId="{8D4D5232-2217-4148-8B82-C46439470F6F}" destId="{18EE1E65-18C0-4D55-9609-BAA08A320121}" srcOrd="2" destOrd="0" parTransId="{6B0982E9-5BA9-4FD3-949F-1466157B3DA7}" sibTransId="{4417B0EA-76CD-4170-A3DD-362363BAF401}"/>
    <dgm:cxn modelId="{07971F5E-537C-4633-9DD9-D66BEFC3D954}" type="presOf" srcId="{25C74139-4B1A-4A25-AA71-FA17109F0371}" destId="{F4812F3B-1B08-4BBB-A857-CDC2A016758F}" srcOrd="0" destOrd="0" presId="urn:microsoft.com/office/officeart/2005/8/layout/vList2"/>
    <dgm:cxn modelId="{C0495AA8-824F-486E-BF23-137B8384C5CF}" type="presOf" srcId="{18EE1E65-18C0-4D55-9609-BAA08A320121}" destId="{5B3AFF0C-9072-4757-BFFA-EE13B2EAE47A}" srcOrd="0" destOrd="0" presId="urn:microsoft.com/office/officeart/2005/8/layout/vList2"/>
    <dgm:cxn modelId="{7D1F04DE-C46C-4AB1-AC53-D7E9AA3E6F93}" type="presOf" srcId="{8C523574-922F-4D30-A707-629F80C4929A}" destId="{A82FB2B0-0326-49FF-9259-9BBA7622288B}" srcOrd="0" destOrd="0" presId="urn:microsoft.com/office/officeart/2005/8/layout/vList2"/>
    <dgm:cxn modelId="{6EEFECE0-A3F9-4833-803F-6CA90C28B4C7}" srcId="{8D4D5232-2217-4148-8B82-C46439470F6F}" destId="{8C523574-922F-4D30-A707-629F80C4929A}" srcOrd="0" destOrd="0" parTransId="{6B108895-D41F-42A9-950B-43E4231FB331}" sibTransId="{AE582227-AD82-45EA-9BDF-48120EE4D7AB}"/>
    <dgm:cxn modelId="{94F970F0-8E7E-44BF-AD7D-B69647D8C220}" type="presParOf" srcId="{25E9C6C0-3005-4964-A5A3-D77A44D5A715}" destId="{A82FB2B0-0326-49FF-9259-9BBA7622288B}" srcOrd="0" destOrd="0" presId="urn:microsoft.com/office/officeart/2005/8/layout/vList2"/>
    <dgm:cxn modelId="{F735997B-6AC3-46A0-A2D7-C4644181DB58}" type="presParOf" srcId="{25E9C6C0-3005-4964-A5A3-D77A44D5A715}" destId="{CFC565D1-3604-4E6D-AFB2-8F47DDBB1BA9}" srcOrd="1" destOrd="0" presId="urn:microsoft.com/office/officeart/2005/8/layout/vList2"/>
    <dgm:cxn modelId="{A82FA89D-E5D9-4310-AAE5-631A1250EAF2}" type="presParOf" srcId="{25E9C6C0-3005-4964-A5A3-D77A44D5A715}" destId="{F4812F3B-1B08-4BBB-A857-CDC2A016758F}" srcOrd="2" destOrd="0" presId="urn:microsoft.com/office/officeart/2005/8/layout/vList2"/>
    <dgm:cxn modelId="{EC027AFC-B097-4351-B688-DEC3E6CB746D}" type="presParOf" srcId="{25E9C6C0-3005-4964-A5A3-D77A44D5A715}" destId="{4776A6BC-AC96-4B36-B976-D1497A06FD12}" srcOrd="3" destOrd="0" presId="urn:microsoft.com/office/officeart/2005/8/layout/vList2"/>
    <dgm:cxn modelId="{692F94E1-FB8D-4305-98D3-2F171BFEFAA6}" type="presParOf" srcId="{25E9C6C0-3005-4964-A5A3-D77A44D5A715}" destId="{5B3AFF0C-9072-4757-BFFA-EE13B2EAE47A}"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D2E34AB-B5F2-4FB5-B678-46BDB0448429}" type="doc">
      <dgm:prSet loTypeId="urn:microsoft.com/office/officeart/2005/8/layout/vList5" loCatId="list" qsTypeId="urn:microsoft.com/office/officeart/2005/8/quickstyle/simple1" qsCatId="simple" csTypeId="urn:microsoft.com/office/officeart/2005/8/colors/colorful2" csCatId="colorful"/>
      <dgm:spPr/>
      <dgm:t>
        <a:bodyPr/>
        <a:lstStyle/>
        <a:p>
          <a:endParaRPr lang="en-US"/>
        </a:p>
      </dgm:t>
    </dgm:pt>
    <dgm:pt modelId="{5E6DB25C-882D-4DC8-AF3C-64B96C82805B}">
      <dgm:prSet/>
      <dgm:spPr/>
      <dgm:t>
        <a:bodyPr/>
        <a:lstStyle/>
        <a:p>
          <a:r>
            <a:rPr lang="en-IE"/>
            <a:t>Each ant is an individual agent. Lets try to build a simple model to simulate the behaviour of an ant using these attributes:</a:t>
          </a:r>
          <a:endParaRPr lang="en-US"/>
        </a:p>
      </dgm:t>
    </dgm:pt>
    <dgm:pt modelId="{B1DF86D9-9676-465B-BC2E-0D99139AD150}" type="parTrans" cxnId="{F72FDB4F-E65E-4456-8258-A24BE259A30A}">
      <dgm:prSet/>
      <dgm:spPr/>
      <dgm:t>
        <a:bodyPr/>
        <a:lstStyle/>
        <a:p>
          <a:endParaRPr lang="en-US"/>
        </a:p>
      </dgm:t>
    </dgm:pt>
    <dgm:pt modelId="{3A62D028-F77A-47D4-BDE9-A62B3D26BA70}" type="sibTrans" cxnId="{F72FDB4F-E65E-4456-8258-A24BE259A30A}">
      <dgm:prSet/>
      <dgm:spPr/>
      <dgm:t>
        <a:bodyPr/>
        <a:lstStyle/>
        <a:p>
          <a:endParaRPr lang="en-US"/>
        </a:p>
      </dgm:t>
    </dgm:pt>
    <dgm:pt modelId="{2B6B51A6-9FE7-41F0-B153-9C54996069EB}">
      <dgm:prSet/>
      <dgm:spPr/>
      <dgm:t>
        <a:bodyPr/>
        <a:lstStyle/>
        <a:p>
          <a:r>
            <a:rPr lang="en-IE"/>
            <a:t>Hungry? (Yes / No)</a:t>
          </a:r>
          <a:endParaRPr lang="en-US"/>
        </a:p>
      </dgm:t>
    </dgm:pt>
    <dgm:pt modelId="{98A7EE3C-6963-4B5F-8370-AAD725214C1B}" type="parTrans" cxnId="{8E8CB8C3-39C8-4AD9-A453-858D4B6E82F0}">
      <dgm:prSet/>
      <dgm:spPr/>
      <dgm:t>
        <a:bodyPr/>
        <a:lstStyle/>
        <a:p>
          <a:endParaRPr lang="en-US"/>
        </a:p>
      </dgm:t>
    </dgm:pt>
    <dgm:pt modelId="{F6883366-875E-468B-A0E9-B33A580B8D4A}" type="sibTrans" cxnId="{8E8CB8C3-39C8-4AD9-A453-858D4B6E82F0}">
      <dgm:prSet/>
      <dgm:spPr/>
      <dgm:t>
        <a:bodyPr/>
        <a:lstStyle/>
        <a:p>
          <a:endParaRPr lang="en-US"/>
        </a:p>
      </dgm:t>
    </dgm:pt>
    <dgm:pt modelId="{8E2E1A03-0090-47C8-8488-73E785E07096}">
      <dgm:prSet/>
      <dgm:spPr/>
      <dgm:t>
        <a:bodyPr/>
        <a:lstStyle/>
        <a:p>
          <a:r>
            <a:rPr lang="en-IE"/>
            <a:t>Work to be done (Yes / No)</a:t>
          </a:r>
          <a:endParaRPr lang="en-US"/>
        </a:p>
      </dgm:t>
    </dgm:pt>
    <dgm:pt modelId="{E41A2F5D-457E-449D-9DB8-F70F3EAD697B}" type="parTrans" cxnId="{BFA23832-EE32-4A70-A141-76C5EE9327B6}">
      <dgm:prSet/>
      <dgm:spPr/>
      <dgm:t>
        <a:bodyPr/>
        <a:lstStyle/>
        <a:p>
          <a:endParaRPr lang="en-US"/>
        </a:p>
      </dgm:t>
    </dgm:pt>
    <dgm:pt modelId="{DDE890DB-948C-4FBD-846D-1CDE4DC136B1}" type="sibTrans" cxnId="{BFA23832-EE32-4A70-A141-76C5EE9327B6}">
      <dgm:prSet/>
      <dgm:spPr/>
      <dgm:t>
        <a:bodyPr/>
        <a:lstStyle/>
        <a:p>
          <a:endParaRPr lang="en-US"/>
        </a:p>
      </dgm:t>
    </dgm:pt>
    <dgm:pt modelId="{A2C6F65F-47AD-451B-9217-C9AF7579519E}">
      <dgm:prSet/>
      <dgm:spPr/>
      <dgm:t>
        <a:bodyPr/>
        <a:lstStyle/>
        <a:p>
          <a:r>
            <a:rPr lang="en-IE"/>
            <a:t>The output is an action taken by an ant. There are 3 options:</a:t>
          </a:r>
          <a:endParaRPr lang="en-US"/>
        </a:p>
      </dgm:t>
    </dgm:pt>
    <dgm:pt modelId="{AF6C55D6-FABE-4E12-9849-91BD27BE2F52}" type="parTrans" cxnId="{7242CEA0-8FD8-4867-B477-82305435D764}">
      <dgm:prSet/>
      <dgm:spPr/>
      <dgm:t>
        <a:bodyPr/>
        <a:lstStyle/>
        <a:p>
          <a:endParaRPr lang="en-US"/>
        </a:p>
      </dgm:t>
    </dgm:pt>
    <dgm:pt modelId="{7E520D9F-D9B8-4896-8C58-0E8D11EB1371}" type="sibTrans" cxnId="{7242CEA0-8FD8-4867-B477-82305435D764}">
      <dgm:prSet/>
      <dgm:spPr/>
      <dgm:t>
        <a:bodyPr/>
        <a:lstStyle/>
        <a:p>
          <a:endParaRPr lang="en-US"/>
        </a:p>
      </dgm:t>
    </dgm:pt>
    <dgm:pt modelId="{B2D54F47-76E1-42CE-82C0-9413AD73FB87}">
      <dgm:prSet/>
      <dgm:spPr/>
      <dgm:t>
        <a:bodyPr/>
        <a:lstStyle/>
        <a:p>
          <a:r>
            <a:rPr lang="en-IE"/>
            <a:t>Find food and eat</a:t>
          </a:r>
          <a:endParaRPr lang="en-US"/>
        </a:p>
      </dgm:t>
    </dgm:pt>
    <dgm:pt modelId="{AB8BE9A9-26ED-48DB-8D51-E22ADE1C0F22}" type="parTrans" cxnId="{F5EB9FCF-B63B-43AC-9E17-FB84F954EFA4}">
      <dgm:prSet/>
      <dgm:spPr/>
      <dgm:t>
        <a:bodyPr/>
        <a:lstStyle/>
        <a:p>
          <a:endParaRPr lang="en-US"/>
        </a:p>
      </dgm:t>
    </dgm:pt>
    <dgm:pt modelId="{1F672031-DC92-4BEA-8D40-E4675743008C}" type="sibTrans" cxnId="{F5EB9FCF-B63B-43AC-9E17-FB84F954EFA4}">
      <dgm:prSet/>
      <dgm:spPr/>
      <dgm:t>
        <a:bodyPr/>
        <a:lstStyle/>
        <a:p>
          <a:endParaRPr lang="en-US"/>
        </a:p>
      </dgm:t>
    </dgm:pt>
    <dgm:pt modelId="{AF8FBE41-5C10-49FD-A79F-9992B37FB31A}">
      <dgm:prSet/>
      <dgm:spPr/>
      <dgm:t>
        <a:bodyPr/>
        <a:lstStyle/>
        <a:p>
          <a:r>
            <a:rPr lang="en-IE"/>
            <a:t>Go to work </a:t>
          </a:r>
          <a:endParaRPr lang="en-US"/>
        </a:p>
      </dgm:t>
    </dgm:pt>
    <dgm:pt modelId="{98A92634-E3A2-40EA-8B0F-B34D5B5EF49B}" type="parTrans" cxnId="{CEDF79E0-A0C0-4237-B19E-0B81EDC18E51}">
      <dgm:prSet/>
      <dgm:spPr/>
      <dgm:t>
        <a:bodyPr/>
        <a:lstStyle/>
        <a:p>
          <a:endParaRPr lang="en-US"/>
        </a:p>
      </dgm:t>
    </dgm:pt>
    <dgm:pt modelId="{36A296CA-651C-4FDE-A462-345DD14A5A58}" type="sibTrans" cxnId="{CEDF79E0-A0C0-4237-B19E-0B81EDC18E51}">
      <dgm:prSet/>
      <dgm:spPr/>
      <dgm:t>
        <a:bodyPr/>
        <a:lstStyle/>
        <a:p>
          <a:endParaRPr lang="en-US"/>
        </a:p>
      </dgm:t>
    </dgm:pt>
    <dgm:pt modelId="{5E8FFFD0-4F08-4268-853D-DF58BDF52620}">
      <dgm:prSet/>
      <dgm:spPr/>
      <dgm:t>
        <a:bodyPr/>
        <a:lstStyle/>
        <a:p>
          <a:r>
            <a:rPr lang="en-IE"/>
            <a:t>Move with the other ants “in an army”</a:t>
          </a:r>
          <a:endParaRPr lang="en-US"/>
        </a:p>
      </dgm:t>
    </dgm:pt>
    <dgm:pt modelId="{897F0D5B-A4EF-4531-B9B9-04863CF284D2}" type="parTrans" cxnId="{7B7EA189-90BF-4545-B910-7C9D296B3A5E}">
      <dgm:prSet/>
      <dgm:spPr/>
      <dgm:t>
        <a:bodyPr/>
        <a:lstStyle/>
        <a:p>
          <a:endParaRPr lang="en-US"/>
        </a:p>
      </dgm:t>
    </dgm:pt>
    <dgm:pt modelId="{142BA13F-F6B8-47D8-B147-ACFE39F9B245}" type="sibTrans" cxnId="{7B7EA189-90BF-4545-B910-7C9D296B3A5E}">
      <dgm:prSet/>
      <dgm:spPr/>
      <dgm:t>
        <a:bodyPr/>
        <a:lstStyle/>
        <a:p>
          <a:endParaRPr lang="en-US"/>
        </a:p>
      </dgm:t>
    </dgm:pt>
    <dgm:pt modelId="{7C020598-E3B6-470B-89AB-BCDB7764C5B8}" type="pres">
      <dgm:prSet presAssocID="{8D2E34AB-B5F2-4FB5-B678-46BDB0448429}" presName="Name0" presStyleCnt="0">
        <dgm:presLayoutVars>
          <dgm:dir/>
          <dgm:animLvl val="lvl"/>
          <dgm:resizeHandles val="exact"/>
        </dgm:presLayoutVars>
      </dgm:prSet>
      <dgm:spPr/>
    </dgm:pt>
    <dgm:pt modelId="{04B28388-425F-440F-97F6-63A9AA0BF144}" type="pres">
      <dgm:prSet presAssocID="{5E6DB25C-882D-4DC8-AF3C-64B96C82805B}" presName="linNode" presStyleCnt="0"/>
      <dgm:spPr/>
    </dgm:pt>
    <dgm:pt modelId="{8AA97C88-8EEB-4EA4-BCC0-B4A1D11991CF}" type="pres">
      <dgm:prSet presAssocID="{5E6DB25C-882D-4DC8-AF3C-64B96C82805B}" presName="parentText" presStyleLbl="node1" presStyleIdx="0" presStyleCnt="2">
        <dgm:presLayoutVars>
          <dgm:chMax val="1"/>
          <dgm:bulletEnabled val="1"/>
        </dgm:presLayoutVars>
      </dgm:prSet>
      <dgm:spPr/>
    </dgm:pt>
    <dgm:pt modelId="{31054294-E918-48E1-A925-A61B3F29D7D3}" type="pres">
      <dgm:prSet presAssocID="{5E6DB25C-882D-4DC8-AF3C-64B96C82805B}" presName="descendantText" presStyleLbl="alignAccFollowNode1" presStyleIdx="0" presStyleCnt="2">
        <dgm:presLayoutVars>
          <dgm:bulletEnabled val="1"/>
        </dgm:presLayoutVars>
      </dgm:prSet>
      <dgm:spPr/>
    </dgm:pt>
    <dgm:pt modelId="{2F614E6B-B637-4ADC-8133-791FEE4D5CE3}" type="pres">
      <dgm:prSet presAssocID="{3A62D028-F77A-47D4-BDE9-A62B3D26BA70}" presName="sp" presStyleCnt="0"/>
      <dgm:spPr/>
    </dgm:pt>
    <dgm:pt modelId="{9FCFB8E9-C721-47B2-B95F-B77706CEC2BA}" type="pres">
      <dgm:prSet presAssocID="{A2C6F65F-47AD-451B-9217-C9AF7579519E}" presName="linNode" presStyleCnt="0"/>
      <dgm:spPr/>
    </dgm:pt>
    <dgm:pt modelId="{12FBAF2A-639D-4793-9306-837C247F6177}" type="pres">
      <dgm:prSet presAssocID="{A2C6F65F-47AD-451B-9217-C9AF7579519E}" presName="parentText" presStyleLbl="node1" presStyleIdx="1" presStyleCnt="2">
        <dgm:presLayoutVars>
          <dgm:chMax val="1"/>
          <dgm:bulletEnabled val="1"/>
        </dgm:presLayoutVars>
      </dgm:prSet>
      <dgm:spPr/>
    </dgm:pt>
    <dgm:pt modelId="{5A548521-6A91-4FCD-972F-5457D1CB0A5D}" type="pres">
      <dgm:prSet presAssocID="{A2C6F65F-47AD-451B-9217-C9AF7579519E}" presName="descendantText" presStyleLbl="alignAccFollowNode1" presStyleIdx="1" presStyleCnt="2">
        <dgm:presLayoutVars>
          <dgm:bulletEnabled val="1"/>
        </dgm:presLayoutVars>
      </dgm:prSet>
      <dgm:spPr/>
    </dgm:pt>
  </dgm:ptLst>
  <dgm:cxnLst>
    <dgm:cxn modelId="{4C2EF507-B462-4104-BBCF-CD0039791B8C}" type="presOf" srcId="{8D2E34AB-B5F2-4FB5-B678-46BDB0448429}" destId="{7C020598-E3B6-470B-89AB-BCDB7764C5B8}" srcOrd="0" destOrd="0" presId="urn:microsoft.com/office/officeart/2005/8/layout/vList5"/>
    <dgm:cxn modelId="{C5CADF2C-508B-4BC2-98E2-B58E723111EC}" type="presOf" srcId="{2B6B51A6-9FE7-41F0-B153-9C54996069EB}" destId="{31054294-E918-48E1-A925-A61B3F29D7D3}" srcOrd="0" destOrd="0" presId="urn:microsoft.com/office/officeart/2005/8/layout/vList5"/>
    <dgm:cxn modelId="{BFA23832-EE32-4A70-A141-76C5EE9327B6}" srcId="{5E6DB25C-882D-4DC8-AF3C-64B96C82805B}" destId="{8E2E1A03-0090-47C8-8488-73E785E07096}" srcOrd="1" destOrd="0" parTransId="{E41A2F5D-457E-449D-9DB8-F70F3EAD697B}" sibTransId="{DDE890DB-948C-4FBD-846D-1CDE4DC136B1}"/>
    <dgm:cxn modelId="{8FCCC13C-17E0-4C32-842B-C8716B778C54}" type="presOf" srcId="{8E2E1A03-0090-47C8-8488-73E785E07096}" destId="{31054294-E918-48E1-A925-A61B3F29D7D3}" srcOrd="0" destOrd="1" presId="urn:microsoft.com/office/officeart/2005/8/layout/vList5"/>
    <dgm:cxn modelId="{1839E24A-E9C6-46B4-ACDF-270EE2621BD5}" type="presOf" srcId="{5E6DB25C-882D-4DC8-AF3C-64B96C82805B}" destId="{8AA97C88-8EEB-4EA4-BCC0-B4A1D11991CF}" srcOrd="0" destOrd="0" presId="urn:microsoft.com/office/officeart/2005/8/layout/vList5"/>
    <dgm:cxn modelId="{F72FDB4F-E65E-4456-8258-A24BE259A30A}" srcId="{8D2E34AB-B5F2-4FB5-B678-46BDB0448429}" destId="{5E6DB25C-882D-4DC8-AF3C-64B96C82805B}" srcOrd="0" destOrd="0" parTransId="{B1DF86D9-9676-465B-BC2E-0D99139AD150}" sibTransId="{3A62D028-F77A-47D4-BDE9-A62B3D26BA70}"/>
    <dgm:cxn modelId="{D1589A56-0059-41E1-8B36-7A432AA59574}" type="presOf" srcId="{A2C6F65F-47AD-451B-9217-C9AF7579519E}" destId="{12FBAF2A-639D-4793-9306-837C247F6177}" srcOrd="0" destOrd="0" presId="urn:microsoft.com/office/officeart/2005/8/layout/vList5"/>
    <dgm:cxn modelId="{02FA607B-0CC3-4CDC-9818-76AA60A62F2D}" type="presOf" srcId="{5E8FFFD0-4F08-4268-853D-DF58BDF52620}" destId="{5A548521-6A91-4FCD-972F-5457D1CB0A5D}" srcOrd="0" destOrd="2" presId="urn:microsoft.com/office/officeart/2005/8/layout/vList5"/>
    <dgm:cxn modelId="{7B7EA189-90BF-4545-B910-7C9D296B3A5E}" srcId="{A2C6F65F-47AD-451B-9217-C9AF7579519E}" destId="{5E8FFFD0-4F08-4268-853D-DF58BDF52620}" srcOrd="2" destOrd="0" parTransId="{897F0D5B-A4EF-4531-B9B9-04863CF284D2}" sibTransId="{142BA13F-F6B8-47D8-B147-ACFE39F9B245}"/>
    <dgm:cxn modelId="{7242CEA0-8FD8-4867-B477-82305435D764}" srcId="{8D2E34AB-B5F2-4FB5-B678-46BDB0448429}" destId="{A2C6F65F-47AD-451B-9217-C9AF7579519E}" srcOrd="1" destOrd="0" parTransId="{AF6C55D6-FABE-4E12-9849-91BD27BE2F52}" sibTransId="{7E520D9F-D9B8-4896-8C58-0E8D11EB1371}"/>
    <dgm:cxn modelId="{76F4D8A3-AFE8-4235-A0E8-C33ECB457885}" type="presOf" srcId="{B2D54F47-76E1-42CE-82C0-9413AD73FB87}" destId="{5A548521-6A91-4FCD-972F-5457D1CB0A5D}" srcOrd="0" destOrd="0" presId="urn:microsoft.com/office/officeart/2005/8/layout/vList5"/>
    <dgm:cxn modelId="{8E8CB8C3-39C8-4AD9-A453-858D4B6E82F0}" srcId="{5E6DB25C-882D-4DC8-AF3C-64B96C82805B}" destId="{2B6B51A6-9FE7-41F0-B153-9C54996069EB}" srcOrd="0" destOrd="0" parTransId="{98A7EE3C-6963-4B5F-8370-AAD725214C1B}" sibTransId="{F6883366-875E-468B-A0E9-B33A580B8D4A}"/>
    <dgm:cxn modelId="{F5EB9FCF-B63B-43AC-9E17-FB84F954EFA4}" srcId="{A2C6F65F-47AD-451B-9217-C9AF7579519E}" destId="{B2D54F47-76E1-42CE-82C0-9413AD73FB87}" srcOrd="0" destOrd="0" parTransId="{AB8BE9A9-26ED-48DB-8D51-E22ADE1C0F22}" sibTransId="{1F672031-DC92-4BEA-8D40-E4675743008C}"/>
    <dgm:cxn modelId="{CEDF79E0-A0C0-4237-B19E-0B81EDC18E51}" srcId="{A2C6F65F-47AD-451B-9217-C9AF7579519E}" destId="{AF8FBE41-5C10-49FD-A79F-9992B37FB31A}" srcOrd="1" destOrd="0" parTransId="{98A92634-E3A2-40EA-8B0F-B34D5B5EF49B}" sibTransId="{36A296CA-651C-4FDE-A462-345DD14A5A58}"/>
    <dgm:cxn modelId="{2BE95CEA-DFE9-46D8-90E1-3B9501E06073}" type="presOf" srcId="{AF8FBE41-5C10-49FD-A79F-9992B37FB31A}" destId="{5A548521-6A91-4FCD-972F-5457D1CB0A5D}" srcOrd="0" destOrd="1" presId="urn:microsoft.com/office/officeart/2005/8/layout/vList5"/>
    <dgm:cxn modelId="{BA7C6507-83DE-4F92-B1B6-69AA32F87DCF}" type="presParOf" srcId="{7C020598-E3B6-470B-89AB-BCDB7764C5B8}" destId="{04B28388-425F-440F-97F6-63A9AA0BF144}" srcOrd="0" destOrd="0" presId="urn:microsoft.com/office/officeart/2005/8/layout/vList5"/>
    <dgm:cxn modelId="{AD34AB4A-A14B-4740-88C5-841509D6EE8D}" type="presParOf" srcId="{04B28388-425F-440F-97F6-63A9AA0BF144}" destId="{8AA97C88-8EEB-4EA4-BCC0-B4A1D11991CF}" srcOrd="0" destOrd="0" presId="urn:microsoft.com/office/officeart/2005/8/layout/vList5"/>
    <dgm:cxn modelId="{453A0641-0950-40FE-8C98-0CF83A799877}" type="presParOf" srcId="{04B28388-425F-440F-97F6-63A9AA0BF144}" destId="{31054294-E918-48E1-A925-A61B3F29D7D3}" srcOrd="1" destOrd="0" presId="urn:microsoft.com/office/officeart/2005/8/layout/vList5"/>
    <dgm:cxn modelId="{8328F4E3-1093-4F61-BD2B-AD45951FBA4D}" type="presParOf" srcId="{7C020598-E3B6-470B-89AB-BCDB7764C5B8}" destId="{2F614E6B-B637-4ADC-8133-791FEE4D5CE3}" srcOrd="1" destOrd="0" presId="urn:microsoft.com/office/officeart/2005/8/layout/vList5"/>
    <dgm:cxn modelId="{7E796AA5-AF1F-459F-ABC9-A6B6136F7AE4}" type="presParOf" srcId="{7C020598-E3B6-470B-89AB-BCDB7764C5B8}" destId="{9FCFB8E9-C721-47B2-B95F-B77706CEC2BA}" srcOrd="2" destOrd="0" presId="urn:microsoft.com/office/officeart/2005/8/layout/vList5"/>
    <dgm:cxn modelId="{10E9E165-942B-421A-BA27-D288097E4A63}" type="presParOf" srcId="{9FCFB8E9-C721-47B2-B95F-B77706CEC2BA}" destId="{12FBAF2A-639D-4793-9306-837C247F6177}" srcOrd="0" destOrd="0" presId="urn:microsoft.com/office/officeart/2005/8/layout/vList5"/>
    <dgm:cxn modelId="{250566A0-E9ED-46B0-80DA-716B65543A35}" type="presParOf" srcId="{9FCFB8E9-C721-47B2-B95F-B77706CEC2BA}" destId="{5A548521-6A91-4FCD-972F-5457D1CB0A5D}"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2332862-E469-4DF6-85B2-339101E1AD33}"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96ECD93F-A731-4048-8766-4AC35F0A3BBE}">
      <dgm:prSet/>
      <dgm:spPr/>
      <dgm:t>
        <a:bodyPr/>
        <a:lstStyle/>
        <a:p>
          <a:r>
            <a:rPr lang="en-IE"/>
            <a:t>Helps to describe complex environments, from swarms of locusts to motorists in traffic, by applying a simple set of rules to an individuals behaviour</a:t>
          </a:r>
          <a:endParaRPr lang="en-US"/>
        </a:p>
      </dgm:t>
    </dgm:pt>
    <dgm:pt modelId="{9BBB7021-E081-4DBD-9D4D-942CFBA881AE}" type="parTrans" cxnId="{735D31B8-3F9A-4ADA-B07D-F6DE7D61CFDE}">
      <dgm:prSet/>
      <dgm:spPr/>
      <dgm:t>
        <a:bodyPr/>
        <a:lstStyle/>
        <a:p>
          <a:endParaRPr lang="en-US"/>
        </a:p>
      </dgm:t>
    </dgm:pt>
    <dgm:pt modelId="{C7092A74-158F-4F1D-A31A-6DA2AB53288F}" type="sibTrans" cxnId="{735D31B8-3F9A-4ADA-B07D-F6DE7D61CFDE}">
      <dgm:prSet/>
      <dgm:spPr/>
      <dgm:t>
        <a:bodyPr/>
        <a:lstStyle/>
        <a:p>
          <a:endParaRPr lang="en-US"/>
        </a:p>
      </dgm:t>
    </dgm:pt>
    <dgm:pt modelId="{5D7EBAD6-F828-482A-A784-4E641E995EB1}">
      <dgm:prSet/>
      <dgm:spPr/>
      <dgm:t>
        <a:bodyPr/>
        <a:lstStyle/>
        <a:p>
          <a:r>
            <a:rPr lang="en-IE"/>
            <a:t>Companies or governments can develop ABMs to test specific scenarios before they happen and this is particularly valuable when the outcome may be negative e.g spread of covid-19 at a rate that could not be managed by the health service</a:t>
          </a:r>
          <a:endParaRPr lang="en-US"/>
        </a:p>
      </dgm:t>
    </dgm:pt>
    <dgm:pt modelId="{D6BA3BDF-DFC3-4085-9EF4-1709C6FA1D74}" type="parTrans" cxnId="{A68E7BA1-0613-4CD6-B08D-5D73F701BB73}">
      <dgm:prSet/>
      <dgm:spPr/>
      <dgm:t>
        <a:bodyPr/>
        <a:lstStyle/>
        <a:p>
          <a:endParaRPr lang="en-US"/>
        </a:p>
      </dgm:t>
    </dgm:pt>
    <dgm:pt modelId="{445646CB-4680-409C-B5B2-DF6358AA4A1F}" type="sibTrans" cxnId="{A68E7BA1-0613-4CD6-B08D-5D73F701BB73}">
      <dgm:prSet/>
      <dgm:spPr/>
      <dgm:t>
        <a:bodyPr/>
        <a:lstStyle/>
        <a:p>
          <a:endParaRPr lang="en-US"/>
        </a:p>
      </dgm:t>
    </dgm:pt>
    <dgm:pt modelId="{0C05DA43-7B47-4C67-949A-469F36405757}">
      <dgm:prSet/>
      <dgm:spPr/>
      <dgm:t>
        <a:bodyPr/>
        <a:lstStyle/>
        <a:p>
          <a:r>
            <a:rPr lang="en-IE"/>
            <a:t>It can be quite easy to work out the basic set of rules for an agent, even in a very complex environment. ABM using such rules can often simulate real environments remarkably well.</a:t>
          </a:r>
          <a:endParaRPr lang="en-US"/>
        </a:p>
      </dgm:t>
    </dgm:pt>
    <dgm:pt modelId="{DC77A85D-6560-4D6B-8367-DAA8276C8CC3}" type="parTrans" cxnId="{36E723A5-E2DC-4C82-8971-65580CBA82DB}">
      <dgm:prSet/>
      <dgm:spPr/>
      <dgm:t>
        <a:bodyPr/>
        <a:lstStyle/>
        <a:p>
          <a:endParaRPr lang="en-US"/>
        </a:p>
      </dgm:t>
    </dgm:pt>
    <dgm:pt modelId="{F5C1B3E9-A2C8-494B-9D95-D5A0D43FB570}" type="sibTrans" cxnId="{36E723A5-E2DC-4C82-8971-65580CBA82DB}">
      <dgm:prSet/>
      <dgm:spPr/>
      <dgm:t>
        <a:bodyPr/>
        <a:lstStyle/>
        <a:p>
          <a:endParaRPr lang="en-US"/>
        </a:p>
      </dgm:t>
    </dgm:pt>
    <dgm:pt modelId="{1484B2A3-74C1-4A54-88FF-3826E2549963}" type="pres">
      <dgm:prSet presAssocID="{A2332862-E469-4DF6-85B2-339101E1AD33}" presName="vert0" presStyleCnt="0">
        <dgm:presLayoutVars>
          <dgm:dir/>
          <dgm:animOne val="branch"/>
          <dgm:animLvl val="lvl"/>
        </dgm:presLayoutVars>
      </dgm:prSet>
      <dgm:spPr/>
    </dgm:pt>
    <dgm:pt modelId="{FC94A9BF-059F-49EF-BFF8-13BBE9649DDD}" type="pres">
      <dgm:prSet presAssocID="{96ECD93F-A731-4048-8766-4AC35F0A3BBE}" presName="thickLine" presStyleLbl="alignNode1" presStyleIdx="0" presStyleCnt="3"/>
      <dgm:spPr/>
    </dgm:pt>
    <dgm:pt modelId="{6EF6E56F-07E8-4545-89C3-98CDE05224FA}" type="pres">
      <dgm:prSet presAssocID="{96ECD93F-A731-4048-8766-4AC35F0A3BBE}" presName="horz1" presStyleCnt="0"/>
      <dgm:spPr/>
    </dgm:pt>
    <dgm:pt modelId="{462E2E03-44F9-45AC-AE82-8EB769F0A238}" type="pres">
      <dgm:prSet presAssocID="{96ECD93F-A731-4048-8766-4AC35F0A3BBE}" presName="tx1" presStyleLbl="revTx" presStyleIdx="0" presStyleCnt="3"/>
      <dgm:spPr/>
    </dgm:pt>
    <dgm:pt modelId="{2D136AB2-BCB9-47E7-B6C3-06D18ABF6092}" type="pres">
      <dgm:prSet presAssocID="{96ECD93F-A731-4048-8766-4AC35F0A3BBE}" presName="vert1" presStyleCnt="0"/>
      <dgm:spPr/>
    </dgm:pt>
    <dgm:pt modelId="{AB88ADE2-4D00-4365-A368-DF4062B57698}" type="pres">
      <dgm:prSet presAssocID="{5D7EBAD6-F828-482A-A784-4E641E995EB1}" presName="thickLine" presStyleLbl="alignNode1" presStyleIdx="1" presStyleCnt="3"/>
      <dgm:spPr/>
    </dgm:pt>
    <dgm:pt modelId="{B7AB402C-412A-409E-88BC-D8684147B8D8}" type="pres">
      <dgm:prSet presAssocID="{5D7EBAD6-F828-482A-A784-4E641E995EB1}" presName="horz1" presStyleCnt="0"/>
      <dgm:spPr/>
    </dgm:pt>
    <dgm:pt modelId="{B11D37EF-A906-4D94-BB7C-BAF878B9AE63}" type="pres">
      <dgm:prSet presAssocID="{5D7EBAD6-F828-482A-A784-4E641E995EB1}" presName="tx1" presStyleLbl="revTx" presStyleIdx="1" presStyleCnt="3"/>
      <dgm:spPr/>
    </dgm:pt>
    <dgm:pt modelId="{EC088847-B63B-4B93-863A-66FAC9269B44}" type="pres">
      <dgm:prSet presAssocID="{5D7EBAD6-F828-482A-A784-4E641E995EB1}" presName="vert1" presStyleCnt="0"/>
      <dgm:spPr/>
    </dgm:pt>
    <dgm:pt modelId="{3255C72A-E40F-4FCF-A650-34D6994CC549}" type="pres">
      <dgm:prSet presAssocID="{0C05DA43-7B47-4C67-949A-469F36405757}" presName="thickLine" presStyleLbl="alignNode1" presStyleIdx="2" presStyleCnt="3"/>
      <dgm:spPr/>
    </dgm:pt>
    <dgm:pt modelId="{D11CCAE7-609C-428B-BC5D-33CDBF164D47}" type="pres">
      <dgm:prSet presAssocID="{0C05DA43-7B47-4C67-949A-469F36405757}" presName="horz1" presStyleCnt="0"/>
      <dgm:spPr/>
    </dgm:pt>
    <dgm:pt modelId="{8D9882D8-4234-45F3-8428-F72429456263}" type="pres">
      <dgm:prSet presAssocID="{0C05DA43-7B47-4C67-949A-469F36405757}" presName="tx1" presStyleLbl="revTx" presStyleIdx="2" presStyleCnt="3"/>
      <dgm:spPr/>
    </dgm:pt>
    <dgm:pt modelId="{7FCCF8FF-82EA-40E4-8EF2-4399C7CF5F05}" type="pres">
      <dgm:prSet presAssocID="{0C05DA43-7B47-4C67-949A-469F36405757}" presName="vert1" presStyleCnt="0"/>
      <dgm:spPr/>
    </dgm:pt>
  </dgm:ptLst>
  <dgm:cxnLst>
    <dgm:cxn modelId="{C8385471-D4F9-425C-B24A-71A64D054F2C}" type="presOf" srcId="{96ECD93F-A731-4048-8766-4AC35F0A3BBE}" destId="{462E2E03-44F9-45AC-AE82-8EB769F0A238}" srcOrd="0" destOrd="0" presId="urn:microsoft.com/office/officeart/2008/layout/LinedList"/>
    <dgm:cxn modelId="{A68E7BA1-0613-4CD6-B08D-5D73F701BB73}" srcId="{A2332862-E469-4DF6-85B2-339101E1AD33}" destId="{5D7EBAD6-F828-482A-A784-4E641E995EB1}" srcOrd="1" destOrd="0" parTransId="{D6BA3BDF-DFC3-4085-9EF4-1709C6FA1D74}" sibTransId="{445646CB-4680-409C-B5B2-DF6358AA4A1F}"/>
    <dgm:cxn modelId="{F70048A3-EA34-4610-86D5-41D111D5CC3B}" type="presOf" srcId="{0C05DA43-7B47-4C67-949A-469F36405757}" destId="{8D9882D8-4234-45F3-8428-F72429456263}" srcOrd="0" destOrd="0" presId="urn:microsoft.com/office/officeart/2008/layout/LinedList"/>
    <dgm:cxn modelId="{36E723A5-E2DC-4C82-8971-65580CBA82DB}" srcId="{A2332862-E469-4DF6-85B2-339101E1AD33}" destId="{0C05DA43-7B47-4C67-949A-469F36405757}" srcOrd="2" destOrd="0" parTransId="{DC77A85D-6560-4D6B-8367-DAA8276C8CC3}" sibTransId="{F5C1B3E9-A2C8-494B-9D95-D5A0D43FB570}"/>
    <dgm:cxn modelId="{735D31B8-3F9A-4ADA-B07D-F6DE7D61CFDE}" srcId="{A2332862-E469-4DF6-85B2-339101E1AD33}" destId="{96ECD93F-A731-4048-8766-4AC35F0A3BBE}" srcOrd="0" destOrd="0" parTransId="{9BBB7021-E081-4DBD-9D4D-942CFBA881AE}" sibTransId="{C7092A74-158F-4F1D-A31A-6DA2AB53288F}"/>
    <dgm:cxn modelId="{AC865BB9-695E-4D42-93B1-5669FD11E536}" type="presOf" srcId="{5D7EBAD6-F828-482A-A784-4E641E995EB1}" destId="{B11D37EF-A906-4D94-BB7C-BAF878B9AE63}" srcOrd="0" destOrd="0" presId="urn:microsoft.com/office/officeart/2008/layout/LinedList"/>
    <dgm:cxn modelId="{A3A1E9FB-6CA6-4535-B198-08B3827FCD5C}" type="presOf" srcId="{A2332862-E469-4DF6-85B2-339101E1AD33}" destId="{1484B2A3-74C1-4A54-88FF-3826E2549963}" srcOrd="0" destOrd="0" presId="urn:microsoft.com/office/officeart/2008/layout/LinedList"/>
    <dgm:cxn modelId="{0E58FA1F-F3D2-4812-89C6-3C51E35D8343}" type="presParOf" srcId="{1484B2A3-74C1-4A54-88FF-3826E2549963}" destId="{FC94A9BF-059F-49EF-BFF8-13BBE9649DDD}" srcOrd="0" destOrd="0" presId="urn:microsoft.com/office/officeart/2008/layout/LinedList"/>
    <dgm:cxn modelId="{7D6B6CAC-0D3F-4B0F-8C81-A75BE964E3DC}" type="presParOf" srcId="{1484B2A3-74C1-4A54-88FF-3826E2549963}" destId="{6EF6E56F-07E8-4545-89C3-98CDE05224FA}" srcOrd="1" destOrd="0" presId="urn:microsoft.com/office/officeart/2008/layout/LinedList"/>
    <dgm:cxn modelId="{1E044D9E-E486-4F6C-BED0-5CBE5A9FD14B}" type="presParOf" srcId="{6EF6E56F-07E8-4545-89C3-98CDE05224FA}" destId="{462E2E03-44F9-45AC-AE82-8EB769F0A238}" srcOrd="0" destOrd="0" presId="urn:microsoft.com/office/officeart/2008/layout/LinedList"/>
    <dgm:cxn modelId="{E086D87A-A1D1-4E32-86F0-BDECB1E4E7FA}" type="presParOf" srcId="{6EF6E56F-07E8-4545-89C3-98CDE05224FA}" destId="{2D136AB2-BCB9-47E7-B6C3-06D18ABF6092}" srcOrd="1" destOrd="0" presId="urn:microsoft.com/office/officeart/2008/layout/LinedList"/>
    <dgm:cxn modelId="{4CADB780-AA26-4166-BC9C-369639735E0E}" type="presParOf" srcId="{1484B2A3-74C1-4A54-88FF-3826E2549963}" destId="{AB88ADE2-4D00-4365-A368-DF4062B57698}" srcOrd="2" destOrd="0" presId="urn:microsoft.com/office/officeart/2008/layout/LinedList"/>
    <dgm:cxn modelId="{30F80131-A361-4793-90AC-F1EFA43B59F4}" type="presParOf" srcId="{1484B2A3-74C1-4A54-88FF-3826E2549963}" destId="{B7AB402C-412A-409E-88BC-D8684147B8D8}" srcOrd="3" destOrd="0" presId="urn:microsoft.com/office/officeart/2008/layout/LinedList"/>
    <dgm:cxn modelId="{22D12239-A023-441F-8297-683DCF558C2D}" type="presParOf" srcId="{B7AB402C-412A-409E-88BC-D8684147B8D8}" destId="{B11D37EF-A906-4D94-BB7C-BAF878B9AE63}" srcOrd="0" destOrd="0" presId="urn:microsoft.com/office/officeart/2008/layout/LinedList"/>
    <dgm:cxn modelId="{EE6CDDA7-1B92-49B7-914D-B5EC6F1F7256}" type="presParOf" srcId="{B7AB402C-412A-409E-88BC-D8684147B8D8}" destId="{EC088847-B63B-4B93-863A-66FAC9269B44}" srcOrd="1" destOrd="0" presId="urn:microsoft.com/office/officeart/2008/layout/LinedList"/>
    <dgm:cxn modelId="{97BC933A-3E1B-4DE7-9356-06EE2CA9F98A}" type="presParOf" srcId="{1484B2A3-74C1-4A54-88FF-3826E2549963}" destId="{3255C72A-E40F-4FCF-A650-34D6994CC549}" srcOrd="4" destOrd="0" presId="urn:microsoft.com/office/officeart/2008/layout/LinedList"/>
    <dgm:cxn modelId="{2F18A866-5A9D-4092-97DA-0772C8814CFC}" type="presParOf" srcId="{1484B2A3-74C1-4A54-88FF-3826E2549963}" destId="{D11CCAE7-609C-428B-BC5D-33CDBF164D47}" srcOrd="5" destOrd="0" presId="urn:microsoft.com/office/officeart/2008/layout/LinedList"/>
    <dgm:cxn modelId="{1B30D61B-F895-436D-891E-4C465929EF53}" type="presParOf" srcId="{D11CCAE7-609C-428B-BC5D-33CDBF164D47}" destId="{8D9882D8-4234-45F3-8428-F72429456263}" srcOrd="0" destOrd="0" presId="urn:microsoft.com/office/officeart/2008/layout/LinedList"/>
    <dgm:cxn modelId="{A641A44E-8C74-44F1-9D20-F2831650111D}" type="presParOf" srcId="{D11CCAE7-609C-428B-BC5D-33CDBF164D47}" destId="{7FCCF8FF-82EA-40E4-8EF2-4399C7CF5F0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D317B2E-DB3D-46C7-8DC8-D61C42C47180}"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CD97646D-EC44-48D8-93E5-D5EAAEC1317C}">
      <dgm:prSet/>
      <dgm:spPr/>
      <dgm:t>
        <a:bodyPr/>
        <a:lstStyle/>
        <a:p>
          <a:r>
            <a:rPr lang="en-IE"/>
            <a:t>If an agent or an environment are new and perhaps untested, an ABM can be used for simulations to examine emergent behaviours. These are the behaviours that are observed in the environment as a whole but are not observed in the individual agents. The behaviours only emerge when the agents interact with the environment.</a:t>
          </a:r>
          <a:endParaRPr lang="en-US"/>
        </a:p>
      </dgm:t>
    </dgm:pt>
    <dgm:pt modelId="{53D1D407-14EF-402A-97DC-EC68AC0FECFA}" type="parTrans" cxnId="{28E23000-69D0-41C4-A749-8D5E65C078A7}">
      <dgm:prSet/>
      <dgm:spPr/>
      <dgm:t>
        <a:bodyPr/>
        <a:lstStyle/>
        <a:p>
          <a:endParaRPr lang="en-US"/>
        </a:p>
      </dgm:t>
    </dgm:pt>
    <dgm:pt modelId="{FA06EB36-7B18-4414-8273-589F0B0B313F}" type="sibTrans" cxnId="{28E23000-69D0-41C4-A749-8D5E65C078A7}">
      <dgm:prSet/>
      <dgm:spPr/>
      <dgm:t>
        <a:bodyPr/>
        <a:lstStyle/>
        <a:p>
          <a:endParaRPr lang="en-US"/>
        </a:p>
      </dgm:t>
    </dgm:pt>
    <dgm:pt modelId="{70B809DC-D0AF-4FBC-9670-01777D862E84}">
      <dgm:prSet/>
      <dgm:spPr/>
      <dgm:t>
        <a:bodyPr/>
        <a:lstStyle/>
        <a:p>
          <a:r>
            <a:rPr lang="en-IE"/>
            <a:t>E.g if you build a model for commuters (the agents) and their preferences, an ABM could be built of a proposed new road or traffic control system and then simulations to examine whether it might help to get more commuters to work on time</a:t>
          </a:r>
          <a:endParaRPr lang="en-US"/>
        </a:p>
      </dgm:t>
    </dgm:pt>
    <dgm:pt modelId="{2CAEA8DD-3A7F-4042-BC55-A62D841C67C5}" type="parTrans" cxnId="{0854BB72-AF35-4A65-BBB9-66ABB8DF1A09}">
      <dgm:prSet/>
      <dgm:spPr/>
      <dgm:t>
        <a:bodyPr/>
        <a:lstStyle/>
        <a:p>
          <a:endParaRPr lang="en-US"/>
        </a:p>
      </dgm:t>
    </dgm:pt>
    <dgm:pt modelId="{075C806A-D804-48BC-A2E6-A0359A07AAC8}" type="sibTrans" cxnId="{0854BB72-AF35-4A65-BBB9-66ABB8DF1A09}">
      <dgm:prSet/>
      <dgm:spPr/>
      <dgm:t>
        <a:bodyPr/>
        <a:lstStyle/>
        <a:p>
          <a:endParaRPr lang="en-US"/>
        </a:p>
      </dgm:t>
    </dgm:pt>
    <dgm:pt modelId="{B8B1EB41-5E37-4996-98DE-F47BA2CD22D7}" type="pres">
      <dgm:prSet presAssocID="{4D317B2E-DB3D-46C7-8DC8-D61C42C47180}" presName="linear" presStyleCnt="0">
        <dgm:presLayoutVars>
          <dgm:animLvl val="lvl"/>
          <dgm:resizeHandles val="exact"/>
        </dgm:presLayoutVars>
      </dgm:prSet>
      <dgm:spPr/>
    </dgm:pt>
    <dgm:pt modelId="{E015B3B4-9F28-466E-85C0-46D13CE954E5}" type="pres">
      <dgm:prSet presAssocID="{CD97646D-EC44-48D8-93E5-D5EAAEC1317C}" presName="parentText" presStyleLbl="node1" presStyleIdx="0" presStyleCnt="2">
        <dgm:presLayoutVars>
          <dgm:chMax val="0"/>
          <dgm:bulletEnabled val="1"/>
        </dgm:presLayoutVars>
      </dgm:prSet>
      <dgm:spPr/>
    </dgm:pt>
    <dgm:pt modelId="{B91DA5F3-5A21-47D6-B191-EAEA46DB58B9}" type="pres">
      <dgm:prSet presAssocID="{FA06EB36-7B18-4414-8273-589F0B0B313F}" presName="spacer" presStyleCnt="0"/>
      <dgm:spPr/>
    </dgm:pt>
    <dgm:pt modelId="{C2102B2B-9F3E-4571-A405-32F1AEC2F138}" type="pres">
      <dgm:prSet presAssocID="{70B809DC-D0AF-4FBC-9670-01777D862E84}" presName="parentText" presStyleLbl="node1" presStyleIdx="1" presStyleCnt="2">
        <dgm:presLayoutVars>
          <dgm:chMax val="0"/>
          <dgm:bulletEnabled val="1"/>
        </dgm:presLayoutVars>
      </dgm:prSet>
      <dgm:spPr/>
    </dgm:pt>
  </dgm:ptLst>
  <dgm:cxnLst>
    <dgm:cxn modelId="{28E23000-69D0-41C4-A749-8D5E65C078A7}" srcId="{4D317B2E-DB3D-46C7-8DC8-D61C42C47180}" destId="{CD97646D-EC44-48D8-93E5-D5EAAEC1317C}" srcOrd="0" destOrd="0" parTransId="{53D1D407-14EF-402A-97DC-EC68AC0FECFA}" sibTransId="{FA06EB36-7B18-4414-8273-589F0B0B313F}"/>
    <dgm:cxn modelId="{453C7933-2582-49AC-ABC6-8D56AEFD8244}" type="presOf" srcId="{70B809DC-D0AF-4FBC-9670-01777D862E84}" destId="{C2102B2B-9F3E-4571-A405-32F1AEC2F138}" srcOrd="0" destOrd="0" presId="urn:microsoft.com/office/officeart/2005/8/layout/vList2"/>
    <dgm:cxn modelId="{407DAD43-824D-4675-8847-ABDA54A7CE2B}" type="presOf" srcId="{CD97646D-EC44-48D8-93E5-D5EAAEC1317C}" destId="{E015B3B4-9F28-466E-85C0-46D13CE954E5}" srcOrd="0" destOrd="0" presId="urn:microsoft.com/office/officeart/2005/8/layout/vList2"/>
    <dgm:cxn modelId="{0854BB72-AF35-4A65-BBB9-66ABB8DF1A09}" srcId="{4D317B2E-DB3D-46C7-8DC8-D61C42C47180}" destId="{70B809DC-D0AF-4FBC-9670-01777D862E84}" srcOrd="1" destOrd="0" parTransId="{2CAEA8DD-3A7F-4042-BC55-A62D841C67C5}" sibTransId="{075C806A-D804-48BC-A2E6-A0359A07AAC8}"/>
    <dgm:cxn modelId="{6579DDB5-435F-49A2-98D4-BA53DECB8B95}" type="presOf" srcId="{4D317B2E-DB3D-46C7-8DC8-D61C42C47180}" destId="{B8B1EB41-5E37-4996-98DE-F47BA2CD22D7}" srcOrd="0" destOrd="0" presId="urn:microsoft.com/office/officeart/2005/8/layout/vList2"/>
    <dgm:cxn modelId="{C8956643-1647-406E-A0FE-B716A7C6DC4B}" type="presParOf" srcId="{B8B1EB41-5E37-4996-98DE-F47BA2CD22D7}" destId="{E015B3B4-9F28-466E-85C0-46D13CE954E5}" srcOrd="0" destOrd="0" presId="urn:microsoft.com/office/officeart/2005/8/layout/vList2"/>
    <dgm:cxn modelId="{FC280D24-8AD8-425F-8764-26EE3F5A8A46}" type="presParOf" srcId="{B8B1EB41-5E37-4996-98DE-F47BA2CD22D7}" destId="{B91DA5F3-5A21-47D6-B191-EAEA46DB58B9}" srcOrd="1" destOrd="0" presId="urn:microsoft.com/office/officeart/2005/8/layout/vList2"/>
    <dgm:cxn modelId="{36E7F365-75F0-4CDE-B9C6-ED29A201652C}" type="presParOf" srcId="{B8B1EB41-5E37-4996-98DE-F47BA2CD22D7}" destId="{C2102B2B-9F3E-4571-A405-32F1AEC2F138}"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CF1C32F-B3C5-41E2-9264-11408B067DFF}"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8A804FC7-063B-4C26-906A-AD4FD2DDC153}">
      <dgm:prSet/>
      <dgm:spPr/>
      <dgm:t>
        <a:bodyPr/>
        <a:lstStyle/>
        <a:p>
          <a:r>
            <a:rPr lang="en-IE">
              <a:hlinkClick xmlns:r="http://schemas.openxmlformats.org/officeDocument/2006/relationships" r:id="rId1"/>
            </a:rPr>
            <a:t>https://traffic-simulation.de/</a:t>
          </a:r>
          <a:endParaRPr lang="en-US"/>
        </a:p>
      </dgm:t>
    </dgm:pt>
    <dgm:pt modelId="{A9FF88AE-3724-496E-A95A-BD2D689DBBA0}" type="parTrans" cxnId="{C31C0947-7491-43EE-A580-710952B37374}">
      <dgm:prSet/>
      <dgm:spPr/>
      <dgm:t>
        <a:bodyPr/>
        <a:lstStyle/>
        <a:p>
          <a:endParaRPr lang="en-US"/>
        </a:p>
      </dgm:t>
    </dgm:pt>
    <dgm:pt modelId="{410397DD-242E-44CF-9FE3-C15E93FA87BB}" type="sibTrans" cxnId="{C31C0947-7491-43EE-A580-710952B37374}">
      <dgm:prSet/>
      <dgm:spPr/>
      <dgm:t>
        <a:bodyPr/>
        <a:lstStyle/>
        <a:p>
          <a:endParaRPr lang="en-US"/>
        </a:p>
      </dgm:t>
    </dgm:pt>
    <dgm:pt modelId="{58EAA7F9-CDAA-4CA6-8D84-0632EA855ABD}">
      <dgm:prSet/>
      <dgm:spPr/>
      <dgm:t>
        <a:bodyPr/>
        <a:lstStyle/>
        <a:p>
          <a:r>
            <a:rPr lang="en-IE">
              <a:hlinkClick xmlns:r="http://schemas.openxmlformats.org/officeDocument/2006/relationships" r:id="rId2"/>
            </a:rPr>
            <a:t>http://www.natureincode.com/code/various/ants.html</a:t>
          </a:r>
          <a:endParaRPr lang="en-US"/>
        </a:p>
      </dgm:t>
    </dgm:pt>
    <dgm:pt modelId="{0CF02007-DBF7-443C-9E99-FF694DC893ED}" type="parTrans" cxnId="{D76F050D-3DEC-4440-AD74-12C1B9FBD453}">
      <dgm:prSet/>
      <dgm:spPr/>
      <dgm:t>
        <a:bodyPr/>
        <a:lstStyle/>
        <a:p>
          <a:endParaRPr lang="en-US"/>
        </a:p>
      </dgm:t>
    </dgm:pt>
    <dgm:pt modelId="{BD35A88C-AB65-4DD4-9F46-C606C18E5F07}" type="sibTrans" cxnId="{D76F050D-3DEC-4440-AD74-12C1B9FBD453}">
      <dgm:prSet/>
      <dgm:spPr/>
      <dgm:t>
        <a:bodyPr/>
        <a:lstStyle/>
        <a:p>
          <a:endParaRPr lang="en-US"/>
        </a:p>
      </dgm:t>
    </dgm:pt>
    <dgm:pt modelId="{6972BB86-52D0-45DA-B988-E6D9D6C9DC3D}" type="pres">
      <dgm:prSet presAssocID="{4CF1C32F-B3C5-41E2-9264-11408B067DFF}" presName="linear" presStyleCnt="0">
        <dgm:presLayoutVars>
          <dgm:animLvl val="lvl"/>
          <dgm:resizeHandles val="exact"/>
        </dgm:presLayoutVars>
      </dgm:prSet>
      <dgm:spPr/>
    </dgm:pt>
    <dgm:pt modelId="{7A0CC981-7CFC-42B9-B0CA-4E7A4C94E2E6}" type="pres">
      <dgm:prSet presAssocID="{8A804FC7-063B-4C26-906A-AD4FD2DDC153}" presName="parentText" presStyleLbl="node1" presStyleIdx="0" presStyleCnt="2">
        <dgm:presLayoutVars>
          <dgm:chMax val="0"/>
          <dgm:bulletEnabled val="1"/>
        </dgm:presLayoutVars>
      </dgm:prSet>
      <dgm:spPr/>
    </dgm:pt>
    <dgm:pt modelId="{677787C3-C552-42D9-9881-D75160A02914}" type="pres">
      <dgm:prSet presAssocID="{410397DD-242E-44CF-9FE3-C15E93FA87BB}" presName="spacer" presStyleCnt="0"/>
      <dgm:spPr/>
    </dgm:pt>
    <dgm:pt modelId="{67D9483C-1206-4871-A0C7-66DD99B5AC45}" type="pres">
      <dgm:prSet presAssocID="{58EAA7F9-CDAA-4CA6-8D84-0632EA855ABD}" presName="parentText" presStyleLbl="node1" presStyleIdx="1" presStyleCnt="2">
        <dgm:presLayoutVars>
          <dgm:chMax val="0"/>
          <dgm:bulletEnabled val="1"/>
        </dgm:presLayoutVars>
      </dgm:prSet>
      <dgm:spPr/>
    </dgm:pt>
  </dgm:ptLst>
  <dgm:cxnLst>
    <dgm:cxn modelId="{D76F050D-3DEC-4440-AD74-12C1B9FBD453}" srcId="{4CF1C32F-B3C5-41E2-9264-11408B067DFF}" destId="{58EAA7F9-CDAA-4CA6-8D84-0632EA855ABD}" srcOrd="1" destOrd="0" parTransId="{0CF02007-DBF7-443C-9E99-FF694DC893ED}" sibTransId="{BD35A88C-AB65-4DD4-9F46-C606C18E5F07}"/>
    <dgm:cxn modelId="{C31C0947-7491-43EE-A580-710952B37374}" srcId="{4CF1C32F-B3C5-41E2-9264-11408B067DFF}" destId="{8A804FC7-063B-4C26-906A-AD4FD2DDC153}" srcOrd="0" destOrd="0" parTransId="{A9FF88AE-3724-496E-A95A-BD2D689DBBA0}" sibTransId="{410397DD-242E-44CF-9FE3-C15E93FA87BB}"/>
    <dgm:cxn modelId="{77DB4CCB-2AD1-41C6-9D42-CCF623A6B711}" type="presOf" srcId="{58EAA7F9-CDAA-4CA6-8D84-0632EA855ABD}" destId="{67D9483C-1206-4871-A0C7-66DD99B5AC45}" srcOrd="0" destOrd="0" presId="urn:microsoft.com/office/officeart/2005/8/layout/vList2"/>
    <dgm:cxn modelId="{274F45F5-3393-420F-8C93-A7FD5F6B2090}" type="presOf" srcId="{4CF1C32F-B3C5-41E2-9264-11408B067DFF}" destId="{6972BB86-52D0-45DA-B988-E6D9D6C9DC3D}" srcOrd="0" destOrd="0" presId="urn:microsoft.com/office/officeart/2005/8/layout/vList2"/>
    <dgm:cxn modelId="{C13B89FE-C56E-4A37-90ED-C98AD65564F6}" type="presOf" srcId="{8A804FC7-063B-4C26-906A-AD4FD2DDC153}" destId="{7A0CC981-7CFC-42B9-B0CA-4E7A4C94E2E6}" srcOrd="0" destOrd="0" presId="urn:microsoft.com/office/officeart/2005/8/layout/vList2"/>
    <dgm:cxn modelId="{851631A1-B2D8-4DC9-8704-E711A2EC44D1}" type="presParOf" srcId="{6972BB86-52D0-45DA-B988-E6D9D6C9DC3D}" destId="{7A0CC981-7CFC-42B9-B0CA-4E7A4C94E2E6}" srcOrd="0" destOrd="0" presId="urn:microsoft.com/office/officeart/2005/8/layout/vList2"/>
    <dgm:cxn modelId="{720FAF99-2D99-4789-9FA0-701E2310B604}" type="presParOf" srcId="{6972BB86-52D0-45DA-B988-E6D9D6C9DC3D}" destId="{677787C3-C552-42D9-9881-D75160A02914}" srcOrd="1" destOrd="0" presId="urn:microsoft.com/office/officeart/2005/8/layout/vList2"/>
    <dgm:cxn modelId="{59172454-8CF5-48DB-86CC-8B03A981BA8D}" type="presParOf" srcId="{6972BB86-52D0-45DA-B988-E6D9D6C9DC3D}" destId="{67D9483C-1206-4871-A0C7-66DD99B5AC45}"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5AAD3C-4313-415C-B628-97F8D7D208E9}">
      <dsp:nvSpPr>
        <dsp:cNvPr id="0" name=""/>
        <dsp:cNvSpPr/>
      </dsp:nvSpPr>
      <dsp:spPr>
        <a:xfrm>
          <a:off x="0" y="4121538"/>
          <a:ext cx="7037387" cy="135278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IE" sz="1800" kern="1200"/>
            <a:t>Both of these can be improved on the previous model</a:t>
          </a:r>
          <a:endParaRPr lang="en-US" sz="1800" kern="1200"/>
        </a:p>
      </dsp:txBody>
      <dsp:txXfrm>
        <a:off x="0" y="4121538"/>
        <a:ext cx="7037387" cy="730501"/>
      </dsp:txXfrm>
    </dsp:sp>
    <dsp:sp modelId="{8F6A34DC-2B10-4783-BD4C-0D8AE8527EAC}">
      <dsp:nvSpPr>
        <dsp:cNvPr id="0" name=""/>
        <dsp:cNvSpPr/>
      </dsp:nvSpPr>
      <dsp:spPr>
        <a:xfrm>
          <a:off x="0" y="4824984"/>
          <a:ext cx="3518693" cy="62227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IE" sz="1400" kern="1200"/>
            <a:t>We can return the monthly repayment amount in order to determine whether the loan applicant can afford it</a:t>
          </a:r>
          <a:endParaRPr lang="en-US" sz="1400" kern="1200"/>
        </a:p>
      </dsp:txBody>
      <dsp:txXfrm>
        <a:off x="0" y="4824984"/>
        <a:ext cx="3518693" cy="622279"/>
      </dsp:txXfrm>
    </dsp:sp>
    <dsp:sp modelId="{F92B0D99-0FA3-45F6-B8BB-009EEB86B673}">
      <dsp:nvSpPr>
        <dsp:cNvPr id="0" name=""/>
        <dsp:cNvSpPr/>
      </dsp:nvSpPr>
      <dsp:spPr>
        <a:xfrm>
          <a:off x="3518693" y="4824984"/>
          <a:ext cx="3518693" cy="622279"/>
        </a:xfrm>
        <a:prstGeom prst="rect">
          <a:avLst/>
        </a:prstGeom>
        <a:solidFill>
          <a:schemeClr val="accent5">
            <a:tint val="40000"/>
            <a:alpha val="90000"/>
            <a:hueOff val="-2246587"/>
            <a:satOff val="-7611"/>
            <a:lumOff val="-976"/>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IE" sz="1400" kern="1200"/>
            <a:t>Display the result to 2 decimal points only</a:t>
          </a:r>
          <a:endParaRPr lang="en-US" sz="1400" kern="1200"/>
        </a:p>
      </dsp:txBody>
      <dsp:txXfrm>
        <a:off x="3518693" y="4824984"/>
        <a:ext cx="3518693" cy="622279"/>
      </dsp:txXfrm>
    </dsp:sp>
    <dsp:sp modelId="{68C8FF21-BC13-4FB9-BD82-43A3F81A9F35}">
      <dsp:nvSpPr>
        <dsp:cNvPr id="0" name=""/>
        <dsp:cNvSpPr/>
      </dsp:nvSpPr>
      <dsp:spPr>
        <a:xfrm rot="10800000">
          <a:off x="0" y="2061253"/>
          <a:ext cx="7037387" cy="2080576"/>
        </a:xfrm>
        <a:prstGeom prst="upArrowCallou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IE" sz="1800" kern="1200"/>
            <a:t>This makes the model easier for the user to analyse and interpret the model’s results.</a:t>
          </a:r>
          <a:endParaRPr lang="en-US" sz="1800" kern="1200"/>
        </a:p>
      </dsp:txBody>
      <dsp:txXfrm rot="10800000">
        <a:off x="0" y="2061253"/>
        <a:ext cx="7037387" cy="1351896"/>
      </dsp:txXfrm>
    </dsp:sp>
    <dsp:sp modelId="{9855D783-51CA-444D-A4E4-734DAD1DA500}">
      <dsp:nvSpPr>
        <dsp:cNvPr id="0" name=""/>
        <dsp:cNvSpPr/>
      </dsp:nvSpPr>
      <dsp:spPr>
        <a:xfrm rot="10800000">
          <a:off x="0" y="967"/>
          <a:ext cx="7037387" cy="2080576"/>
        </a:xfrm>
        <a:prstGeom prst="upArrowCallou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IE" sz="1800" kern="1200"/>
            <a:t>When developing a model, careful consideration should be taken with</a:t>
          </a:r>
          <a:endParaRPr lang="en-US" sz="1800" kern="1200"/>
        </a:p>
      </dsp:txBody>
      <dsp:txXfrm rot="-10800000">
        <a:off x="0" y="967"/>
        <a:ext cx="7037387" cy="730282"/>
      </dsp:txXfrm>
    </dsp:sp>
    <dsp:sp modelId="{5B7BE5C7-352E-47E9-929E-3E26CCCEC8EA}">
      <dsp:nvSpPr>
        <dsp:cNvPr id="0" name=""/>
        <dsp:cNvSpPr/>
      </dsp:nvSpPr>
      <dsp:spPr>
        <a:xfrm>
          <a:off x="0" y="731250"/>
          <a:ext cx="3518693" cy="622092"/>
        </a:xfrm>
        <a:prstGeom prst="rect">
          <a:avLst/>
        </a:prstGeom>
        <a:solidFill>
          <a:schemeClr val="accent5">
            <a:tint val="40000"/>
            <a:alpha val="90000"/>
            <a:hueOff val="-4493175"/>
            <a:satOff val="-15221"/>
            <a:lumOff val="-1952"/>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IE" sz="1400" kern="1200"/>
            <a:t>the units used in the input</a:t>
          </a:r>
          <a:endParaRPr lang="en-US" sz="1400" kern="1200"/>
        </a:p>
      </dsp:txBody>
      <dsp:txXfrm>
        <a:off x="0" y="731250"/>
        <a:ext cx="3518693" cy="622092"/>
      </dsp:txXfrm>
    </dsp:sp>
    <dsp:sp modelId="{D0C753E1-E40B-43C6-9670-C209E76BA29C}">
      <dsp:nvSpPr>
        <dsp:cNvPr id="0" name=""/>
        <dsp:cNvSpPr/>
      </dsp:nvSpPr>
      <dsp:spPr>
        <a:xfrm>
          <a:off x="3518693" y="731250"/>
          <a:ext cx="3518693" cy="622092"/>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IE" sz="1400" kern="1200"/>
            <a:t>the format of the output </a:t>
          </a:r>
          <a:endParaRPr lang="en-US" sz="1400" kern="1200"/>
        </a:p>
      </dsp:txBody>
      <dsp:txXfrm>
        <a:off x="3518693" y="731250"/>
        <a:ext cx="3518693" cy="6220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2FB2B0-0326-49FF-9259-9BBA7622288B}">
      <dsp:nvSpPr>
        <dsp:cNvPr id="0" name=""/>
        <dsp:cNvSpPr/>
      </dsp:nvSpPr>
      <dsp:spPr>
        <a:xfrm>
          <a:off x="0" y="106028"/>
          <a:ext cx="6263640" cy="170469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IE" sz="3100" kern="1200"/>
            <a:t>To investigate how cancer tissues develop as a result of the behaviour of individual cells (the agents)</a:t>
          </a:r>
          <a:endParaRPr lang="en-US" sz="3100" kern="1200"/>
        </a:p>
      </dsp:txBody>
      <dsp:txXfrm>
        <a:off x="83216" y="189244"/>
        <a:ext cx="6097208" cy="1538258"/>
      </dsp:txXfrm>
    </dsp:sp>
    <dsp:sp modelId="{F4812F3B-1B08-4BBB-A857-CDC2A016758F}">
      <dsp:nvSpPr>
        <dsp:cNvPr id="0" name=""/>
        <dsp:cNvSpPr/>
      </dsp:nvSpPr>
      <dsp:spPr>
        <a:xfrm>
          <a:off x="0" y="1899998"/>
          <a:ext cx="6263640" cy="1704690"/>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IE" sz="3100" kern="1200" dirty="0"/>
            <a:t>To predict how forest fires will spread depending on the distances between pockets of fire (the agents)</a:t>
          </a:r>
          <a:endParaRPr lang="en-US" sz="3100" kern="1200" dirty="0"/>
        </a:p>
      </dsp:txBody>
      <dsp:txXfrm>
        <a:off x="83216" y="1983214"/>
        <a:ext cx="6097208" cy="1538258"/>
      </dsp:txXfrm>
    </dsp:sp>
    <dsp:sp modelId="{5B3AFF0C-9072-4757-BFFA-EE13B2EAE47A}">
      <dsp:nvSpPr>
        <dsp:cNvPr id="0" name=""/>
        <dsp:cNvSpPr/>
      </dsp:nvSpPr>
      <dsp:spPr>
        <a:xfrm>
          <a:off x="0" y="3693969"/>
          <a:ext cx="6263640" cy="170469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IE" sz="3100" kern="1200"/>
            <a:t>To analyse the spread of epidemics using the behaviour of infected people (the agents)</a:t>
          </a:r>
          <a:endParaRPr lang="en-US" sz="3100" kern="1200"/>
        </a:p>
      </dsp:txBody>
      <dsp:txXfrm>
        <a:off x="83216" y="3777185"/>
        <a:ext cx="6097208" cy="153825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054294-E918-48E1-A925-A61B3F29D7D3}">
      <dsp:nvSpPr>
        <dsp:cNvPr id="0" name=""/>
        <dsp:cNvSpPr/>
      </dsp:nvSpPr>
      <dsp:spPr>
        <a:xfrm rot="5400000">
          <a:off x="3185215" y="-661723"/>
          <a:ext cx="2148118" cy="4008729"/>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57150" rIns="114300" bIns="57150" numCol="1" spcCol="1270" anchor="ctr" anchorCtr="0">
          <a:noAutofit/>
        </a:bodyPr>
        <a:lstStyle/>
        <a:p>
          <a:pPr marL="285750" lvl="1" indent="-285750" algn="l" defTabSz="1333500">
            <a:lnSpc>
              <a:spcPct val="90000"/>
            </a:lnSpc>
            <a:spcBef>
              <a:spcPct val="0"/>
            </a:spcBef>
            <a:spcAft>
              <a:spcPct val="15000"/>
            </a:spcAft>
            <a:buChar char="•"/>
          </a:pPr>
          <a:r>
            <a:rPr lang="en-IE" sz="3000" kern="1200"/>
            <a:t>Hungry? (Yes / No)</a:t>
          </a:r>
          <a:endParaRPr lang="en-US" sz="3000" kern="1200"/>
        </a:p>
        <a:p>
          <a:pPr marL="285750" lvl="1" indent="-285750" algn="l" defTabSz="1333500">
            <a:lnSpc>
              <a:spcPct val="90000"/>
            </a:lnSpc>
            <a:spcBef>
              <a:spcPct val="0"/>
            </a:spcBef>
            <a:spcAft>
              <a:spcPct val="15000"/>
            </a:spcAft>
            <a:buChar char="•"/>
          </a:pPr>
          <a:r>
            <a:rPr lang="en-IE" sz="3000" kern="1200"/>
            <a:t>Work to be done (Yes / No)</a:t>
          </a:r>
          <a:endParaRPr lang="en-US" sz="3000" kern="1200"/>
        </a:p>
      </dsp:txBody>
      <dsp:txXfrm rot="-5400000">
        <a:off x="2254910" y="373444"/>
        <a:ext cx="3903867" cy="1938394"/>
      </dsp:txXfrm>
    </dsp:sp>
    <dsp:sp modelId="{8AA97C88-8EEB-4EA4-BCC0-B4A1D11991CF}">
      <dsp:nvSpPr>
        <dsp:cNvPr id="0" name=""/>
        <dsp:cNvSpPr/>
      </dsp:nvSpPr>
      <dsp:spPr>
        <a:xfrm>
          <a:off x="0" y="67"/>
          <a:ext cx="2254910" cy="268514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IE" sz="2100" kern="1200"/>
            <a:t>Each ant is an individual agent. Lets try to build a simple model to simulate the behaviour of an ant using these attributes:</a:t>
          </a:r>
          <a:endParaRPr lang="en-US" sz="2100" kern="1200"/>
        </a:p>
      </dsp:txBody>
      <dsp:txXfrm>
        <a:off x="110076" y="110143"/>
        <a:ext cx="2034758" cy="2464996"/>
      </dsp:txXfrm>
    </dsp:sp>
    <dsp:sp modelId="{5A548521-6A91-4FCD-972F-5457D1CB0A5D}">
      <dsp:nvSpPr>
        <dsp:cNvPr id="0" name=""/>
        <dsp:cNvSpPr/>
      </dsp:nvSpPr>
      <dsp:spPr>
        <a:xfrm rot="5400000">
          <a:off x="3185215" y="2157681"/>
          <a:ext cx="2148118" cy="4008729"/>
        </a:xfrm>
        <a:prstGeom prst="round2Same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57150" rIns="114300" bIns="57150" numCol="1" spcCol="1270" anchor="ctr" anchorCtr="0">
          <a:noAutofit/>
        </a:bodyPr>
        <a:lstStyle/>
        <a:p>
          <a:pPr marL="285750" lvl="1" indent="-285750" algn="l" defTabSz="1333500">
            <a:lnSpc>
              <a:spcPct val="90000"/>
            </a:lnSpc>
            <a:spcBef>
              <a:spcPct val="0"/>
            </a:spcBef>
            <a:spcAft>
              <a:spcPct val="15000"/>
            </a:spcAft>
            <a:buChar char="•"/>
          </a:pPr>
          <a:r>
            <a:rPr lang="en-IE" sz="3000" kern="1200"/>
            <a:t>Find food and eat</a:t>
          </a:r>
          <a:endParaRPr lang="en-US" sz="3000" kern="1200"/>
        </a:p>
        <a:p>
          <a:pPr marL="285750" lvl="1" indent="-285750" algn="l" defTabSz="1333500">
            <a:lnSpc>
              <a:spcPct val="90000"/>
            </a:lnSpc>
            <a:spcBef>
              <a:spcPct val="0"/>
            </a:spcBef>
            <a:spcAft>
              <a:spcPct val="15000"/>
            </a:spcAft>
            <a:buChar char="•"/>
          </a:pPr>
          <a:r>
            <a:rPr lang="en-IE" sz="3000" kern="1200"/>
            <a:t>Go to work </a:t>
          </a:r>
          <a:endParaRPr lang="en-US" sz="3000" kern="1200"/>
        </a:p>
        <a:p>
          <a:pPr marL="285750" lvl="1" indent="-285750" algn="l" defTabSz="1333500">
            <a:lnSpc>
              <a:spcPct val="90000"/>
            </a:lnSpc>
            <a:spcBef>
              <a:spcPct val="0"/>
            </a:spcBef>
            <a:spcAft>
              <a:spcPct val="15000"/>
            </a:spcAft>
            <a:buChar char="•"/>
          </a:pPr>
          <a:r>
            <a:rPr lang="en-IE" sz="3000" kern="1200"/>
            <a:t>Move with the other ants “in an army”</a:t>
          </a:r>
          <a:endParaRPr lang="en-US" sz="3000" kern="1200"/>
        </a:p>
      </dsp:txBody>
      <dsp:txXfrm rot="-5400000">
        <a:off x="2254910" y="3192848"/>
        <a:ext cx="3903867" cy="1938394"/>
      </dsp:txXfrm>
    </dsp:sp>
    <dsp:sp modelId="{12FBAF2A-639D-4793-9306-837C247F6177}">
      <dsp:nvSpPr>
        <dsp:cNvPr id="0" name=""/>
        <dsp:cNvSpPr/>
      </dsp:nvSpPr>
      <dsp:spPr>
        <a:xfrm>
          <a:off x="0" y="2819472"/>
          <a:ext cx="2254910" cy="2685148"/>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IE" sz="2100" kern="1200"/>
            <a:t>The output is an action taken by an ant. There are 3 options:</a:t>
          </a:r>
          <a:endParaRPr lang="en-US" sz="2100" kern="1200"/>
        </a:p>
      </dsp:txBody>
      <dsp:txXfrm>
        <a:off x="110076" y="2929548"/>
        <a:ext cx="2034758" cy="24649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94A9BF-059F-49EF-BFF8-13BBE9649DDD}">
      <dsp:nvSpPr>
        <dsp:cNvPr id="0" name=""/>
        <dsp:cNvSpPr/>
      </dsp:nvSpPr>
      <dsp:spPr>
        <a:xfrm>
          <a:off x="0" y="2687"/>
          <a:ext cx="626364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2E2E03-44F9-45AC-AE82-8EB769F0A238}">
      <dsp:nvSpPr>
        <dsp:cNvPr id="0" name=""/>
        <dsp:cNvSpPr/>
      </dsp:nvSpPr>
      <dsp:spPr>
        <a:xfrm>
          <a:off x="0" y="2687"/>
          <a:ext cx="6263640" cy="18331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IE" sz="2300" kern="1200"/>
            <a:t>Helps to describe complex environments, from swarms of locusts to motorists in traffic, by applying a simple set of rules to an individuals behaviour</a:t>
          </a:r>
          <a:endParaRPr lang="en-US" sz="2300" kern="1200"/>
        </a:p>
      </dsp:txBody>
      <dsp:txXfrm>
        <a:off x="0" y="2687"/>
        <a:ext cx="6263640" cy="1833104"/>
      </dsp:txXfrm>
    </dsp:sp>
    <dsp:sp modelId="{AB88ADE2-4D00-4365-A368-DF4062B57698}">
      <dsp:nvSpPr>
        <dsp:cNvPr id="0" name=""/>
        <dsp:cNvSpPr/>
      </dsp:nvSpPr>
      <dsp:spPr>
        <a:xfrm>
          <a:off x="0" y="1835791"/>
          <a:ext cx="626364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1D37EF-A906-4D94-BB7C-BAF878B9AE63}">
      <dsp:nvSpPr>
        <dsp:cNvPr id="0" name=""/>
        <dsp:cNvSpPr/>
      </dsp:nvSpPr>
      <dsp:spPr>
        <a:xfrm>
          <a:off x="0" y="1835791"/>
          <a:ext cx="6263640" cy="18331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IE" sz="2300" kern="1200"/>
            <a:t>Companies or governments can develop ABMs to test specific scenarios before they happen and this is particularly valuable when the outcome may be negative e.g spread of covid-19 at a rate that could not be managed by the health service</a:t>
          </a:r>
          <a:endParaRPr lang="en-US" sz="2300" kern="1200"/>
        </a:p>
      </dsp:txBody>
      <dsp:txXfrm>
        <a:off x="0" y="1835791"/>
        <a:ext cx="6263640" cy="1833104"/>
      </dsp:txXfrm>
    </dsp:sp>
    <dsp:sp modelId="{3255C72A-E40F-4FCF-A650-34D6994CC549}">
      <dsp:nvSpPr>
        <dsp:cNvPr id="0" name=""/>
        <dsp:cNvSpPr/>
      </dsp:nvSpPr>
      <dsp:spPr>
        <a:xfrm>
          <a:off x="0" y="3668896"/>
          <a:ext cx="626364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9882D8-4234-45F3-8428-F72429456263}">
      <dsp:nvSpPr>
        <dsp:cNvPr id="0" name=""/>
        <dsp:cNvSpPr/>
      </dsp:nvSpPr>
      <dsp:spPr>
        <a:xfrm>
          <a:off x="0" y="3668896"/>
          <a:ext cx="6263640" cy="18331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IE" sz="2300" kern="1200"/>
            <a:t>It can be quite easy to work out the basic set of rules for an agent, even in a very complex environment. ABM using such rules can often simulate real environments remarkably well.</a:t>
          </a:r>
          <a:endParaRPr lang="en-US" sz="2300" kern="1200"/>
        </a:p>
      </dsp:txBody>
      <dsp:txXfrm>
        <a:off x="0" y="3668896"/>
        <a:ext cx="6263640" cy="183310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15B3B4-9F28-466E-85C0-46D13CE954E5}">
      <dsp:nvSpPr>
        <dsp:cNvPr id="0" name=""/>
        <dsp:cNvSpPr/>
      </dsp:nvSpPr>
      <dsp:spPr>
        <a:xfrm>
          <a:off x="0" y="146663"/>
          <a:ext cx="6263640" cy="25740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E" sz="2200" kern="1200"/>
            <a:t>If an agent or an environment are new and perhaps untested, an ABM can be used for simulations to examine emergent behaviours. These are the behaviours that are observed in the environment as a whole but are not observed in the individual agents. The behaviours only emerge when the agents interact with the environment.</a:t>
          </a:r>
          <a:endParaRPr lang="en-US" sz="2200" kern="1200"/>
        </a:p>
      </dsp:txBody>
      <dsp:txXfrm>
        <a:off x="125652" y="272315"/>
        <a:ext cx="6012336" cy="2322696"/>
      </dsp:txXfrm>
    </dsp:sp>
    <dsp:sp modelId="{C2102B2B-9F3E-4571-A405-32F1AEC2F138}">
      <dsp:nvSpPr>
        <dsp:cNvPr id="0" name=""/>
        <dsp:cNvSpPr/>
      </dsp:nvSpPr>
      <dsp:spPr>
        <a:xfrm>
          <a:off x="0" y="2784023"/>
          <a:ext cx="6263640" cy="257400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E" sz="2200" kern="1200"/>
            <a:t>E.g if you build a model for commuters (the agents) and their preferences, an ABM could be built of a proposed new road or traffic control system and then simulations to examine whether it might help to get more commuters to work on time</a:t>
          </a:r>
          <a:endParaRPr lang="en-US" sz="2200" kern="1200"/>
        </a:p>
      </dsp:txBody>
      <dsp:txXfrm>
        <a:off x="125652" y="2909675"/>
        <a:ext cx="6012336" cy="232269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0CC981-7CFC-42B9-B0CA-4E7A4C94E2E6}">
      <dsp:nvSpPr>
        <dsp:cNvPr id="0" name=""/>
        <dsp:cNvSpPr/>
      </dsp:nvSpPr>
      <dsp:spPr>
        <a:xfrm>
          <a:off x="0" y="2218419"/>
          <a:ext cx="6263640" cy="50368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E" sz="2100" kern="1200">
              <a:hlinkClick xmlns:r="http://schemas.openxmlformats.org/officeDocument/2006/relationships" r:id="rId1"/>
            </a:rPr>
            <a:t>https://traffic-simulation.de/</a:t>
          </a:r>
          <a:endParaRPr lang="en-US" sz="2100" kern="1200"/>
        </a:p>
      </dsp:txBody>
      <dsp:txXfrm>
        <a:off x="24588" y="2243007"/>
        <a:ext cx="6214464" cy="454509"/>
      </dsp:txXfrm>
    </dsp:sp>
    <dsp:sp modelId="{67D9483C-1206-4871-A0C7-66DD99B5AC45}">
      <dsp:nvSpPr>
        <dsp:cNvPr id="0" name=""/>
        <dsp:cNvSpPr/>
      </dsp:nvSpPr>
      <dsp:spPr>
        <a:xfrm>
          <a:off x="0" y="2782584"/>
          <a:ext cx="6263640" cy="503685"/>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E" sz="2100" kern="1200">
              <a:hlinkClick xmlns:r="http://schemas.openxmlformats.org/officeDocument/2006/relationships" r:id="rId2"/>
            </a:rPr>
            <a:t>http://www.natureincode.com/code/various/ants.html</a:t>
          </a:r>
          <a:endParaRPr lang="en-US" sz="2100" kern="1200"/>
        </a:p>
      </dsp:txBody>
      <dsp:txXfrm>
        <a:off x="24588" y="2807172"/>
        <a:ext cx="6214464" cy="454509"/>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36717-24E1-41CF-AEB4-7EC304D9E8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E270B75-CADD-4912-9A73-A9A27A9F0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85D66F6-5699-46BC-BCA8-FD70462B3838}"/>
              </a:ext>
            </a:extLst>
          </p:cNvPr>
          <p:cNvSpPr>
            <a:spLocks noGrp="1"/>
          </p:cNvSpPr>
          <p:nvPr>
            <p:ph type="dt" sz="half" idx="10"/>
          </p:nvPr>
        </p:nvSpPr>
        <p:spPr/>
        <p:txBody>
          <a:bodyPr/>
          <a:lstStyle/>
          <a:p>
            <a:fld id="{FEE226FF-2085-400A-BF29-28E4066C9B13}" type="datetimeFigureOut">
              <a:rPr lang="en-US" smtClean="0"/>
              <a:t>11/30/2022</a:t>
            </a:fld>
            <a:endParaRPr lang="en-US"/>
          </a:p>
        </p:txBody>
      </p:sp>
      <p:sp>
        <p:nvSpPr>
          <p:cNvPr id="5" name="Footer Placeholder 4">
            <a:extLst>
              <a:ext uri="{FF2B5EF4-FFF2-40B4-BE49-F238E27FC236}">
                <a16:creationId xmlns:a16="http://schemas.microsoft.com/office/drawing/2014/main" id="{2FDB8C32-B94F-403F-899C-CB4A0340FE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CCE698-A943-4C51-8202-9589B41CBAD8}"/>
              </a:ext>
            </a:extLst>
          </p:cNvPr>
          <p:cNvSpPr>
            <a:spLocks noGrp="1"/>
          </p:cNvSpPr>
          <p:nvPr>
            <p:ph type="sldNum" sz="quarter" idx="12"/>
          </p:nvPr>
        </p:nvSpPr>
        <p:spPr/>
        <p:txBody>
          <a:bodyPr/>
          <a:lstStyle/>
          <a:p>
            <a:fld id="{2F97C497-9074-4707-B171-0E001B24CBA8}" type="slidenum">
              <a:rPr lang="en-US" smtClean="0"/>
              <a:t>‹#›</a:t>
            </a:fld>
            <a:endParaRPr lang="en-US"/>
          </a:p>
        </p:txBody>
      </p:sp>
    </p:spTree>
    <p:extLst>
      <p:ext uri="{BB962C8B-B14F-4D97-AF65-F5344CB8AC3E}">
        <p14:creationId xmlns:p14="http://schemas.microsoft.com/office/powerpoint/2010/main" val="3904339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CDBA3-8DB6-4D8E-9EAA-88A0FDC9EF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EC9EB9-5633-4CBF-9050-28F0FC6C147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33A9B2-F2A2-40F4-8C21-5FC0CCF8162B}"/>
              </a:ext>
            </a:extLst>
          </p:cNvPr>
          <p:cNvSpPr>
            <a:spLocks noGrp="1"/>
          </p:cNvSpPr>
          <p:nvPr>
            <p:ph type="dt" sz="half" idx="10"/>
          </p:nvPr>
        </p:nvSpPr>
        <p:spPr/>
        <p:txBody>
          <a:bodyPr/>
          <a:lstStyle/>
          <a:p>
            <a:fld id="{FEE226FF-2085-400A-BF29-28E4066C9B13}" type="datetimeFigureOut">
              <a:rPr lang="en-US" smtClean="0"/>
              <a:t>11/30/2022</a:t>
            </a:fld>
            <a:endParaRPr lang="en-US"/>
          </a:p>
        </p:txBody>
      </p:sp>
      <p:sp>
        <p:nvSpPr>
          <p:cNvPr id="5" name="Footer Placeholder 4">
            <a:extLst>
              <a:ext uri="{FF2B5EF4-FFF2-40B4-BE49-F238E27FC236}">
                <a16:creationId xmlns:a16="http://schemas.microsoft.com/office/drawing/2014/main" id="{D1EACCC8-35CF-4F19-B7D4-A24ACED2E6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005994-C897-4BC8-A67F-AB9D722B95F8}"/>
              </a:ext>
            </a:extLst>
          </p:cNvPr>
          <p:cNvSpPr>
            <a:spLocks noGrp="1"/>
          </p:cNvSpPr>
          <p:nvPr>
            <p:ph type="sldNum" sz="quarter" idx="12"/>
          </p:nvPr>
        </p:nvSpPr>
        <p:spPr/>
        <p:txBody>
          <a:bodyPr/>
          <a:lstStyle/>
          <a:p>
            <a:fld id="{2F97C497-9074-4707-B171-0E001B24CBA8}" type="slidenum">
              <a:rPr lang="en-US" smtClean="0"/>
              <a:t>‹#›</a:t>
            </a:fld>
            <a:endParaRPr lang="en-US"/>
          </a:p>
        </p:txBody>
      </p:sp>
    </p:spTree>
    <p:extLst>
      <p:ext uri="{BB962C8B-B14F-4D97-AF65-F5344CB8AC3E}">
        <p14:creationId xmlns:p14="http://schemas.microsoft.com/office/powerpoint/2010/main" val="1315083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78E78-ABE8-492B-99C8-AED7644D0E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B52CAA-4B2E-46A0-AD55-800F14EEACF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C5BA00A-05A7-4B48-A743-6043DC77538A}"/>
              </a:ext>
            </a:extLst>
          </p:cNvPr>
          <p:cNvSpPr>
            <a:spLocks noGrp="1"/>
          </p:cNvSpPr>
          <p:nvPr>
            <p:ph type="dt" sz="half" idx="10"/>
          </p:nvPr>
        </p:nvSpPr>
        <p:spPr/>
        <p:txBody>
          <a:bodyPr/>
          <a:lstStyle/>
          <a:p>
            <a:fld id="{FEE226FF-2085-400A-BF29-28E4066C9B13}" type="datetimeFigureOut">
              <a:rPr lang="en-US" smtClean="0"/>
              <a:t>11/30/2022</a:t>
            </a:fld>
            <a:endParaRPr lang="en-US"/>
          </a:p>
        </p:txBody>
      </p:sp>
      <p:sp>
        <p:nvSpPr>
          <p:cNvPr id="5" name="Footer Placeholder 4">
            <a:extLst>
              <a:ext uri="{FF2B5EF4-FFF2-40B4-BE49-F238E27FC236}">
                <a16:creationId xmlns:a16="http://schemas.microsoft.com/office/drawing/2014/main" id="{EECBDBD8-171B-4F54-A0C4-880CF03A67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B6CB72-E268-49B5-9612-303B3406946E}"/>
              </a:ext>
            </a:extLst>
          </p:cNvPr>
          <p:cNvSpPr>
            <a:spLocks noGrp="1"/>
          </p:cNvSpPr>
          <p:nvPr>
            <p:ph type="sldNum" sz="quarter" idx="12"/>
          </p:nvPr>
        </p:nvSpPr>
        <p:spPr/>
        <p:txBody>
          <a:bodyPr/>
          <a:lstStyle/>
          <a:p>
            <a:fld id="{2F97C497-9074-4707-B171-0E001B24CBA8}" type="slidenum">
              <a:rPr lang="en-US" smtClean="0"/>
              <a:t>‹#›</a:t>
            </a:fld>
            <a:endParaRPr lang="en-US"/>
          </a:p>
        </p:txBody>
      </p:sp>
    </p:spTree>
    <p:extLst>
      <p:ext uri="{BB962C8B-B14F-4D97-AF65-F5344CB8AC3E}">
        <p14:creationId xmlns:p14="http://schemas.microsoft.com/office/powerpoint/2010/main" val="897397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77919-71FA-4A47-B3B5-1B1C1CC346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1F0042-4E9E-4E27-A09D-45B7FCA5229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CDD401-BD7F-4E9C-AEA0-7B9711F089C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AB7ABF-04DE-4935-A36B-6305C5E02CB8}"/>
              </a:ext>
            </a:extLst>
          </p:cNvPr>
          <p:cNvSpPr>
            <a:spLocks noGrp="1"/>
          </p:cNvSpPr>
          <p:nvPr>
            <p:ph type="dt" sz="half" idx="10"/>
          </p:nvPr>
        </p:nvSpPr>
        <p:spPr/>
        <p:txBody>
          <a:bodyPr/>
          <a:lstStyle/>
          <a:p>
            <a:fld id="{FEE226FF-2085-400A-BF29-28E4066C9B13}" type="datetimeFigureOut">
              <a:rPr lang="en-US" smtClean="0"/>
              <a:t>11/30/2022</a:t>
            </a:fld>
            <a:endParaRPr lang="en-US"/>
          </a:p>
        </p:txBody>
      </p:sp>
      <p:sp>
        <p:nvSpPr>
          <p:cNvPr id="6" name="Footer Placeholder 5">
            <a:extLst>
              <a:ext uri="{FF2B5EF4-FFF2-40B4-BE49-F238E27FC236}">
                <a16:creationId xmlns:a16="http://schemas.microsoft.com/office/drawing/2014/main" id="{37C30020-4CCD-48E1-9FD5-C940DED825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5A6ABE-54E2-485F-9154-6B1F1800061E}"/>
              </a:ext>
            </a:extLst>
          </p:cNvPr>
          <p:cNvSpPr>
            <a:spLocks noGrp="1"/>
          </p:cNvSpPr>
          <p:nvPr>
            <p:ph type="sldNum" sz="quarter" idx="12"/>
          </p:nvPr>
        </p:nvSpPr>
        <p:spPr/>
        <p:txBody>
          <a:bodyPr/>
          <a:lstStyle/>
          <a:p>
            <a:fld id="{2F97C497-9074-4707-B171-0E001B24CBA8}" type="slidenum">
              <a:rPr lang="en-US" smtClean="0"/>
              <a:t>‹#›</a:t>
            </a:fld>
            <a:endParaRPr lang="en-US"/>
          </a:p>
        </p:txBody>
      </p:sp>
    </p:spTree>
    <p:extLst>
      <p:ext uri="{BB962C8B-B14F-4D97-AF65-F5344CB8AC3E}">
        <p14:creationId xmlns:p14="http://schemas.microsoft.com/office/powerpoint/2010/main" val="1581988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74C01-D42F-417B-9DA4-ADDEE6E8695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C7BD92D-AB05-4689-9D40-E4C414A5A8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8E2F65C-CF0A-4613-A544-F8DA2D13D33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93CAC3-49B5-4E41-9360-5B423B3859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29F3BBA-5CD7-478E-9F26-F1178D4C3AF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0DA3BBE-50C1-45E2-ABBF-89F46F83C47B}"/>
              </a:ext>
            </a:extLst>
          </p:cNvPr>
          <p:cNvSpPr>
            <a:spLocks noGrp="1"/>
          </p:cNvSpPr>
          <p:nvPr>
            <p:ph type="dt" sz="half" idx="10"/>
          </p:nvPr>
        </p:nvSpPr>
        <p:spPr/>
        <p:txBody>
          <a:bodyPr/>
          <a:lstStyle/>
          <a:p>
            <a:fld id="{FEE226FF-2085-400A-BF29-28E4066C9B13}" type="datetimeFigureOut">
              <a:rPr lang="en-US" smtClean="0"/>
              <a:t>11/30/2022</a:t>
            </a:fld>
            <a:endParaRPr lang="en-US"/>
          </a:p>
        </p:txBody>
      </p:sp>
      <p:sp>
        <p:nvSpPr>
          <p:cNvPr id="8" name="Footer Placeholder 7">
            <a:extLst>
              <a:ext uri="{FF2B5EF4-FFF2-40B4-BE49-F238E27FC236}">
                <a16:creationId xmlns:a16="http://schemas.microsoft.com/office/drawing/2014/main" id="{71528A39-ADB1-4E89-981D-915657C77E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F26861-768D-418F-A985-6C2F175373BB}"/>
              </a:ext>
            </a:extLst>
          </p:cNvPr>
          <p:cNvSpPr>
            <a:spLocks noGrp="1"/>
          </p:cNvSpPr>
          <p:nvPr>
            <p:ph type="sldNum" sz="quarter" idx="12"/>
          </p:nvPr>
        </p:nvSpPr>
        <p:spPr/>
        <p:txBody>
          <a:bodyPr/>
          <a:lstStyle/>
          <a:p>
            <a:fld id="{2F97C497-9074-4707-B171-0E001B24CBA8}" type="slidenum">
              <a:rPr lang="en-US" smtClean="0"/>
              <a:t>‹#›</a:t>
            </a:fld>
            <a:endParaRPr lang="en-US"/>
          </a:p>
        </p:txBody>
      </p:sp>
    </p:spTree>
    <p:extLst>
      <p:ext uri="{BB962C8B-B14F-4D97-AF65-F5344CB8AC3E}">
        <p14:creationId xmlns:p14="http://schemas.microsoft.com/office/powerpoint/2010/main" val="997969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CA256-AEE1-4616-AED0-484F7F7812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043319E-21CD-41F7-8EAB-287100155F93}"/>
              </a:ext>
            </a:extLst>
          </p:cNvPr>
          <p:cNvSpPr>
            <a:spLocks noGrp="1"/>
          </p:cNvSpPr>
          <p:nvPr>
            <p:ph type="dt" sz="half" idx="10"/>
          </p:nvPr>
        </p:nvSpPr>
        <p:spPr/>
        <p:txBody>
          <a:bodyPr/>
          <a:lstStyle/>
          <a:p>
            <a:fld id="{FEE226FF-2085-400A-BF29-28E4066C9B13}" type="datetimeFigureOut">
              <a:rPr lang="en-US" smtClean="0"/>
              <a:t>11/30/2022</a:t>
            </a:fld>
            <a:endParaRPr lang="en-US"/>
          </a:p>
        </p:txBody>
      </p:sp>
      <p:sp>
        <p:nvSpPr>
          <p:cNvPr id="4" name="Footer Placeholder 3">
            <a:extLst>
              <a:ext uri="{FF2B5EF4-FFF2-40B4-BE49-F238E27FC236}">
                <a16:creationId xmlns:a16="http://schemas.microsoft.com/office/drawing/2014/main" id="{630846F8-2A43-4EB1-9A34-BEC9051538E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68D7B9-1069-4C88-B4A1-71293DBF325A}"/>
              </a:ext>
            </a:extLst>
          </p:cNvPr>
          <p:cNvSpPr>
            <a:spLocks noGrp="1"/>
          </p:cNvSpPr>
          <p:nvPr>
            <p:ph type="sldNum" sz="quarter" idx="12"/>
          </p:nvPr>
        </p:nvSpPr>
        <p:spPr/>
        <p:txBody>
          <a:bodyPr/>
          <a:lstStyle/>
          <a:p>
            <a:fld id="{2F97C497-9074-4707-B171-0E001B24CBA8}" type="slidenum">
              <a:rPr lang="en-US" smtClean="0"/>
              <a:t>‹#›</a:t>
            </a:fld>
            <a:endParaRPr lang="en-US"/>
          </a:p>
        </p:txBody>
      </p:sp>
    </p:spTree>
    <p:extLst>
      <p:ext uri="{BB962C8B-B14F-4D97-AF65-F5344CB8AC3E}">
        <p14:creationId xmlns:p14="http://schemas.microsoft.com/office/powerpoint/2010/main" val="2320614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55204C-00D6-4D1D-9B33-D408CDBB38DF}"/>
              </a:ext>
            </a:extLst>
          </p:cNvPr>
          <p:cNvSpPr>
            <a:spLocks noGrp="1"/>
          </p:cNvSpPr>
          <p:nvPr>
            <p:ph type="dt" sz="half" idx="10"/>
          </p:nvPr>
        </p:nvSpPr>
        <p:spPr/>
        <p:txBody>
          <a:bodyPr/>
          <a:lstStyle/>
          <a:p>
            <a:fld id="{FEE226FF-2085-400A-BF29-28E4066C9B13}" type="datetimeFigureOut">
              <a:rPr lang="en-US" smtClean="0"/>
              <a:t>11/30/2022</a:t>
            </a:fld>
            <a:endParaRPr lang="en-US"/>
          </a:p>
        </p:txBody>
      </p:sp>
      <p:sp>
        <p:nvSpPr>
          <p:cNvPr id="3" name="Footer Placeholder 2">
            <a:extLst>
              <a:ext uri="{FF2B5EF4-FFF2-40B4-BE49-F238E27FC236}">
                <a16:creationId xmlns:a16="http://schemas.microsoft.com/office/drawing/2014/main" id="{9A8B3C65-302D-47D4-9455-1247709BAF2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F49980E-5B17-4396-956D-A4D456E83DA7}"/>
              </a:ext>
            </a:extLst>
          </p:cNvPr>
          <p:cNvSpPr>
            <a:spLocks noGrp="1"/>
          </p:cNvSpPr>
          <p:nvPr>
            <p:ph type="sldNum" sz="quarter" idx="12"/>
          </p:nvPr>
        </p:nvSpPr>
        <p:spPr/>
        <p:txBody>
          <a:bodyPr/>
          <a:lstStyle/>
          <a:p>
            <a:fld id="{2F97C497-9074-4707-B171-0E001B24CBA8}" type="slidenum">
              <a:rPr lang="en-US" smtClean="0"/>
              <a:t>‹#›</a:t>
            </a:fld>
            <a:endParaRPr lang="en-US"/>
          </a:p>
        </p:txBody>
      </p:sp>
    </p:spTree>
    <p:extLst>
      <p:ext uri="{BB962C8B-B14F-4D97-AF65-F5344CB8AC3E}">
        <p14:creationId xmlns:p14="http://schemas.microsoft.com/office/powerpoint/2010/main" val="4195541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41A37-1CCA-4C1E-9F25-45F4198152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095CBE-7876-4FF3-B20C-258AA3304A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7BA7094-ED2E-499D-8DB9-F464E270F0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C950824-8892-4A3E-B7BC-34D5EF9CB448}"/>
              </a:ext>
            </a:extLst>
          </p:cNvPr>
          <p:cNvSpPr>
            <a:spLocks noGrp="1"/>
          </p:cNvSpPr>
          <p:nvPr>
            <p:ph type="dt" sz="half" idx="10"/>
          </p:nvPr>
        </p:nvSpPr>
        <p:spPr/>
        <p:txBody>
          <a:bodyPr/>
          <a:lstStyle/>
          <a:p>
            <a:fld id="{FEE226FF-2085-400A-BF29-28E4066C9B13}" type="datetimeFigureOut">
              <a:rPr lang="en-US" smtClean="0"/>
              <a:t>11/30/2022</a:t>
            </a:fld>
            <a:endParaRPr lang="en-US"/>
          </a:p>
        </p:txBody>
      </p:sp>
      <p:sp>
        <p:nvSpPr>
          <p:cNvPr id="6" name="Footer Placeholder 5">
            <a:extLst>
              <a:ext uri="{FF2B5EF4-FFF2-40B4-BE49-F238E27FC236}">
                <a16:creationId xmlns:a16="http://schemas.microsoft.com/office/drawing/2014/main" id="{09AE4987-F66D-4CBA-A46F-3E8FC20DF9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631EE6-FF59-4F19-A009-74FD4C4EA697}"/>
              </a:ext>
            </a:extLst>
          </p:cNvPr>
          <p:cNvSpPr>
            <a:spLocks noGrp="1"/>
          </p:cNvSpPr>
          <p:nvPr>
            <p:ph type="sldNum" sz="quarter" idx="12"/>
          </p:nvPr>
        </p:nvSpPr>
        <p:spPr/>
        <p:txBody>
          <a:bodyPr/>
          <a:lstStyle/>
          <a:p>
            <a:fld id="{2F97C497-9074-4707-B171-0E001B24CBA8}" type="slidenum">
              <a:rPr lang="en-US" smtClean="0"/>
              <a:t>‹#›</a:t>
            </a:fld>
            <a:endParaRPr lang="en-US"/>
          </a:p>
        </p:txBody>
      </p:sp>
    </p:spTree>
    <p:extLst>
      <p:ext uri="{BB962C8B-B14F-4D97-AF65-F5344CB8AC3E}">
        <p14:creationId xmlns:p14="http://schemas.microsoft.com/office/powerpoint/2010/main" val="3214320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FE893-ACB5-4362-98D7-0881194EE4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668238A-7C55-4DF4-BCF3-C39B646183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61360B2-8070-4834-9AF2-09C1CE4BF0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3125717-3C44-4C9C-8C34-54F2DEECC574}"/>
              </a:ext>
            </a:extLst>
          </p:cNvPr>
          <p:cNvSpPr>
            <a:spLocks noGrp="1"/>
          </p:cNvSpPr>
          <p:nvPr>
            <p:ph type="dt" sz="half" idx="10"/>
          </p:nvPr>
        </p:nvSpPr>
        <p:spPr/>
        <p:txBody>
          <a:bodyPr/>
          <a:lstStyle/>
          <a:p>
            <a:fld id="{FEE226FF-2085-400A-BF29-28E4066C9B13}" type="datetimeFigureOut">
              <a:rPr lang="en-US" smtClean="0"/>
              <a:t>11/30/2022</a:t>
            </a:fld>
            <a:endParaRPr lang="en-US"/>
          </a:p>
        </p:txBody>
      </p:sp>
      <p:sp>
        <p:nvSpPr>
          <p:cNvPr id="6" name="Footer Placeholder 5">
            <a:extLst>
              <a:ext uri="{FF2B5EF4-FFF2-40B4-BE49-F238E27FC236}">
                <a16:creationId xmlns:a16="http://schemas.microsoft.com/office/drawing/2014/main" id="{29C9A12E-42AC-4429-A250-0929A9ABF8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71D43D-B1C3-4ADA-909F-00A58353531A}"/>
              </a:ext>
            </a:extLst>
          </p:cNvPr>
          <p:cNvSpPr>
            <a:spLocks noGrp="1"/>
          </p:cNvSpPr>
          <p:nvPr>
            <p:ph type="sldNum" sz="quarter" idx="12"/>
          </p:nvPr>
        </p:nvSpPr>
        <p:spPr/>
        <p:txBody>
          <a:bodyPr/>
          <a:lstStyle/>
          <a:p>
            <a:fld id="{2F97C497-9074-4707-B171-0E001B24CBA8}" type="slidenum">
              <a:rPr lang="en-US" smtClean="0"/>
              <a:t>‹#›</a:t>
            </a:fld>
            <a:endParaRPr lang="en-US"/>
          </a:p>
        </p:txBody>
      </p:sp>
    </p:spTree>
    <p:extLst>
      <p:ext uri="{BB962C8B-B14F-4D97-AF65-F5344CB8AC3E}">
        <p14:creationId xmlns:p14="http://schemas.microsoft.com/office/powerpoint/2010/main" val="2129610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FB9A8-1990-484F-901D-91DF521E45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01680F9-7140-4457-A1D3-C552007DAEB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6B4B37-164A-44B9-A0D3-120F0784346E}"/>
              </a:ext>
            </a:extLst>
          </p:cNvPr>
          <p:cNvSpPr>
            <a:spLocks noGrp="1"/>
          </p:cNvSpPr>
          <p:nvPr>
            <p:ph type="dt" sz="half" idx="10"/>
          </p:nvPr>
        </p:nvSpPr>
        <p:spPr/>
        <p:txBody>
          <a:bodyPr/>
          <a:lstStyle/>
          <a:p>
            <a:fld id="{FEE226FF-2085-400A-BF29-28E4066C9B13}" type="datetimeFigureOut">
              <a:rPr lang="en-US" smtClean="0"/>
              <a:t>11/30/2022</a:t>
            </a:fld>
            <a:endParaRPr lang="en-US"/>
          </a:p>
        </p:txBody>
      </p:sp>
      <p:sp>
        <p:nvSpPr>
          <p:cNvPr id="5" name="Footer Placeholder 4">
            <a:extLst>
              <a:ext uri="{FF2B5EF4-FFF2-40B4-BE49-F238E27FC236}">
                <a16:creationId xmlns:a16="http://schemas.microsoft.com/office/drawing/2014/main" id="{F5C94120-05CE-40F9-B85F-C8844EDC1C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5F4701-4E30-4A52-8EB7-930F9056DFBF}"/>
              </a:ext>
            </a:extLst>
          </p:cNvPr>
          <p:cNvSpPr>
            <a:spLocks noGrp="1"/>
          </p:cNvSpPr>
          <p:nvPr>
            <p:ph type="sldNum" sz="quarter" idx="12"/>
          </p:nvPr>
        </p:nvSpPr>
        <p:spPr/>
        <p:txBody>
          <a:bodyPr/>
          <a:lstStyle/>
          <a:p>
            <a:fld id="{2F97C497-9074-4707-B171-0E001B24CBA8}" type="slidenum">
              <a:rPr lang="en-US" smtClean="0"/>
              <a:t>‹#›</a:t>
            </a:fld>
            <a:endParaRPr lang="en-US"/>
          </a:p>
        </p:txBody>
      </p:sp>
    </p:spTree>
    <p:extLst>
      <p:ext uri="{BB962C8B-B14F-4D97-AF65-F5344CB8AC3E}">
        <p14:creationId xmlns:p14="http://schemas.microsoft.com/office/powerpoint/2010/main" val="1775904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4D90D0-CC33-45EB-907E-EA7BFA647D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0C9EC2-695E-4DDF-A994-35D3714BE42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F6E867-E69C-42D9-9ABD-59E787676721}"/>
              </a:ext>
            </a:extLst>
          </p:cNvPr>
          <p:cNvSpPr>
            <a:spLocks noGrp="1"/>
          </p:cNvSpPr>
          <p:nvPr>
            <p:ph type="dt" sz="half" idx="10"/>
          </p:nvPr>
        </p:nvSpPr>
        <p:spPr/>
        <p:txBody>
          <a:bodyPr/>
          <a:lstStyle/>
          <a:p>
            <a:fld id="{FEE226FF-2085-400A-BF29-28E4066C9B13}" type="datetimeFigureOut">
              <a:rPr lang="en-US" smtClean="0"/>
              <a:t>11/30/2022</a:t>
            </a:fld>
            <a:endParaRPr lang="en-US"/>
          </a:p>
        </p:txBody>
      </p:sp>
      <p:sp>
        <p:nvSpPr>
          <p:cNvPr id="5" name="Footer Placeholder 4">
            <a:extLst>
              <a:ext uri="{FF2B5EF4-FFF2-40B4-BE49-F238E27FC236}">
                <a16:creationId xmlns:a16="http://schemas.microsoft.com/office/drawing/2014/main" id="{CFC64A4D-1C92-46BE-AD57-D25C12C1CA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01F020-A3C9-4356-BDA5-9C258958C798}"/>
              </a:ext>
            </a:extLst>
          </p:cNvPr>
          <p:cNvSpPr>
            <a:spLocks noGrp="1"/>
          </p:cNvSpPr>
          <p:nvPr>
            <p:ph type="sldNum" sz="quarter" idx="12"/>
          </p:nvPr>
        </p:nvSpPr>
        <p:spPr/>
        <p:txBody>
          <a:bodyPr/>
          <a:lstStyle/>
          <a:p>
            <a:fld id="{2F97C497-9074-4707-B171-0E001B24CBA8}" type="slidenum">
              <a:rPr lang="en-US" smtClean="0"/>
              <a:t>‹#›</a:t>
            </a:fld>
            <a:endParaRPr lang="en-US"/>
          </a:p>
        </p:txBody>
      </p:sp>
    </p:spTree>
    <p:extLst>
      <p:ext uri="{BB962C8B-B14F-4D97-AF65-F5344CB8AC3E}">
        <p14:creationId xmlns:p14="http://schemas.microsoft.com/office/powerpoint/2010/main" val="2307719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8B3791-2F96-464C-A2FB-D5FD45193F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3CDD454-9A20-47DB-9109-9CE3C25734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918CB4-35B4-444C-9645-8ED7260FA2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E226FF-2085-400A-BF29-28E4066C9B13}" type="datetimeFigureOut">
              <a:rPr lang="en-US" smtClean="0"/>
              <a:t>11/30/2022</a:t>
            </a:fld>
            <a:endParaRPr lang="en-US"/>
          </a:p>
        </p:txBody>
      </p:sp>
      <p:sp>
        <p:nvSpPr>
          <p:cNvPr id="5" name="Footer Placeholder 4">
            <a:extLst>
              <a:ext uri="{FF2B5EF4-FFF2-40B4-BE49-F238E27FC236}">
                <a16:creationId xmlns:a16="http://schemas.microsoft.com/office/drawing/2014/main" id="{307FD20C-ED0D-4780-B3F6-4FDE86CD9D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F672E5A-050C-4801-9212-329A3C7190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97C497-9074-4707-B171-0E001B24CBA8}" type="slidenum">
              <a:rPr lang="en-US" smtClean="0"/>
              <a:t>‹#›</a:t>
            </a:fld>
            <a:endParaRPr lang="en-US"/>
          </a:p>
        </p:txBody>
      </p:sp>
    </p:spTree>
    <p:extLst>
      <p:ext uri="{BB962C8B-B14F-4D97-AF65-F5344CB8AC3E}">
        <p14:creationId xmlns:p14="http://schemas.microsoft.com/office/powerpoint/2010/main" val="28360616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7.xml"/><Relationship Id="rId1" Type="http://schemas.openxmlformats.org/officeDocument/2006/relationships/video" Target="https://www.youtube.com/embed/M0iZ52kUOiQ"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youtube.com/watch?v=n6h3WiRLmp8" TargetMode="External"/><Relationship Id="rId2" Type="http://schemas.openxmlformats.org/officeDocument/2006/relationships/hyperlink" Target="https://www.youtube.com/watch?v=Z8Wf1vF_xgQ"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7.xml.rels><?xml version="1.0" encoding="UTF-8" standalone="yes"?>
<Relationships xmlns="http://schemas.openxmlformats.org/package/2006/relationships"><Relationship Id="rId3" Type="http://schemas.openxmlformats.org/officeDocument/2006/relationships/hyperlink" Target="http://flickr.com/photos/rofanator/4350538255" TargetMode="External"/><Relationship Id="rId2" Type="http://schemas.openxmlformats.org/officeDocument/2006/relationships/image" Target="../media/image27.jpg"/><Relationship Id="rId1" Type="http://schemas.openxmlformats.org/officeDocument/2006/relationships/slideLayout" Target="../slideLayouts/slideLayout2.xml"/><Relationship Id="rId4" Type="http://schemas.openxmlformats.org/officeDocument/2006/relationships/hyperlink" Target="https://creativecommons.org/licenses/by-nc-nd/3.0/"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www.flickr.com/photos/clownfish/427519541" TargetMode="External"/><Relationship Id="rId2" Type="http://schemas.openxmlformats.org/officeDocument/2006/relationships/image" Target="../media/image28.jp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2.xml.rels><?xml version="1.0" encoding="UTF-8" standalone="yes"?>
<Relationships xmlns="http://schemas.openxmlformats.org/package/2006/relationships"><Relationship Id="rId2" Type="http://schemas.openxmlformats.org/officeDocument/2006/relationships/hyperlink" Target="https://www.youtube.com/watch?v=clPu6wMuLfg"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youtube.com/watch?v=QtZ3M5UNKhI" TargetMode="External"/><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C30353-C652-4250-97C3-E9F8E3CB3ABC}"/>
              </a:ext>
            </a:extLst>
          </p:cNvPr>
          <p:cNvSpPr>
            <a:spLocks noGrp="1"/>
          </p:cNvSpPr>
          <p:nvPr>
            <p:ph type="ctrTitle"/>
          </p:nvPr>
        </p:nvSpPr>
        <p:spPr>
          <a:xfrm>
            <a:off x="3045368" y="2043663"/>
            <a:ext cx="6105194" cy="2031055"/>
          </a:xfrm>
        </p:spPr>
        <p:txBody>
          <a:bodyPr>
            <a:normAutofit/>
          </a:bodyPr>
          <a:lstStyle/>
          <a:p>
            <a:r>
              <a:rPr lang="en-IE">
                <a:solidFill>
                  <a:srgbClr val="FFFFFF"/>
                </a:solidFill>
              </a:rPr>
              <a:t>Modelling and Simulation</a:t>
            </a:r>
            <a:endParaRPr lang="en-US">
              <a:solidFill>
                <a:srgbClr val="FFFFFF"/>
              </a:solidFill>
            </a:endParaRPr>
          </a:p>
        </p:txBody>
      </p:sp>
      <p:sp>
        <p:nvSpPr>
          <p:cNvPr id="3" name="Subtitle 2">
            <a:extLst>
              <a:ext uri="{FF2B5EF4-FFF2-40B4-BE49-F238E27FC236}">
                <a16:creationId xmlns:a16="http://schemas.microsoft.com/office/drawing/2014/main" id="{9261A492-596A-42BA-A41A-2015188BEDF2}"/>
              </a:ext>
            </a:extLst>
          </p:cNvPr>
          <p:cNvSpPr>
            <a:spLocks noGrp="1"/>
          </p:cNvSpPr>
          <p:nvPr>
            <p:ph type="subTitle" idx="1"/>
          </p:nvPr>
        </p:nvSpPr>
        <p:spPr>
          <a:xfrm>
            <a:off x="3045368" y="4074718"/>
            <a:ext cx="6105194" cy="682079"/>
          </a:xfrm>
        </p:spPr>
        <p:txBody>
          <a:bodyPr>
            <a:normAutofit/>
          </a:bodyPr>
          <a:lstStyle/>
          <a:p>
            <a:r>
              <a:rPr lang="en-IE" sz="1500" dirty="0">
                <a:solidFill>
                  <a:srgbClr val="FFFFFF"/>
                </a:solidFill>
              </a:rPr>
              <a:t>Computer Science – ALT3</a:t>
            </a:r>
            <a:endParaRPr lang="en-US" sz="1500" dirty="0">
              <a:solidFill>
                <a:srgbClr val="FFFFFF"/>
              </a:solidFill>
            </a:endParaRPr>
          </a:p>
        </p:txBody>
      </p:sp>
      <p:pic>
        <p:nvPicPr>
          <p:cNvPr id="10" name="Picture 9">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72260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alpha val="60000"/>
          </a:schemeClr>
        </a:solidFill>
        <a:effectLst/>
      </p:bgPr>
    </p:bg>
    <p:spTree>
      <p:nvGrpSpPr>
        <p:cNvPr id="1" name=""/>
        <p:cNvGrpSpPr/>
        <p:nvPr/>
      </p:nvGrpSpPr>
      <p:grpSpPr>
        <a:xfrm>
          <a:off x="0" y="0"/>
          <a:ext cx="0" cy="0"/>
          <a:chOff x="0" y="0"/>
          <a:chExt cx="0" cy="0"/>
        </a:xfrm>
      </p:grpSpPr>
      <p:sp>
        <p:nvSpPr>
          <p:cNvPr id="2063" name="Rectangle 2062">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3" name="Picture 2" descr="Image result for car in solidworks">
            <a:extLst>
              <a:ext uri="{FF2B5EF4-FFF2-40B4-BE49-F238E27FC236}">
                <a16:creationId xmlns:a16="http://schemas.microsoft.com/office/drawing/2014/main" id="{D25B88D7-7E9C-4DD2-9AA7-5DA44CD62F64}"/>
              </a:ext>
            </a:extLst>
          </p:cNvPr>
          <p:cNvPicPr>
            <a:picLocks noChangeAspect="1" noChangeArrowheads="1"/>
          </p:cNvPicPr>
          <p:nvPr/>
        </p:nvPicPr>
        <p:blipFill rotWithShape="1">
          <a:blip r:embed="rId2">
            <a:alphaModFix amt="38000"/>
            <a:extLst>
              <a:ext uri="{28A0092B-C50C-407E-A947-70E740481C1C}">
                <a14:useLocalDpi xmlns:a14="http://schemas.microsoft.com/office/drawing/2010/main" val="0"/>
              </a:ext>
            </a:extLst>
          </a:blip>
          <a:src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a:extLst>
              <a:ext uri="{FF2B5EF4-FFF2-40B4-BE49-F238E27FC236}">
                <a16:creationId xmlns:a16="http://schemas.microsoft.com/office/drawing/2014/main" id="{207E7D1B-7788-4377-BE64-37F22379F2B2}"/>
              </a:ext>
            </a:extLst>
          </p:cNvPr>
          <p:cNvSpPr>
            <a:spLocks noGrp="1"/>
          </p:cNvSpPr>
          <p:nvPr>
            <p:ph type="title"/>
          </p:nvPr>
        </p:nvSpPr>
        <p:spPr>
          <a:xfrm>
            <a:off x="838201" y="1065862"/>
            <a:ext cx="3313164" cy="4726276"/>
          </a:xfrm>
        </p:spPr>
        <p:txBody>
          <a:bodyPr vert="horz" lIns="91440" tIns="45720" rIns="91440" bIns="45720" rtlCol="0">
            <a:normAutofit/>
          </a:bodyPr>
          <a:lstStyle/>
          <a:p>
            <a:pPr algn="r"/>
            <a:r>
              <a:rPr lang="en-US" sz="5400" dirty="0">
                <a:solidFill>
                  <a:srgbClr val="FFFFFF"/>
                </a:solidFill>
              </a:rPr>
              <a:t>What</a:t>
            </a:r>
            <a:r>
              <a:rPr lang="en-US" sz="4800" dirty="0">
                <a:solidFill>
                  <a:srgbClr val="FFFFFF"/>
                </a:solidFill>
              </a:rPr>
              <a:t> is a computer Model? </a:t>
            </a:r>
          </a:p>
        </p:txBody>
      </p:sp>
      <p:cxnSp>
        <p:nvCxnSpPr>
          <p:cNvPr id="2065" name="Straight Connector 2064">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372"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2055" name="Content Placeholder 2054">
            <a:extLst>
              <a:ext uri="{FF2B5EF4-FFF2-40B4-BE49-F238E27FC236}">
                <a16:creationId xmlns:a16="http://schemas.microsoft.com/office/drawing/2014/main" id="{3CA174EF-7931-437E-AAF4-F7BD0BD158D3}"/>
              </a:ext>
            </a:extLst>
          </p:cNvPr>
          <p:cNvSpPr>
            <a:spLocks noGrp="1"/>
          </p:cNvSpPr>
          <p:nvPr>
            <p:ph idx="1"/>
          </p:nvPr>
        </p:nvSpPr>
        <p:spPr>
          <a:xfrm>
            <a:off x="5155379" y="1065862"/>
            <a:ext cx="6751275" cy="4726276"/>
          </a:xfrm>
        </p:spPr>
        <p:txBody>
          <a:bodyPr vert="horz" lIns="91440" tIns="45720" rIns="91440" bIns="45720" rtlCol="0" anchor="ctr">
            <a:normAutofit/>
          </a:bodyPr>
          <a:lstStyle/>
          <a:p>
            <a:pPr marL="0" indent="0">
              <a:buNone/>
            </a:pPr>
            <a:r>
              <a:rPr lang="en-US" dirty="0">
                <a:solidFill>
                  <a:srgbClr val="FFFFFF"/>
                </a:solidFill>
              </a:rPr>
              <a:t>A model is a representations of a real-world event, system, behavior, or natural phenomenon, such as the workings of a nuclear reactor or the evacuation of a football stadium.</a:t>
            </a:r>
          </a:p>
          <a:p>
            <a:pPr marL="0" indent="0">
              <a:buNone/>
            </a:pPr>
            <a:endParaRPr lang="en-US" dirty="0">
              <a:solidFill>
                <a:srgbClr val="FFFFFF"/>
              </a:solidFill>
            </a:endParaRPr>
          </a:p>
        </p:txBody>
      </p:sp>
    </p:spTree>
    <p:extLst>
      <p:ext uri="{BB962C8B-B14F-4D97-AF65-F5344CB8AC3E}">
        <p14:creationId xmlns:p14="http://schemas.microsoft.com/office/powerpoint/2010/main" val="2487575368"/>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3" name="Picture 2" descr="Image result for car in solidworks">
            <a:extLst>
              <a:ext uri="{FF2B5EF4-FFF2-40B4-BE49-F238E27FC236}">
                <a16:creationId xmlns:a16="http://schemas.microsoft.com/office/drawing/2014/main" id="{D25B88D7-7E9C-4DD2-9AA7-5DA44CD62F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91" r="9091"/>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082" name="Rectangle 2081">
            <a:extLst>
              <a:ext uri="{FF2B5EF4-FFF2-40B4-BE49-F238E27FC236}">
                <a16:creationId xmlns:a16="http://schemas.microsoft.com/office/drawing/2014/main" id="{2B1D4F77-A17C-43D7-B7FA-545148E4E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6"/>
            <a:ext cx="4332307" cy="5896743"/>
          </a:xfrm>
          <a:prstGeom prst="rect">
            <a:avLst/>
          </a:prstGeom>
          <a:solidFill>
            <a:schemeClr val="bg1">
              <a:alpha val="90000"/>
            </a:schemeClr>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207E7D1B-7788-4377-BE64-37F22379F2B2}"/>
              </a:ext>
            </a:extLst>
          </p:cNvPr>
          <p:cNvSpPr>
            <a:spLocks noGrp="1"/>
          </p:cNvSpPr>
          <p:nvPr>
            <p:ph type="title"/>
          </p:nvPr>
        </p:nvSpPr>
        <p:spPr>
          <a:xfrm>
            <a:off x="594805" y="640263"/>
            <a:ext cx="3759240" cy="1344975"/>
          </a:xfrm>
        </p:spPr>
        <p:txBody>
          <a:bodyPr vert="horz" lIns="91440" tIns="45720" rIns="91440" bIns="45720" rtlCol="0">
            <a:normAutofit/>
          </a:bodyPr>
          <a:lstStyle/>
          <a:p>
            <a:r>
              <a:rPr lang="en-US" sz="3700" dirty="0"/>
              <a:t>What is a computer model? </a:t>
            </a:r>
          </a:p>
        </p:txBody>
      </p:sp>
      <p:sp>
        <p:nvSpPr>
          <p:cNvPr id="2055" name="Content Placeholder 2054">
            <a:extLst>
              <a:ext uri="{FF2B5EF4-FFF2-40B4-BE49-F238E27FC236}">
                <a16:creationId xmlns:a16="http://schemas.microsoft.com/office/drawing/2014/main" id="{3CA174EF-7931-437E-AAF4-F7BD0BD158D3}"/>
              </a:ext>
            </a:extLst>
          </p:cNvPr>
          <p:cNvSpPr>
            <a:spLocks noGrp="1"/>
          </p:cNvSpPr>
          <p:nvPr>
            <p:ph idx="1"/>
          </p:nvPr>
        </p:nvSpPr>
        <p:spPr>
          <a:xfrm>
            <a:off x="294046" y="2121763"/>
            <a:ext cx="4417982" cy="3773010"/>
          </a:xfrm>
        </p:spPr>
        <p:txBody>
          <a:bodyPr vert="horz" lIns="91440" tIns="45720" rIns="91440" bIns="45720" rtlCol="0">
            <a:normAutofit fontScale="92500"/>
          </a:bodyPr>
          <a:lstStyle/>
          <a:p>
            <a:pPr marL="0" indent="0">
              <a:buNone/>
            </a:pPr>
            <a:r>
              <a:rPr lang="en-US" dirty="0"/>
              <a:t>A collection of rules is created to study what would happen in real-life situations. Changes are made to see how they affect the outcome. For example, before a new football stadium is built, a computer model could be used to see if there are enough fire exits and if they’re in the safest places.</a:t>
            </a:r>
          </a:p>
        </p:txBody>
      </p:sp>
    </p:spTree>
    <p:extLst>
      <p:ext uri="{BB962C8B-B14F-4D97-AF65-F5344CB8AC3E}">
        <p14:creationId xmlns:p14="http://schemas.microsoft.com/office/powerpoint/2010/main" val="42792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3" name="Picture 2" descr="Image result for car in solidworks">
            <a:extLst>
              <a:ext uri="{FF2B5EF4-FFF2-40B4-BE49-F238E27FC236}">
                <a16:creationId xmlns:a16="http://schemas.microsoft.com/office/drawing/2014/main" id="{D25B88D7-7E9C-4DD2-9AA7-5DA44CD62F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91" r="9091"/>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082" name="Rectangle 2081">
            <a:extLst>
              <a:ext uri="{FF2B5EF4-FFF2-40B4-BE49-F238E27FC236}">
                <a16:creationId xmlns:a16="http://schemas.microsoft.com/office/drawing/2014/main" id="{2B1D4F77-A17C-43D7-B7FA-545148E4E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6"/>
            <a:ext cx="4332307" cy="5896743"/>
          </a:xfrm>
          <a:prstGeom prst="rect">
            <a:avLst/>
          </a:prstGeom>
          <a:solidFill>
            <a:schemeClr val="bg1">
              <a:alpha val="90000"/>
            </a:schemeClr>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207E7D1B-7788-4377-BE64-37F22379F2B2}"/>
              </a:ext>
            </a:extLst>
          </p:cNvPr>
          <p:cNvSpPr>
            <a:spLocks noGrp="1"/>
          </p:cNvSpPr>
          <p:nvPr>
            <p:ph type="title"/>
          </p:nvPr>
        </p:nvSpPr>
        <p:spPr>
          <a:xfrm>
            <a:off x="594805" y="640263"/>
            <a:ext cx="3759240" cy="1344975"/>
          </a:xfrm>
        </p:spPr>
        <p:txBody>
          <a:bodyPr vert="horz" lIns="91440" tIns="45720" rIns="91440" bIns="45720" rtlCol="0">
            <a:normAutofit/>
          </a:bodyPr>
          <a:lstStyle/>
          <a:p>
            <a:r>
              <a:rPr lang="en-US" sz="3700" dirty="0"/>
              <a:t>What is a computer model? </a:t>
            </a:r>
          </a:p>
        </p:txBody>
      </p:sp>
      <p:sp>
        <p:nvSpPr>
          <p:cNvPr id="2055" name="Content Placeholder 2054">
            <a:extLst>
              <a:ext uri="{FF2B5EF4-FFF2-40B4-BE49-F238E27FC236}">
                <a16:creationId xmlns:a16="http://schemas.microsoft.com/office/drawing/2014/main" id="{3CA174EF-7931-437E-AAF4-F7BD0BD158D3}"/>
              </a:ext>
            </a:extLst>
          </p:cNvPr>
          <p:cNvSpPr>
            <a:spLocks noGrp="1"/>
          </p:cNvSpPr>
          <p:nvPr>
            <p:ph idx="1"/>
          </p:nvPr>
        </p:nvSpPr>
        <p:spPr>
          <a:xfrm>
            <a:off x="294046" y="2121763"/>
            <a:ext cx="4417982" cy="3773010"/>
          </a:xfrm>
        </p:spPr>
        <p:txBody>
          <a:bodyPr vert="horz" lIns="91440" tIns="45720" rIns="91440" bIns="45720" rtlCol="0">
            <a:normAutofit fontScale="92500"/>
          </a:bodyPr>
          <a:lstStyle/>
          <a:p>
            <a:pPr marL="0" indent="0">
              <a:buNone/>
            </a:pPr>
            <a:r>
              <a:rPr lang="en-US" dirty="0"/>
              <a:t>A collection of rules is created to study what would happen in real-life situations. Changes are made to see how they affect the outcome. For example, before a new football stadium is built, a computer model could be used to see if there are enough fire exits and if they’re in the safest places.</a:t>
            </a:r>
          </a:p>
        </p:txBody>
      </p:sp>
    </p:spTree>
    <p:extLst>
      <p:ext uri="{BB962C8B-B14F-4D97-AF65-F5344CB8AC3E}">
        <p14:creationId xmlns:p14="http://schemas.microsoft.com/office/powerpoint/2010/main" val="347581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87" name="Rectangle 208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9" name="Freeform: Shape 208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207E7D1B-7788-4377-BE64-37F22379F2B2}"/>
              </a:ext>
            </a:extLst>
          </p:cNvPr>
          <p:cNvSpPr>
            <a:spLocks noGrp="1"/>
          </p:cNvSpPr>
          <p:nvPr>
            <p:ph type="title"/>
          </p:nvPr>
        </p:nvSpPr>
        <p:spPr>
          <a:xfrm>
            <a:off x="686834" y="1153572"/>
            <a:ext cx="3200400" cy="4461163"/>
          </a:xfrm>
        </p:spPr>
        <p:txBody>
          <a:bodyPr vert="horz" lIns="91440" tIns="45720" rIns="91440" bIns="45720" rtlCol="0">
            <a:normAutofit/>
          </a:bodyPr>
          <a:lstStyle/>
          <a:p>
            <a:r>
              <a:rPr lang="en-US">
                <a:solidFill>
                  <a:srgbClr val="FFFFFF"/>
                </a:solidFill>
              </a:rPr>
              <a:t>Simple Models can be built on a spreadsheet (excel)</a:t>
            </a:r>
          </a:p>
        </p:txBody>
      </p:sp>
      <p:sp>
        <p:nvSpPr>
          <p:cNvPr id="2091" name="Arc 209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055" name="Content Placeholder 2054">
            <a:extLst>
              <a:ext uri="{FF2B5EF4-FFF2-40B4-BE49-F238E27FC236}">
                <a16:creationId xmlns:a16="http://schemas.microsoft.com/office/drawing/2014/main" id="{3CA174EF-7931-437E-AAF4-F7BD0BD158D3}"/>
              </a:ext>
            </a:extLst>
          </p:cNvPr>
          <p:cNvSpPr>
            <a:spLocks noGrp="1"/>
          </p:cNvSpPr>
          <p:nvPr>
            <p:ph idx="1"/>
          </p:nvPr>
        </p:nvSpPr>
        <p:spPr>
          <a:xfrm>
            <a:off x="4447308" y="591344"/>
            <a:ext cx="6906491" cy="5585619"/>
          </a:xfrm>
        </p:spPr>
        <p:txBody>
          <a:bodyPr vert="horz" lIns="91440" tIns="45720" rIns="91440" bIns="45720" rtlCol="0" anchor="ctr">
            <a:normAutofit/>
          </a:bodyPr>
          <a:lstStyle/>
          <a:p>
            <a:pPr marL="0" indent="0">
              <a:buNone/>
            </a:pPr>
            <a:r>
              <a:rPr lang="en-US" sz="2600"/>
              <a:t>Simple models can be built in a spreadsheet. A spreadsheet model could be used to plan a school prom. To make sure it came in on budget the spending on food, drinks, entertainment, and the price of tickets could be varied.</a:t>
            </a:r>
          </a:p>
          <a:p>
            <a:pPr marL="0" indent="0">
              <a:buNone/>
            </a:pPr>
            <a:endParaRPr lang="en-US" sz="2600"/>
          </a:p>
          <a:p>
            <a:pPr marL="0" indent="0">
              <a:buNone/>
            </a:pPr>
            <a:r>
              <a:rPr lang="en-US" sz="2600"/>
              <a:t>It could also be used to see how much money would be made from ticket sales. These are called 'what if…' questions, for example:</a:t>
            </a:r>
          </a:p>
          <a:p>
            <a:pPr marL="0" indent="0">
              <a:buNone/>
            </a:pPr>
            <a:endParaRPr lang="en-US" sz="2600"/>
          </a:p>
          <a:p>
            <a:pPr marL="0" indent="0">
              <a:buNone/>
            </a:pPr>
            <a:r>
              <a:rPr lang="en-US" sz="2600"/>
              <a:t>What if only 20 people attend?</a:t>
            </a:r>
          </a:p>
          <a:p>
            <a:pPr marL="0" indent="0">
              <a:buNone/>
            </a:pPr>
            <a:r>
              <a:rPr lang="en-US" sz="2600"/>
              <a:t>What if costs go up by 10 per cent?</a:t>
            </a:r>
          </a:p>
        </p:txBody>
      </p:sp>
    </p:spTree>
    <p:extLst>
      <p:ext uri="{BB962C8B-B14F-4D97-AF65-F5344CB8AC3E}">
        <p14:creationId xmlns:p14="http://schemas.microsoft.com/office/powerpoint/2010/main" val="2599942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Modeling and Simulation 101">
            <a:hlinkClick r:id="" action="ppaction://media"/>
            <a:extLst>
              <a:ext uri="{FF2B5EF4-FFF2-40B4-BE49-F238E27FC236}">
                <a16:creationId xmlns:a16="http://schemas.microsoft.com/office/drawing/2014/main" id="{A578CB5E-B02D-4F01-BE20-A92954FDE541}"/>
              </a:ext>
            </a:extLst>
          </p:cNvPr>
          <p:cNvPicPr>
            <a:picLocks noGrp="1" noRot="1" noChangeAspect="1"/>
          </p:cNvPicPr>
          <p:nvPr>
            <p:ph idx="4294967295"/>
            <a:videoFile r:link="rId1"/>
          </p:nvPr>
        </p:nvPicPr>
        <p:blipFill>
          <a:blip r:embed="rId3"/>
          <a:stretch>
            <a:fillRect/>
          </a:stretch>
        </p:blipFill>
        <p:spPr>
          <a:xfrm>
            <a:off x="1477962" y="831056"/>
            <a:ext cx="9236075" cy="5195887"/>
          </a:xfrm>
          <a:prstGeom prst="rect">
            <a:avLst/>
          </a:prstGeom>
        </p:spPr>
      </p:pic>
      <p:sp>
        <p:nvSpPr>
          <p:cNvPr id="5" name="TextBox 4">
            <a:extLst>
              <a:ext uri="{FF2B5EF4-FFF2-40B4-BE49-F238E27FC236}">
                <a16:creationId xmlns:a16="http://schemas.microsoft.com/office/drawing/2014/main" id="{14AF0A7A-5FFA-4218-A745-6035C59E4E68}"/>
              </a:ext>
            </a:extLst>
          </p:cNvPr>
          <p:cNvSpPr txBox="1"/>
          <p:nvPr/>
        </p:nvSpPr>
        <p:spPr>
          <a:xfrm>
            <a:off x="3604868" y="6204857"/>
            <a:ext cx="4982261" cy="369332"/>
          </a:xfrm>
          <a:prstGeom prst="rect">
            <a:avLst/>
          </a:prstGeom>
          <a:noFill/>
        </p:spPr>
        <p:txBody>
          <a:bodyPr wrap="none" rtlCol="0">
            <a:spAutoFit/>
          </a:bodyPr>
          <a:lstStyle/>
          <a:p>
            <a:r>
              <a:rPr lang="en-US" dirty="0"/>
              <a:t>https://www.youtube.com/watch?v=M0iZ52kUOiQ</a:t>
            </a:r>
          </a:p>
        </p:txBody>
      </p:sp>
    </p:spTree>
    <p:extLst>
      <p:ext uri="{BB962C8B-B14F-4D97-AF65-F5344CB8AC3E}">
        <p14:creationId xmlns:p14="http://schemas.microsoft.com/office/powerpoint/2010/main" val="354087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8" name="Rectangle 1037">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1039">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EA2A61-CAAC-4A65-9827-91677236194F}"/>
              </a:ext>
            </a:extLst>
          </p:cNvPr>
          <p:cNvSpPr>
            <a:spLocks noGrp="1"/>
          </p:cNvSpPr>
          <p:nvPr>
            <p:ph type="title"/>
          </p:nvPr>
        </p:nvSpPr>
        <p:spPr>
          <a:xfrm>
            <a:off x="446369" y="670559"/>
            <a:ext cx="4683321" cy="2148841"/>
          </a:xfrm>
        </p:spPr>
        <p:txBody>
          <a:bodyPr anchor="t">
            <a:normAutofit/>
          </a:bodyPr>
          <a:lstStyle/>
          <a:p>
            <a:r>
              <a:rPr lang="en-IE" dirty="0"/>
              <a:t>What is simulation? </a:t>
            </a:r>
            <a:endParaRPr lang="en-US" dirty="0"/>
          </a:p>
        </p:txBody>
      </p:sp>
      <p:pic>
        <p:nvPicPr>
          <p:cNvPr id="1026" name="Picture 2" descr="Ever wonder about vehicle crash tests and the Dummies that ride in them? -  Edward H. Sutton Insurance Agency">
            <a:extLst>
              <a:ext uri="{FF2B5EF4-FFF2-40B4-BE49-F238E27FC236}">
                <a16:creationId xmlns:a16="http://schemas.microsoft.com/office/drawing/2014/main" id="{75525168-4700-1B20-CCB2-67C7AAF5362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804" r="1" b="479"/>
          <a:stretch/>
        </p:blipFill>
        <p:spPr bwMode="auto">
          <a:xfrm>
            <a:off x="1" y="3105151"/>
            <a:ext cx="6448424" cy="3752849"/>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C8899F08-3DE6-49EE-8136-9E36AFF94927}"/>
              </a:ext>
            </a:extLst>
          </p:cNvPr>
          <p:cNvSpPr>
            <a:spLocks noGrp="1"/>
          </p:cNvSpPr>
          <p:nvPr>
            <p:ph idx="1"/>
          </p:nvPr>
        </p:nvSpPr>
        <p:spPr>
          <a:xfrm>
            <a:off x="6096000" y="670559"/>
            <a:ext cx="5976026" cy="5817790"/>
          </a:xfrm>
        </p:spPr>
        <p:txBody>
          <a:bodyPr anchor="t">
            <a:normAutofit/>
          </a:bodyPr>
          <a:lstStyle/>
          <a:p>
            <a:r>
              <a:rPr lang="en-US" dirty="0"/>
              <a:t>Simulation is a type of computer model. A simulation imitates a particular environment. It can be used for research or training</a:t>
            </a:r>
          </a:p>
          <a:p>
            <a:r>
              <a:rPr lang="en-US" dirty="0"/>
              <a:t>They allow different scenarios to be tested. These scenarios can be an actual or probable real-life events that: </a:t>
            </a:r>
          </a:p>
          <a:p>
            <a:pPr lvl="1"/>
            <a:r>
              <a:rPr lang="en-US" sz="2800" dirty="0"/>
              <a:t>find a cause of a past occurrence (such as an accident), </a:t>
            </a:r>
          </a:p>
          <a:p>
            <a:pPr lvl="1"/>
            <a:r>
              <a:rPr lang="en-US" sz="2800" dirty="0"/>
              <a:t>forecast future effects (outcomes) of assumed circumstances or factors.</a:t>
            </a:r>
          </a:p>
          <a:p>
            <a:endParaRPr lang="en-US" dirty="0"/>
          </a:p>
        </p:txBody>
      </p:sp>
    </p:spTree>
    <p:extLst>
      <p:ext uri="{BB962C8B-B14F-4D97-AF65-F5344CB8AC3E}">
        <p14:creationId xmlns:p14="http://schemas.microsoft.com/office/powerpoint/2010/main" val="1118130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air, air travel, airbus">
            <a:extLst>
              <a:ext uri="{FF2B5EF4-FFF2-40B4-BE49-F238E27FC236}">
                <a16:creationId xmlns:a16="http://schemas.microsoft.com/office/drawing/2014/main" id="{7B31F021-EC8A-4362-AA0E-24D5A0DA6029}"/>
              </a:ext>
            </a:extLst>
          </p:cNvPr>
          <p:cNvPicPr>
            <a:picLocks noGrp="1" noChangeAspect="1" noChangeArrowheads="1"/>
          </p:cNvPicPr>
          <p:nvPr>
            <p:ph type="pic" idx="1"/>
          </p:nvPr>
        </p:nvPicPr>
        <p:blipFill rotWithShape="1">
          <a:blip r:embed="rId2">
            <a:extLst>
              <a:ext uri="{28A0092B-C50C-407E-A947-70E740481C1C}">
                <a14:useLocalDpi xmlns:a14="http://schemas.microsoft.com/office/drawing/2010/main" val="0"/>
              </a:ext>
            </a:extLst>
          </a:blip>
          <a:srcRect t="13981"/>
          <a:stretch/>
        </p:blipFill>
        <p:spPr bwMode="auto">
          <a:xfrm>
            <a:off x="-1" y="10"/>
            <a:ext cx="12192001" cy="4666928"/>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a:extLst>
              <a:ext uri="{FF2B5EF4-FFF2-40B4-BE49-F238E27FC236}">
                <a16:creationId xmlns:a16="http://schemas.microsoft.com/office/drawing/2014/main" id="{EE09A529-E47C-4634-BB98-0A9526C372B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3" name="Oval 72">
            <a:extLst>
              <a:ext uri="{FF2B5EF4-FFF2-40B4-BE49-F238E27FC236}">
                <a16:creationId xmlns:a16="http://schemas.microsoft.com/office/drawing/2014/main" id="{569C1A01-6FB5-43CE-ADCC-936728ACA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6267" y="4388303"/>
            <a:ext cx="824089" cy="702986"/>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C7E011-A02C-416F-B0A7-E4519D274271}"/>
              </a:ext>
            </a:extLst>
          </p:cNvPr>
          <p:cNvSpPr>
            <a:spLocks noGrp="1"/>
          </p:cNvSpPr>
          <p:nvPr>
            <p:ph type="title"/>
          </p:nvPr>
        </p:nvSpPr>
        <p:spPr>
          <a:xfrm>
            <a:off x="804998" y="4551037"/>
            <a:ext cx="5021782" cy="1509931"/>
          </a:xfrm>
        </p:spPr>
        <p:txBody>
          <a:bodyPr vert="horz" lIns="91440" tIns="45720" rIns="91440" bIns="45720" rtlCol="0" anchor="ctr">
            <a:normAutofit/>
          </a:bodyPr>
          <a:lstStyle/>
          <a:p>
            <a:r>
              <a:rPr lang="en-US" sz="4000">
                <a:solidFill>
                  <a:srgbClr val="000000"/>
                </a:solidFill>
              </a:rPr>
              <a:t>Simulation in real-life? </a:t>
            </a:r>
          </a:p>
        </p:txBody>
      </p:sp>
      <p:sp>
        <p:nvSpPr>
          <p:cNvPr id="4" name="Text Placeholder 3">
            <a:extLst>
              <a:ext uri="{FF2B5EF4-FFF2-40B4-BE49-F238E27FC236}">
                <a16:creationId xmlns:a16="http://schemas.microsoft.com/office/drawing/2014/main" id="{461E215E-25E4-4129-AC03-F88B0F4998E0}"/>
              </a:ext>
            </a:extLst>
          </p:cNvPr>
          <p:cNvSpPr>
            <a:spLocks noGrp="1"/>
          </p:cNvSpPr>
          <p:nvPr>
            <p:ph type="body" sz="half" idx="2"/>
          </p:nvPr>
        </p:nvSpPr>
        <p:spPr>
          <a:xfrm>
            <a:off x="6470247" y="4551037"/>
            <a:ext cx="4926411" cy="1509935"/>
          </a:xfrm>
        </p:spPr>
        <p:txBody>
          <a:bodyPr vert="horz" lIns="91440" tIns="45720" rIns="91440" bIns="45720" rtlCol="0" anchor="ctr">
            <a:normAutofit/>
          </a:bodyPr>
          <a:lstStyle/>
          <a:p>
            <a:pPr indent="-228600">
              <a:buFont typeface="Arial" panose="020B0604020202020204" pitchFamily="34" charset="0"/>
              <a:buChar char="•"/>
            </a:pPr>
            <a:r>
              <a:rPr lang="en-US" sz="1800" dirty="0">
                <a:solidFill>
                  <a:srgbClr val="000000"/>
                </a:solidFill>
              </a:rPr>
              <a:t>Ever wonder how pilots practice flying before climbing into the cockpit?</a:t>
            </a:r>
          </a:p>
          <a:p>
            <a:pPr indent="-228600">
              <a:buFont typeface="Arial" panose="020B0604020202020204" pitchFamily="34" charset="0"/>
              <a:buChar char="•"/>
            </a:pPr>
            <a:r>
              <a:rPr lang="en-US" sz="1800" dirty="0">
                <a:solidFill>
                  <a:srgbClr val="000000"/>
                </a:solidFill>
              </a:rPr>
              <a:t>Well they use very advanced simulation software to train in all sorts of conditions. </a:t>
            </a:r>
          </a:p>
        </p:txBody>
      </p:sp>
    </p:spTree>
    <p:extLst>
      <p:ext uri="{BB962C8B-B14F-4D97-AF65-F5344CB8AC3E}">
        <p14:creationId xmlns:p14="http://schemas.microsoft.com/office/powerpoint/2010/main" val="3260996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E96B3016-2F72-DED7-FB4B-907DCD922B7E}"/>
              </a:ext>
            </a:extLst>
          </p:cNvPr>
          <p:cNvPicPr>
            <a:picLocks noGrp="1" noChangeAspect="1"/>
          </p:cNvPicPr>
          <p:nvPr>
            <p:ph idx="1"/>
          </p:nvPr>
        </p:nvPicPr>
        <p:blipFill>
          <a:blip r:embed="rId2"/>
          <a:stretch>
            <a:fillRect/>
          </a:stretch>
        </p:blipFill>
        <p:spPr>
          <a:xfrm>
            <a:off x="340673" y="479394"/>
            <a:ext cx="11536638" cy="5912528"/>
          </a:xfrm>
          <a:prstGeom prst="rect">
            <a:avLst/>
          </a:prstGeom>
        </p:spPr>
      </p:pic>
    </p:spTree>
    <p:extLst>
      <p:ext uri="{BB962C8B-B14F-4D97-AF65-F5344CB8AC3E}">
        <p14:creationId xmlns:p14="http://schemas.microsoft.com/office/powerpoint/2010/main" val="3194674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4" y="448055"/>
            <a:ext cx="3414370"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4409330B-196C-CB22-9B91-577DF9A4978C}"/>
              </a:ext>
            </a:extLst>
          </p:cNvPr>
          <p:cNvSpPr>
            <a:spLocks noGrp="1"/>
          </p:cNvSpPr>
          <p:nvPr>
            <p:ph type="title"/>
          </p:nvPr>
        </p:nvSpPr>
        <p:spPr>
          <a:xfrm>
            <a:off x="777240" y="731519"/>
            <a:ext cx="2845191" cy="3237579"/>
          </a:xfrm>
        </p:spPr>
        <p:txBody>
          <a:bodyPr>
            <a:normAutofit/>
          </a:bodyPr>
          <a:lstStyle/>
          <a:p>
            <a:r>
              <a:rPr lang="en-IE" sz="3800">
                <a:solidFill>
                  <a:srgbClr val="FFFFFF"/>
                </a:solidFill>
              </a:rPr>
              <a:t>Building a basic model in python</a:t>
            </a:r>
          </a:p>
        </p:txBody>
      </p:sp>
      <p:sp>
        <p:nvSpPr>
          <p:cNvPr id="19" name="Rectangle 18">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19227"/>
            <a:ext cx="3414369"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1" name="Rectangle 20">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4603" y="448055"/>
            <a:ext cx="7688475"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282621A-5241-5C4E-213E-FA7FFCF98739}"/>
              </a:ext>
            </a:extLst>
          </p:cNvPr>
          <p:cNvSpPr>
            <a:spLocks noGrp="1"/>
          </p:cNvSpPr>
          <p:nvPr>
            <p:ph idx="1"/>
          </p:nvPr>
        </p:nvSpPr>
        <p:spPr>
          <a:xfrm>
            <a:off x="4044603" y="457200"/>
            <a:ext cx="7993517" cy="6156664"/>
          </a:xfrm>
        </p:spPr>
        <p:txBody>
          <a:bodyPr anchor="ctr">
            <a:normAutofit/>
          </a:bodyPr>
          <a:lstStyle/>
          <a:p>
            <a:r>
              <a:rPr lang="en-IE" sz="2600" dirty="0"/>
              <a:t>According to the Census 2021 Northern Ireland Population is </a:t>
            </a:r>
            <a:r>
              <a:rPr lang="en-IE" sz="2600" b="0" i="0" dirty="0">
                <a:effectLst/>
                <a:latin typeface="Roboto" panose="02000000000000000000" pitchFamily="2" charset="0"/>
              </a:rPr>
              <a:t>1,903,175 and :</a:t>
            </a:r>
          </a:p>
          <a:p>
            <a:pPr lvl="1"/>
            <a:r>
              <a:rPr lang="en-US" sz="2600" b="0" i="0" dirty="0">
                <a:effectLst/>
                <a:latin typeface="GuardianTextEgyptian"/>
              </a:rPr>
              <a:t>45.7% of inhabitants are Catholic / Catholic background</a:t>
            </a:r>
          </a:p>
          <a:p>
            <a:pPr lvl="1"/>
            <a:r>
              <a:rPr lang="en-US" sz="2600" b="0" i="0" dirty="0">
                <a:effectLst/>
                <a:latin typeface="GuardianTextEgyptian"/>
              </a:rPr>
              <a:t>43.48% from Protestant or other Christian background</a:t>
            </a:r>
            <a:endParaRPr lang="en-IE" sz="2600" b="0" i="0" dirty="0">
              <a:effectLst/>
              <a:latin typeface="GuardianTextEgyptian"/>
            </a:endParaRPr>
          </a:p>
          <a:p>
            <a:pPr lvl="1"/>
            <a:endParaRPr lang="en-IE" sz="2600" dirty="0">
              <a:latin typeface="GuardianTextEgyptian"/>
            </a:endParaRPr>
          </a:p>
          <a:p>
            <a:r>
              <a:rPr lang="en-IE" sz="2600" b="0" i="0" dirty="0">
                <a:effectLst/>
                <a:latin typeface="GuardianTextEgyptian"/>
              </a:rPr>
              <a:t>The </a:t>
            </a:r>
            <a:r>
              <a:rPr lang="en-US" sz="2600" b="0" i="0" dirty="0">
                <a:effectLst/>
                <a:latin typeface="GuardianTextEgyptian"/>
              </a:rPr>
              <a:t>2011 census figures were 45% Catholic and 48% Protestant</a:t>
            </a:r>
          </a:p>
          <a:p>
            <a:r>
              <a:rPr lang="en-US" sz="2600" dirty="0"/>
              <a:t>Prepare a model for the increase and decrease in population over the next 10 years, 20 years, 50 years</a:t>
            </a:r>
            <a:endParaRPr lang="en-US" sz="2600" b="0" i="0" dirty="0">
              <a:effectLst/>
              <a:latin typeface="GuardianTextEgyptian"/>
            </a:endParaRPr>
          </a:p>
        </p:txBody>
      </p:sp>
    </p:spTree>
    <p:extLst>
      <p:ext uri="{BB962C8B-B14F-4D97-AF65-F5344CB8AC3E}">
        <p14:creationId xmlns:p14="http://schemas.microsoft.com/office/powerpoint/2010/main" val="1870619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5709D-82B6-13E7-8CEA-40ACF614022D}"/>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sz="5000" kern="1200">
                <a:solidFill>
                  <a:schemeClr val="tx1"/>
                </a:solidFill>
                <a:latin typeface="+mj-lt"/>
                <a:ea typeface="+mj-ea"/>
                <a:cs typeface="+mj-cs"/>
              </a:rPr>
              <a:t>Solution to the previous problem – Pg 1</a:t>
            </a:r>
          </a:p>
        </p:txBody>
      </p:sp>
      <p:sp>
        <p:nvSpPr>
          <p:cNvPr id="10" name="Rectangle 9">
            <a:extLst>
              <a:ext uri="{FF2B5EF4-FFF2-40B4-BE49-F238E27FC236}">
                <a16:creationId xmlns:a16="http://schemas.microsoft.com/office/drawing/2014/main" id="{F170E346-B98B-43A6-A4DA-D36FF63284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32938" y="-6032938"/>
            <a:ext cx="126124" cy="12192000"/>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5" name="Content Placeholder 4">
            <a:extLst>
              <a:ext uri="{FF2B5EF4-FFF2-40B4-BE49-F238E27FC236}">
                <a16:creationId xmlns:a16="http://schemas.microsoft.com/office/drawing/2014/main" id="{82D6D48C-1B7B-13C7-1650-0A9BFC2411C2}"/>
              </a:ext>
            </a:extLst>
          </p:cNvPr>
          <p:cNvPicPr>
            <a:picLocks noGrp="1" noChangeAspect="1"/>
          </p:cNvPicPr>
          <p:nvPr>
            <p:ph idx="1"/>
          </p:nvPr>
        </p:nvPicPr>
        <p:blipFill>
          <a:blip r:embed="rId2"/>
          <a:stretch>
            <a:fillRect/>
          </a:stretch>
        </p:blipFill>
        <p:spPr>
          <a:xfrm>
            <a:off x="229688" y="1488332"/>
            <a:ext cx="10884104" cy="4816215"/>
          </a:xfrm>
          <a:prstGeom prst="rect">
            <a:avLst/>
          </a:prstGeom>
        </p:spPr>
      </p:pic>
    </p:spTree>
    <p:extLst>
      <p:ext uri="{BB962C8B-B14F-4D97-AF65-F5344CB8AC3E}">
        <p14:creationId xmlns:p14="http://schemas.microsoft.com/office/powerpoint/2010/main" val="3444407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5709D-82B6-13E7-8CEA-40ACF614022D}"/>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sz="5000" kern="1200">
                <a:solidFill>
                  <a:schemeClr val="tx1"/>
                </a:solidFill>
                <a:latin typeface="+mj-lt"/>
                <a:ea typeface="+mj-ea"/>
                <a:cs typeface="+mj-cs"/>
              </a:rPr>
              <a:t>Solution to the previous problem – Pg 2</a:t>
            </a:r>
          </a:p>
        </p:txBody>
      </p:sp>
      <p:sp>
        <p:nvSpPr>
          <p:cNvPr id="13" name="Rectangle 12">
            <a:extLst>
              <a:ext uri="{FF2B5EF4-FFF2-40B4-BE49-F238E27FC236}">
                <a16:creationId xmlns:a16="http://schemas.microsoft.com/office/drawing/2014/main" id="{F170E346-B98B-43A6-A4DA-D36FF63284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32938" y="-6032938"/>
            <a:ext cx="126124" cy="12192000"/>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8" name="Content Placeholder 7">
            <a:extLst>
              <a:ext uri="{FF2B5EF4-FFF2-40B4-BE49-F238E27FC236}">
                <a16:creationId xmlns:a16="http://schemas.microsoft.com/office/drawing/2014/main" id="{8889D75D-3A93-1CF1-4486-FAD15333EF16}"/>
              </a:ext>
            </a:extLst>
          </p:cNvPr>
          <p:cNvPicPr>
            <a:picLocks noGrp="1" noChangeAspect="1"/>
          </p:cNvPicPr>
          <p:nvPr>
            <p:ph idx="1"/>
          </p:nvPr>
        </p:nvPicPr>
        <p:blipFill>
          <a:blip r:embed="rId2"/>
          <a:stretch>
            <a:fillRect/>
          </a:stretch>
        </p:blipFill>
        <p:spPr>
          <a:xfrm>
            <a:off x="322378" y="1673157"/>
            <a:ext cx="11323252" cy="4500991"/>
          </a:xfrm>
          <a:prstGeom prst="rect">
            <a:avLst/>
          </a:prstGeom>
        </p:spPr>
      </p:pic>
    </p:spTree>
    <p:extLst>
      <p:ext uri="{BB962C8B-B14F-4D97-AF65-F5344CB8AC3E}">
        <p14:creationId xmlns:p14="http://schemas.microsoft.com/office/powerpoint/2010/main" val="1880910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5709D-82B6-13E7-8CEA-40ACF614022D}"/>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sz="5000" kern="1200">
                <a:solidFill>
                  <a:schemeClr val="tx1"/>
                </a:solidFill>
                <a:latin typeface="+mj-lt"/>
                <a:ea typeface="+mj-ea"/>
                <a:cs typeface="+mj-cs"/>
              </a:rPr>
              <a:t>Solution to the previous problem – Pg 3</a:t>
            </a:r>
          </a:p>
        </p:txBody>
      </p:sp>
      <p:sp>
        <p:nvSpPr>
          <p:cNvPr id="10" name="Rectangle 9">
            <a:extLst>
              <a:ext uri="{FF2B5EF4-FFF2-40B4-BE49-F238E27FC236}">
                <a16:creationId xmlns:a16="http://schemas.microsoft.com/office/drawing/2014/main" id="{F170E346-B98B-43A6-A4DA-D36FF63284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32938" y="-6032938"/>
            <a:ext cx="126124" cy="12192000"/>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5" name="Content Placeholder 4">
            <a:extLst>
              <a:ext uri="{FF2B5EF4-FFF2-40B4-BE49-F238E27FC236}">
                <a16:creationId xmlns:a16="http://schemas.microsoft.com/office/drawing/2014/main" id="{AD8EB3A1-A256-5247-CB8B-D673A2045B34}"/>
              </a:ext>
            </a:extLst>
          </p:cNvPr>
          <p:cNvPicPr>
            <a:picLocks noGrp="1" noChangeAspect="1"/>
          </p:cNvPicPr>
          <p:nvPr>
            <p:ph idx="1"/>
          </p:nvPr>
        </p:nvPicPr>
        <p:blipFill>
          <a:blip r:embed="rId2"/>
          <a:stretch>
            <a:fillRect/>
          </a:stretch>
        </p:blipFill>
        <p:spPr>
          <a:xfrm>
            <a:off x="1049697" y="1863801"/>
            <a:ext cx="10092605" cy="4440746"/>
          </a:xfrm>
          <a:prstGeom prst="rect">
            <a:avLst/>
          </a:prstGeom>
        </p:spPr>
      </p:pic>
    </p:spTree>
    <p:extLst>
      <p:ext uri="{BB962C8B-B14F-4D97-AF65-F5344CB8AC3E}">
        <p14:creationId xmlns:p14="http://schemas.microsoft.com/office/powerpoint/2010/main" val="465925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4" y="448055"/>
            <a:ext cx="3414370"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4409330B-196C-CB22-9B91-577DF9A4978C}"/>
              </a:ext>
            </a:extLst>
          </p:cNvPr>
          <p:cNvSpPr>
            <a:spLocks noGrp="1"/>
          </p:cNvSpPr>
          <p:nvPr>
            <p:ph type="title"/>
          </p:nvPr>
        </p:nvSpPr>
        <p:spPr>
          <a:xfrm>
            <a:off x="777240" y="731519"/>
            <a:ext cx="2845191" cy="3237579"/>
          </a:xfrm>
        </p:spPr>
        <p:txBody>
          <a:bodyPr>
            <a:normAutofit/>
          </a:bodyPr>
          <a:lstStyle/>
          <a:p>
            <a:r>
              <a:rPr lang="en-IE" sz="3800">
                <a:solidFill>
                  <a:srgbClr val="FFFFFF"/>
                </a:solidFill>
              </a:rPr>
              <a:t>Model of the population of a town</a:t>
            </a:r>
          </a:p>
        </p:txBody>
      </p:sp>
      <p:sp>
        <p:nvSpPr>
          <p:cNvPr id="10"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19227"/>
            <a:ext cx="3414369"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2" name="Rectangle 11">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4603" y="448055"/>
            <a:ext cx="7688475"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282621A-5241-5C4E-213E-FA7FFCF98739}"/>
              </a:ext>
            </a:extLst>
          </p:cNvPr>
          <p:cNvSpPr>
            <a:spLocks noGrp="1"/>
          </p:cNvSpPr>
          <p:nvPr>
            <p:ph idx="1"/>
          </p:nvPr>
        </p:nvSpPr>
        <p:spPr>
          <a:xfrm>
            <a:off x="4128117" y="686862"/>
            <a:ext cx="7289183" cy="5475129"/>
          </a:xfrm>
        </p:spPr>
        <p:txBody>
          <a:bodyPr anchor="ctr">
            <a:normAutofit/>
          </a:bodyPr>
          <a:lstStyle/>
          <a:p>
            <a:r>
              <a:rPr lang="en-US" sz="2400" b="1" dirty="0"/>
              <a:t>Carrick Population </a:t>
            </a:r>
          </a:p>
          <a:p>
            <a:r>
              <a:rPr lang="en-US" sz="2400" dirty="0"/>
              <a:t>Prepare a model for the increase and decrease in population of Carrick (current population 1,535) year-by-year. Given the following details: </a:t>
            </a:r>
          </a:p>
          <a:p>
            <a:pPr lvl="1"/>
            <a:r>
              <a:rPr lang="en-US" dirty="0"/>
              <a:t>Births: 3% of the population per year </a:t>
            </a:r>
          </a:p>
          <a:p>
            <a:pPr lvl="1"/>
            <a:r>
              <a:rPr lang="en-US" dirty="0"/>
              <a:t>Deaths 2% of the population per year </a:t>
            </a:r>
          </a:p>
          <a:p>
            <a:pPr lvl="1"/>
            <a:r>
              <a:rPr lang="en-US" dirty="0"/>
              <a:t>The model can be an interactive Python program.</a:t>
            </a:r>
          </a:p>
          <a:p>
            <a:r>
              <a:rPr lang="en-US" sz="2400" dirty="0"/>
              <a:t>When you have completed the above you may extend the problem: People leaving: 3 equally likely scenarios depending on Economic factors: </a:t>
            </a:r>
          </a:p>
          <a:p>
            <a:pPr lvl="1"/>
            <a:r>
              <a:rPr lang="en-US" dirty="0"/>
              <a:t>1. 100 net people coming in. </a:t>
            </a:r>
          </a:p>
          <a:p>
            <a:pPr lvl="1"/>
            <a:r>
              <a:rPr lang="en-US" dirty="0"/>
              <a:t>2. 50 net people coming in. </a:t>
            </a:r>
          </a:p>
          <a:p>
            <a:pPr lvl="1"/>
            <a:r>
              <a:rPr lang="en-US" dirty="0"/>
              <a:t>3. 200 net people leaving.)</a:t>
            </a:r>
            <a:endParaRPr lang="en-IE" dirty="0"/>
          </a:p>
        </p:txBody>
      </p:sp>
      <p:sp>
        <p:nvSpPr>
          <p:cNvPr id="4" name="TextBox 3">
            <a:extLst>
              <a:ext uri="{FF2B5EF4-FFF2-40B4-BE49-F238E27FC236}">
                <a16:creationId xmlns:a16="http://schemas.microsoft.com/office/drawing/2014/main" id="{4AF75891-4443-0850-31B7-583BE6BC2423}"/>
              </a:ext>
            </a:extLst>
          </p:cNvPr>
          <p:cNvSpPr txBox="1"/>
          <p:nvPr/>
        </p:nvSpPr>
        <p:spPr>
          <a:xfrm>
            <a:off x="777240" y="4601183"/>
            <a:ext cx="2845191" cy="1384995"/>
          </a:xfrm>
          <a:prstGeom prst="rect">
            <a:avLst/>
          </a:prstGeom>
          <a:noFill/>
        </p:spPr>
        <p:txBody>
          <a:bodyPr wrap="square" rtlCol="0">
            <a:spAutoFit/>
          </a:bodyPr>
          <a:lstStyle/>
          <a:p>
            <a:r>
              <a:rPr lang="en-IE" sz="2800" b="1" dirty="0">
                <a:highlight>
                  <a:srgbClr val="FFFF00"/>
                </a:highlight>
              </a:rPr>
              <a:t>Use the previous example’s code and modify it</a:t>
            </a:r>
          </a:p>
        </p:txBody>
      </p:sp>
    </p:spTree>
    <p:extLst>
      <p:ext uri="{BB962C8B-B14F-4D97-AF65-F5344CB8AC3E}">
        <p14:creationId xmlns:p14="http://schemas.microsoft.com/office/powerpoint/2010/main" val="26344106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29577-3EE1-0221-E540-CEE4855AFC9B}"/>
              </a:ext>
            </a:extLst>
          </p:cNvPr>
          <p:cNvSpPr>
            <a:spLocks noGrp="1"/>
          </p:cNvSpPr>
          <p:nvPr>
            <p:ph type="title"/>
          </p:nvPr>
        </p:nvSpPr>
        <p:spPr>
          <a:xfrm>
            <a:off x="645859" y="640081"/>
            <a:ext cx="4786895" cy="3592768"/>
          </a:xfrm>
          <a:noFill/>
        </p:spPr>
        <p:txBody>
          <a:bodyPr vert="horz" lIns="91440" tIns="45720" rIns="91440" bIns="45720" rtlCol="0" anchor="b">
            <a:normAutofit/>
          </a:bodyPr>
          <a:lstStyle/>
          <a:p>
            <a:r>
              <a:rPr lang="en-US" sz="6000" kern="1200" dirty="0">
                <a:solidFill>
                  <a:schemeClr val="tx1"/>
                </a:solidFill>
                <a:latin typeface="+mj-lt"/>
                <a:ea typeface="+mj-ea"/>
                <a:cs typeface="+mj-cs"/>
              </a:rPr>
              <a:t>Evaluating a compound interest model</a:t>
            </a:r>
          </a:p>
        </p:txBody>
      </p:sp>
      <p:sp>
        <p:nvSpPr>
          <p:cNvPr id="3" name="Content Placeholder 2">
            <a:extLst>
              <a:ext uri="{FF2B5EF4-FFF2-40B4-BE49-F238E27FC236}">
                <a16:creationId xmlns:a16="http://schemas.microsoft.com/office/drawing/2014/main" id="{7811FBDA-D3E8-9298-41E3-869980EEB841}"/>
              </a:ext>
            </a:extLst>
          </p:cNvPr>
          <p:cNvSpPr>
            <a:spLocks noGrp="1"/>
          </p:cNvSpPr>
          <p:nvPr>
            <p:ph idx="1"/>
          </p:nvPr>
        </p:nvSpPr>
        <p:spPr>
          <a:xfrm>
            <a:off x="645859" y="4371278"/>
            <a:ext cx="4786895" cy="1846643"/>
          </a:xfrm>
          <a:noFill/>
        </p:spPr>
        <p:txBody>
          <a:bodyPr vert="horz" lIns="91440" tIns="45720" rIns="91440" bIns="45720" rtlCol="0">
            <a:normAutofit/>
          </a:bodyPr>
          <a:lstStyle/>
          <a:p>
            <a:pPr marL="0" indent="0">
              <a:buNone/>
            </a:pPr>
            <a:r>
              <a:rPr lang="en-US" sz="2400" kern="1200" dirty="0">
                <a:solidFill>
                  <a:schemeClr val="tx1"/>
                </a:solidFill>
                <a:latin typeface="+mn-lt"/>
                <a:ea typeface="+mn-ea"/>
                <a:cs typeface="+mn-cs"/>
              </a:rPr>
              <a:t>The next model has a mathematical core and is used to calculate the compound interest </a:t>
            </a:r>
          </a:p>
        </p:txBody>
      </p:sp>
      <p:sp>
        <p:nvSpPr>
          <p:cNvPr id="19" name="Rectangle 18">
            <a:extLst>
              <a:ext uri="{FF2B5EF4-FFF2-40B4-BE49-F238E27FC236}">
                <a16:creationId xmlns:a16="http://schemas.microsoft.com/office/drawing/2014/main" id="{8AD13924-DC7C-4339-B194-8A4EFFBF2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4416" y="0"/>
            <a:ext cx="610758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ounded Rectangle 26">
            <a:extLst>
              <a:ext uri="{FF2B5EF4-FFF2-40B4-BE49-F238E27FC236}">
                <a16:creationId xmlns:a16="http://schemas.microsoft.com/office/drawing/2014/main" id="{72458505-C9BA-445F-AE75-CFC7FF04F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1163" y="640080"/>
            <a:ext cx="480917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4A2C3066-5CFF-B732-15F4-A0E890FD9BC0}"/>
              </a:ext>
            </a:extLst>
          </p:cNvPr>
          <p:cNvPicPr>
            <a:picLocks noChangeAspect="1"/>
          </p:cNvPicPr>
          <p:nvPr/>
        </p:nvPicPr>
        <p:blipFill>
          <a:blip r:embed="rId2"/>
          <a:stretch>
            <a:fillRect/>
          </a:stretch>
        </p:blipFill>
        <p:spPr>
          <a:xfrm>
            <a:off x="7050918" y="2063424"/>
            <a:ext cx="4169664" cy="2731129"/>
          </a:xfrm>
          <a:prstGeom prst="rect">
            <a:avLst/>
          </a:prstGeom>
          <a:effectLst/>
        </p:spPr>
      </p:pic>
    </p:spTree>
    <p:extLst>
      <p:ext uri="{BB962C8B-B14F-4D97-AF65-F5344CB8AC3E}">
        <p14:creationId xmlns:p14="http://schemas.microsoft.com/office/powerpoint/2010/main" val="3932813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44056-A3FB-2819-5A67-FCB65BA9F297}"/>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sz="4600" kern="1200">
                <a:solidFill>
                  <a:schemeClr val="tx1"/>
                </a:solidFill>
                <a:latin typeface="+mj-lt"/>
                <a:ea typeface="+mj-ea"/>
                <a:cs typeface="+mj-cs"/>
              </a:rPr>
              <a:t>Running Simulations and evaluating models</a:t>
            </a:r>
          </a:p>
        </p:txBody>
      </p:sp>
      <p:sp>
        <p:nvSpPr>
          <p:cNvPr id="10" name="Rectangle 9">
            <a:extLst>
              <a:ext uri="{FF2B5EF4-FFF2-40B4-BE49-F238E27FC236}">
                <a16:creationId xmlns:a16="http://schemas.microsoft.com/office/drawing/2014/main" id="{F170E346-B98B-43A6-A4DA-D36FF63284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32938" y="-6032938"/>
            <a:ext cx="126124" cy="12192000"/>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5" name="Content Placeholder 4">
            <a:extLst>
              <a:ext uri="{FF2B5EF4-FFF2-40B4-BE49-F238E27FC236}">
                <a16:creationId xmlns:a16="http://schemas.microsoft.com/office/drawing/2014/main" id="{1D9D29A5-322B-9BF6-4E71-E14F24656CB7}"/>
              </a:ext>
            </a:extLst>
          </p:cNvPr>
          <p:cNvPicPr>
            <a:picLocks noGrp="1" noChangeAspect="1"/>
          </p:cNvPicPr>
          <p:nvPr>
            <p:ph idx="1"/>
          </p:nvPr>
        </p:nvPicPr>
        <p:blipFill>
          <a:blip r:embed="rId2"/>
          <a:stretch>
            <a:fillRect/>
          </a:stretch>
        </p:blipFill>
        <p:spPr>
          <a:xfrm>
            <a:off x="1106398" y="1863801"/>
            <a:ext cx="9979202" cy="4440746"/>
          </a:xfrm>
          <a:prstGeom prst="rect">
            <a:avLst/>
          </a:prstGeom>
        </p:spPr>
      </p:pic>
    </p:spTree>
    <p:extLst>
      <p:ext uri="{BB962C8B-B14F-4D97-AF65-F5344CB8AC3E}">
        <p14:creationId xmlns:p14="http://schemas.microsoft.com/office/powerpoint/2010/main" val="4160457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8">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4" y="448055"/>
            <a:ext cx="3414370"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B3A3422E-0241-94F4-B5CD-F4C0097CABAA}"/>
              </a:ext>
            </a:extLst>
          </p:cNvPr>
          <p:cNvSpPr>
            <a:spLocks noGrp="1"/>
          </p:cNvSpPr>
          <p:nvPr>
            <p:ph type="title"/>
          </p:nvPr>
        </p:nvSpPr>
        <p:spPr>
          <a:xfrm>
            <a:off x="777240" y="731519"/>
            <a:ext cx="2845191" cy="3237579"/>
          </a:xfrm>
        </p:spPr>
        <p:txBody>
          <a:bodyPr>
            <a:normAutofit/>
          </a:bodyPr>
          <a:lstStyle/>
          <a:p>
            <a:r>
              <a:rPr lang="en-IE" sz="3800">
                <a:solidFill>
                  <a:srgbClr val="FFFFFF"/>
                </a:solidFill>
              </a:rPr>
              <a:t>Evaluate the model </a:t>
            </a:r>
          </a:p>
        </p:txBody>
      </p:sp>
      <p:sp>
        <p:nvSpPr>
          <p:cNvPr id="11" name="Rectangle 10">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19227"/>
            <a:ext cx="3414369" cy="1979852"/>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3" name="Rectangle 12">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4603" y="448055"/>
            <a:ext cx="7688475"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Content Placeholder 2">
            <a:extLst>
              <a:ext uri="{FF2B5EF4-FFF2-40B4-BE49-F238E27FC236}">
                <a16:creationId xmlns:a16="http://schemas.microsoft.com/office/drawing/2014/main" id="{85A0D43E-EBEC-7AB5-9961-90FFAB26601E}"/>
              </a:ext>
            </a:extLst>
          </p:cNvPr>
          <p:cNvGraphicFramePr>
            <a:graphicFrameLocks noGrp="1"/>
          </p:cNvGraphicFramePr>
          <p:nvPr>
            <p:ph idx="1"/>
            <p:extLst>
              <p:ext uri="{D42A27DB-BD31-4B8C-83A1-F6EECF244321}">
                <p14:modId xmlns:p14="http://schemas.microsoft.com/office/powerpoint/2010/main" val="1143812746"/>
              </p:ext>
            </p:extLst>
          </p:nvPr>
        </p:nvGraphicFramePr>
        <p:xfrm>
          <a:off x="4379913" y="687388"/>
          <a:ext cx="7037387" cy="54752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82499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44056-A3FB-2819-5A67-FCB65BA9F297}"/>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sz="4600" kern="1200">
                <a:solidFill>
                  <a:schemeClr val="tx1"/>
                </a:solidFill>
                <a:latin typeface="+mj-lt"/>
                <a:ea typeface="+mj-ea"/>
                <a:cs typeface="+mj-cs"/>
              </a:rPr>
              <a:t>Running Simulations and evaluating models</a:t>
            </a:r>
          </a:p>
        </p:txBody>
      </p:sp>
      <p:sp>
        <p:nvSpPr>
          <p:cNvPr id="12" name="Rectangle 11">
            <a:extLst>
              <a:ext uri="{FF2B5EF4-FFF2-40B4-BE49-F238E27FC236}">
                <a16:creationId xmlns:a16="http://schemas.microsoft.com/office/drawing/2014/main" id="{F170E346-B98B-43A6-A4DA-D36FF63284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32938" y="-6032938"/>
            <a:ext cx="126124" cy="12192000"/>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2C1AB7B5-F49B-7273-619F-F89AF567230E}"/>
              </a:ext>
            </a:extLst>
          </p:cNvPr>
          <p:cNvPicPr>
            <a:picLocks noChangeAspect="1"/>
          </p:cNvPicPr>
          <p:nvPr/>
        </p:nvPicPr>
        <p:blipFill>
          <a:blip r:embed="rId2"/>
          <a:stretch>
            <a:fillRect/>
          </a:stretch>
        </p:blipFill>
        <p:spPr>
          <a:xfrm>
            <a:off x="595009" y="1974950"/>
            <a:ext cx="10871168" cy="2772148"/>
          </a:xfrm>
          <a:prstGeom prst="rect">
            <a:avLst/>
          </a:prstGeom>
        </p:spPr>
      </p:pic>
    </p:spTree>
    <p:extLst>
      <p:ext uri="{BB962C8B-B14F-4D97-AF65-F5344CB8AC3E}">
        <p14:creationId xmlns:p14="http://schemas.microsoft.com/office/powerpoint/2010/main" val="26805896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544056-A3FB-2819-5A67-FCB65BA9F297}"/>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300" kern="1200">
                <a:solidFill>
                  <a:srgbClr val="FFFFFF"/>
                </a:solidFill>
                <a:latin typeface="+mj-lt"/>
                <a:ea typeface="+mj-ea"/>
                <a:cs typeface="+mj-cs"/>
              </a:rPr>
              <a:t>Running Simulations and evaluating models</a:t>
            </a:r>
          </a:p>
        </p:txBody>
      </p:sp>
      <p:pic>
        <p:nvPicPr>
          <p:cNvPr id="4" name="Picture 3">
            <a:extLst>
              <a:ext uri="{FF2B5EF4-FFF2-40B4-BE49-F238E27FC236}">
                <a16:creationId xmlns:a16="http://schemas.microsoft.com/office/drawing/2014/main" id="{E1411DA2-1E6C-33AF-DADC-699EBC183D1E}"/>
              </a:ext>
            </a:extLst>
          </p:cNvPr>
          <p:cNvPicPr>
            <a:picLocks noChangeAspect="1"/>
          </p:cNvPicPr>
          <p:nvPr/>
        </p:nvPicPr>
        <p:blipFill>
          <a:blip r:embed="rId2"/>
          <a:stretch>
            <a:fillRect/>
          </a:stretch>
        </p:blipFill>
        <p:spPr>
          <a:xfrm>
            <a:off x="4679004" y="331332"/>
            <a:ext cx="6352162" cy="6481798"/>
          </a:xfrm>
          <a:prstGeom prst="rect">
            <a:avLst/>
          </a:prstGeom>
        </p:spPr>
      </p:pic>
    </p:spTree>
    <p:extLst>
      <p:ext uri="{BB962C8B-B14F-4D97-AF65-F5344CB8AC3E}">
        <p14:creationId xmlns:p14="http://schemas.microsoft.com/office/powerpoint/2010/main" val="20493631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B248B9-2801-FB3A-CE42-23D17DF95CA3}"/>
              </a:ext>
            </a:extLst>
          </p:cNvPr>
          <p:cNvSpPr>
            <a:spLocks noGrp="1"/>
          </p:cNvSpPr>
          <p:nvPr>
            <p:ph type="title"/>
          </p:nvPr>
        </p:nvSpPr>
        <p:spPr>
          <a:xfrm>
            <a:off x="686834" y="1153572"/>
            <a:ext cx="3200400" cy="4461163"/>
          </a:xfrm>
        </p:spPr>
        <p:txBody>
          <a:bodyPr>
            <a:normAutofit/>
          </a:bodyPr>
          <a:lstStyle/>
          <a:p>
            <a:r>
              <a:rPr lang="en-IE" dirty="0">
                <a:solidFill>
                  <a:srgbClr val="FFFFFF"/>
                </a:solidFill>
              </a:rPr>
              <a:t>Improving  this compound interest model</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080A58F-0834-9EB9-4CFA-115A60FE1293}"/>
              </a:ext>
            </a:extLst>
          </p:cNvPr>
          <p:cNvSpPr>
            <a:spLocks noGrp="1"/>
          </p:cNvSpPr>
          <p:nvPr>
            <p:ph idx="1"/>
          </p:nvPr>
        </p:nvSpPr>
        <p:spPr>
          <a:xfrm>
            <a:off x="4250987" y="87549"/>
            <a:ext cx="7743217" cy="6643991"/>
          </a:xfrm>
        </p:spPr>
        <p:txBody>
          <a:bodyPr anchor="ctr">
            <a:normAutofit/>
          </a:bodyPr>
          <a:lstStyle/>
          <a:p>
            <a:r>
              <a:rPr lang="en-IE" sz="2400" dirty="0"/>
              <a:t>Further modification of the model would allow us to find the most suitable loan deal for a user, given the user’s salary as a representation of their ability to pay back the loan.</a:t>
            </a:r>
          </a:p>
          <a:p>
            <a:pPr marL="0" indent="0">
              <a:buNone/>
            </a:pPr>
            <a:endParaRPr lang="en-IE" sz="2400" dirty="0"/>
          </a:p>
          <a:p>
            <a:r>
              <a:rPr lang="en-US" sz="2400" b="1" u="sng" dirty="0"/>
              <a:t>Front-end Debt To Income</a:t>
            </a:r>
            <a:r>
              <a:rPr lang="en-US" sz="2400" dirty="0"/>
              <a:t> measures how much of your monthly gross (pre-tax) income goes toward your mortgage payment (both principal and interest. </a:t>
            </a:r>
            <a:r>
              <a:rPr lang="en-US" sz="2400" b="1" dirty="0"/>
              <a:t>Mortgage lenders want their borrowers to be able to keep this below 28%.</a:t>
            </a:r>
          </a:p>
          <a:p>
            <a:endParaRPr lang="en-IE" sz="2400" dirty="0"/>
          </a:p>
          <a:p>
            <a:r>
              <a:rPr lang="en-IE" sz="2400" dirty="0"/>
              <a:t>Improve the previous model by inputting the yearly gross salary, calculate the monthly gross income and check if the Debt to Income is below 28%. Print the result to screen in a user friendly format</a:t>
            </a:r>
          </a:p>
          <a:p>
            <a:endParaRPr lang="en-IE" sz="2400" dirty="0"/>
          </a:p>
        </p:txBody>
      </p:sp>
    </p:spTree>
    <p:extLst>
      <p:ext uri="{BB962C8B-B14F-4D97-AF65-F5344CB8AC3E}">
        <p14:creationId xmlns:p14="http://schemas.microsoft.com/office/powerpoint/2010/main" val="5800678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F24258A-EE8D-40EC-9B59-B08CA2673F47}"/>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4600" kern="1200">
                <a:solidFill>
                  <a:srgbClr val="FFFFFF"/>
                </a:solidFill>
                <a:latin typeface="+mj-lt"/>
                <a:ea typeface="+mj-ea"/>
                <a:cs typeface="+mj-cs"/>
              </a:rPr>
              <a:t>Model extended to check for loan eligibility </a:t>
            </a:r>
          </a:p>
        </p:txBody>
      </p:sp>
      <p:cxnSp>
        <p:nvCxnSpPr>
          <p:cNvPr id="13" name="Straight Connector 1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638B12A2-5E64-4605-AAA8-3765721FBEBD}"/>
              </a:ext>
            </a:extLst>
          </p:cNvPr>
          <p:cNvPicPr>
            <a:picLocks noChangeAspect="1"/>
          </p:cNvPicPr>
          <p:nvPr/>
        </p:nvPicPr>
        <p:blipFill>
          <a:blip r:embed="rId2"/>
          <a:stretch>
            <a:fillRect/>
          </a:stretch>
        </p:blipFill>
        <p:spPr>
          <a:xfrm>
            <a:off x="320040" y="2856061"/>
            <a:ext cx="11496821" cy="3305336"/>
          </a:xfrm>
          <a:prstGeom prst="rect">
            <a:avLst/>
          </a:prstGeom>
        </p:spPr>
      </p:pic>
    </p:spTree>
    <p:extLst>
      <p:ext uri="{BB962C8B-B14F-4D97-AF65-F5344CB8AC3E}">
        <p14:creationId xmlns:p14="http://schemas.microsoft.com/office/powerpoint/2010/main" val="23519679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10">
            <a:extLst>
              <a:ext uri="{FF2B5EF4-FFF2-40B4-BE49-F238E27FC236}">
                <a16:creationId xmlns:a16="http://schemas.microsoft.com/office/drawing/2014/main" id="{CEB41C5C-0F34-4DDA-9D7C-5E717F35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384" y="303591"/>
            <a:ext cx="5735590"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0A58F2-8C53-0C51-B184-AD3F1A7B5CFA}"/>
              </a:ext>
            </a:extLst>
          </p:cNvPr>
          <p:cNvSpPr>
            <a:spLocks noGrp="1"/>
          </p:cNvSpPr>
          <p:nvPr>
            <p:ph type="title"/>
          </p:nvPr>
        </p:nvSpPr>
        <p:spPr>
          <a:xfrm>
            <a:off x="594360" y="640263"/>
            <a:ext cx="5239512" cy="1344975"/>
          </a:xfrm>
        </p:spPr>
        <p:txBody>
          <a:bodyPr vert="horz" lIns="91440" tIns="45720" rIns="91440" bIns="45720" rtlCol="0" anchor="ctr">
            <a:normAutofit/>
          </a:bodyPr>
          <a:lstStyle/>
          <a:p>
            <a:r>
              <a:rPr lang="en-US" sz="4000" kern="1200">
                <a:solidFill>
                  <a:schemeClr val="bg1"/>
                </a:solidFill>
                <a:latin typeface="+mj-lt"/>
                <a:ea typeface="+mj-ea"/>
                <a:cs typeface="+mj-cs"/>
              </a:rPr>
              <a:t>Decision Making Models</a:t>
            </a:r>
          </a:p>
        </p:txBody>
      </p:sp>
      <p:cxnSp>
        <p:nvCxnSpPr>
          <p:cNvPr id="22" name="Straight Connector 12">
            <a:extLst>
              <a:ext uri="{FF2B5EF4-FFF2-40B4-BE49-F238E27FC236}">
                <a16:creationId xmlns:a16="http://schemas.microsoft.com/office/drawing/2014/main" id="{57E1E5E6-F385-4E9C-B201-BA5BDE5CAD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7023" y="2050687"/>
            <a:ext cx="4562441" cy="0"/>
          </a:xfrm>
          <a:prstGeom prst="line">
            <a:avLst/>
          </a:prstGeom>
          <a:ln w="22225">
            <a:solidFill>
              <a:srgbClr val="E7E6E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8BBF702-A7E2-3AD2-2C24-B75950619472}"/>
              </a:ext>
            </a:extLst>
          </p:cNvPr>
          <p:cNvSpPr txBox="1"/>
          <p:nvPr/>
        </p:nvSpPr>
        <p:spPr>
          <a:xfrm>
            <a:off x="593610" y="2121763"/>
            <a:ext cx="5235490" cy="377301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1400" dirty="0">
                <a:solidFill>
                  <a:schemeClr val="bg1"/>
                </a:solidFill>
              </a:rPr>
              <a:t>This tennis data set comes from a famous introductory model problem.</a:t>
            </a:r>
          </a:p>
          <a:p>
            <a:pPr indent="-228600">
              <a:lnSpc>
                <a:spcPct val="90000"/>
              </a:lnSpc>
              <a:spcAft>
                <a:spcPts val="600"/>
              </a:spcAft>
              <a:buFont typeface="Arial" panose="020B0604020202020204" pitchFamily="34" charset="0"/>
              <a:buChar char="•"/>
            </a:pPr>
            <a:endParaRPr lang="en-US" sz="1400" dirty="0">
              <a:solidFill>
                <a:schemeClr val="bg1"/>
              </a:solidFill>
            </a:endParaRPr>
          </a:p>
          <a:p>
            <a:pPr indent="-228600">
              <a:lnSpc>
                <a:spcPct val="90000"/>
              </a:lnSpc>
              <a:spcAft>
                <a:spcPts val="600"/>
              </a:spcAft>
              <a:buFont typeface="Arial" panose="020B0604020202020204" pitchFamily="34" charset="0"/>
              <a:buChar char="•"/>
            </a:pPr>
            <a:r>
              <a:rPr lang="en-US" sz="1400" dirty="0">
                <a:solidFill>
                  <a:schemeClr val="bg1"/>
                </a:solidFill>
              </a:rPr>
              <a:t>It shows the weather conditions on different days and whether or not it is suitable for playing tennis</a:t>
            </a:r>
          </a:p>
          <a:p>
            <a:pPr indent="-228600">
              <a:lnSpc>
                <a:spcPct val="90000"/>
              </a:lnSpc>
              <a:spcAft>
                <a:spcPts val="600"/>
              </a:spcAft>
              <a:buFont typeface="Arial" panose="020B0604020202020204" pitchFamily="34" charset="0"/>
              <a:buChar char="•"/>
            </a:pPr>
            <a:endParaRPr lang="en-US" sz="1400" dirty="0">
              <a:solidFill>
                <a:schemeClr val="bg1"/>
              </a:solidFill>
            </a:endParaRPr>
          </a:p>
          <a:p>
            <a:pPr indent="-228600">
              <a:lnSpc>
                <a:spcPct val="90000"/>
              </a:lnSpc>
              <a:spcAft>
                <a:spcPts val="600"/>
              </a:spcAft>
              <a:buFont typeface="Arial" panose="020B0604020202020204" pitchFamily="34" charset="0"/>
              <a:buChar char="•"/>
            </a:pPr>
            <a:r>
              <a:rPr lang="en-US" sz="1400" dirty="0">
                <a:solidFill>
                  <a:schemeClr val="bg1"/>
                </a:solidFill>
              </a:rPr>
              <a:t>We will use this data to model a tennis player’s decision making based on a weather scenario. </a:t>
            </a:r>
          </a:p>
          <a:p>
            <a:pPr indent="-228600">
              <a:lnSpc>
                <a:spcPct val="90000"/>
              </a:lnSpc>
              <a:spcAft>
                <a:spcPts val="600"/>
              </a:spcAft>
              <a:buFont typeface="Arial" panose="020B0604020202020204" pitchFamily="34" charset="0"/>
              <a:buChar char="•"/>
            </a:pPr>
            <a:endParaRPr lang="en-US" sz="1400" dirty="0">
              <a:solidFill>
                <a:schemeClr val="bg1"/>
              </a:solidFill>
            </a:endParaRPr>
          </a:p>
          <a:p>
            <a:pPr indent="-228600">
              <a:lnSpc>
                <a:spcPct val="90000"/>
              </a:lnSpc>
              <a:spcAft>
                <a:spcPts val="600"/>
              </a:spcAft>
              <a:buFont typeface="Arial" panose="020B0604020202020204" pitchFamily="34" charset="0"/>
              <a:buChar char="•"/>
            </a:pPr>
            <a:r>
              <a:rPr lang="en-US" sz="1400" dirty="0">
                <a:solidFill>
                  <a:schemeClr val="bg1"/>
                </a:solidFill>
              </a:rPr>
              <a:t>This model has FOUR attributes involved in the decision</a:t>
            </a:r>
          </a:p>
          <a:p>
            <a:pPr marL="800100" lvl="1" indent="-228600">
              <a:lnSpc>
                <a:spcPct val="90000"/>
              </a:lnSpc>
              <a:spcAft>
                <a:spcPts val="600"/>
              </a:spcAft>
              <a:buFont typeface="Arial" panose="020B0604020202020204" pitchFamily="34" charset="0"/>
              <a:buChar char="•"/>
            </a:pPr>
            <a:r>
              <a:rPr lang="en-US" sz="1400" dirty="0">
                <a:solidFill>
                  <a:schemeClr val="bg1"/>
                </a:solidFill>
              </a:rPr>
              <a:t>Outlook</a:t>
            </a:r>
          </a:p>
          <a:p>
            <a:pPr marL="800100" lvl="1" indent="-228600">
              <a:lnSpc>
                <a:spcPct val="90000"/>
              </a:lnSpc>
              <a:spcAft>
                <a:spcPts val="600"/>
              </a:spcAft>
              <a:buFont typeface="Arial" panose="020B0604020202020204" pitchFamily="34" charset="0"/>
              <a:buChar char="•"/>
            </a:pPr>
            <a:r>
              <a:rPr lang="en-US" sz="1400" dirty="0">
                <a:solidFill>
                  <a:schemeClr val="bg1"/>
                </a:solidFill>
              </a:rPr>
              <a:t>Temperature</a:t>
            </a:r>
          </a:p>
          <a:p>
            <a:pPr marL="800100" lvl="1" indent="-228600">
              <a:lnSpc>
                <a:spcPct val="90000"/>
              </a:lnSpc>
              <a:spcAft>
                <a:spcPts val="600"/>
              </a:spcAft>
              <a:buFont typeface="Arial" panose="020B0604020202020204" pitchFamily="34" charset="0"/>
              <a:buChar char="•"/>
            </a:pPr>
            <a:r>
              <a:rPr lang="en-US" sz="1400" dirty="0">
                <a:solidFill>
                  <a:schemeClr val="bg1"/>
                </a:solidFill>
              </a:rPr>
              <a:t>Humidity]</a:t>
            </a:r>
          </a:p>
          <a:p>
            <a:pPr marL="800100" lvl="1" indent="-228600">
              <a:lnSpc>
                <a:spcPct val="90000"/>
              </a:lnSpc>
              <a:spcAft>
                <a:spcPts val="600"/>
              </a:spcAft>
              <a:buFont typeface="Arial" panose="020B0604020202020204" pitchFamily="34" charset="0"/>
              <a:buChar char="•"/>
            </a:pPr>
            <a:r>
              <a:rPr lang="en-US" sz="1400" dirty="0">
                <a:solidFill>
                  <a:schemeClr val="bg1"/>
                </a:solidFill>
              </a:rPr>
              <a:t>Wind</a:t>
            </a:r>
          </a:p>
        </p:txBody>
      </p:sp>
      <p:pic>
        <p:nvPicPr>
          <p:cNvPr id="5" name="Content Placeholder 4">
            <a:extLst>
              <a:ext uri="{FF2B5EF4-FFF2-40B4-BE49-F238E27FC236}">
                <a16:creationId xmlns:a16="http://schemas.microsoft.com/office/drawing/2014/main" id="{3C4040B5-2C71-0B7A-DEE8-6B9561D8AA49}"/>
              </a:ext>
            </a:extLst>
          </p:cNvPr>
          <p:cNvPicPr>
            <a:picLocks noGrp="1" noChangeAspect="1"/>
          </p:cNvPicPr>
          <p:nvPr>
            <p:ph idx="1"/>
          </p:nvPr>
        </p:nvPicPr>
        <p:blipFill>
          <a:blip r:embed="rId2"/>
          <a:stretch>
            <a:fillRect/>
          </a:stretch>
        </p:blipFill>
        <p:spPr>
          <a:xfrm>
            <a:off x="6442613" y="947050"/>
            <a:ext cx="5454836" cy="4963900"/>
          </a:xfrm>
          <a:prstGeom prst="rect">
            <a:avLst/>
          </a:prstGeom>
        </p:spPr>
      </p:pic>
    </p:spTree>
    <p:extLst>
      <p:ext uri="{BB962C8B-B14F-4D97-AF65-F5344CB8AC3E}">
        <p14:creationId xmlns:p14="http://schemas.microsoft.com/office/powerpoint/2010/main" val="1976488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9">
            <a:extLst>
              <a:ext uri="{FF2B5EF4-FFF2-40B4-BE49-F238E27FC236}">
                <a16:creationId xmlns:a16="http://schemas.microsoft.com/office/drawing/2014/main" id="{CEB41C5C-0F34-4DDA-9D7C-5E717F35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384" y="303591"/>
            <a:ext cx="5735590"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328832-FEB1-5826-5ECA-2567B83FA150}"/>
              </a:ext>
            </a:extLst>
          </p:cNvPr>
          <p:cNvSpPr>
            <a:spLocks noGrp="1"/>
          </p:cNvSpPr>
          <p:nvPr>
            <p:ph type="title"/>
          </p:nvPr>
        </p:nvSpPr>
        <p:spPr>
          <a:xfrm>
            <a:off x="594360" y="640263"/>
            <a:ext cx="5239512" cy="1344975"/>
          </a:xfrm>
        </p:spPr>
        <p:txBody>
          <a:bodyPr>
            <a:normAutofit/>
          </a:bodyPr>
          <a:lstStyle/>
          <a:p>
            <a:r>
              <a:rPr lang="en-IE" sz="4000">
                <a:solidFill>
                  <a:schemeClr val="bg1"/>
                </a:solidFill>
              </a:rPr>
              <a:t>Decision Trees</a:t>
            </a:r>
          </a:p>
        </p:txBody>
      </p:sp>
      <p:cxnSp>
        <p:nvCxnSpPr>
          <p:cNvPr id="18" name="Straight Connector 11">
            <a:extLst>
              <a:ext uri="{FF2B5EF4-FFF2-40B4-BE49-F238E27FC236}">
                <a16:creationId xmlns:a16="http://schemas.microsoft.com/office/drawing/2014/main" id="{57E1E5E6-F385-4E9C-B201-BA5BDE5CAD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7023" y="2050687"/>
            <a:ext cx="4562441" cy="0"/>
          </a:xfrm>
          <a:prstGeom prst="line">
            <a:avLst/>
          </a:prstGeom>
          <a:ln w="22225">
            <a:solidFill>
              <a:srgbClr val="E7E6E6"/>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06341E1-348E-33DC-9D18-ED0270295133}"/>
              </a:ext>
            </a:extLst>
          </p:cNvPr>
          <p:cNvSpPr>
            <a:spLocks noGrp="1"/>
          </p:cNvSpPr>
          <p:nvPr>
            <p:ph idx="1"/>
          </p:nvPr>
        </p:nvSpPr>
        <p:spPr>
          <a:xfrm>
            <a:off x="593610" y="2121763"/>
            <a:ext cx="5235490" cy="3773010"/>
          </a:xfrm>
        </p:spPr>
        <p:txBody>
          <a:bodyPr>
            <a:normAutofit/>
          </a:bodyPr>
          <a:lstStyle/>
          <a:p>
            <a:r>
              <a:rPr lang="en-IE" sz="2000">
                <a:solidFill>
                  <a:schemeClr val="bg1"/>
                </a:solidFill>
              </a:rPr>
              <a:t>In the tennis data set, it is not easy to identify the scenarios. The logic is not clear. One way to approach this problem is with a </a:t>
            </a:r>
            <a:r>
              <a:rPr lang="en-IE" sz="2000" b="1" u="sng">
                <a:solidFill>
                  <a:schemeClr val="bg1"/>
                </a:solidFill>
              </a:rPr>
              <a:t>Decision Tree</a:t>
            </a:r>
          </a:p>
          <a:p>
            <a:r>
              <a:rPr lang="en-IE" sz="2000">
                <a:solidFill>
                  <a:schemeClr val="bg1"/>
                </a:solidFill>
              </a:rPr>
              <a:t>A Decision tree allows us to identify all possible decision making paths, making it easier to write the conditions in the code</a:t>
            </a:r>
          </a:p>
          <a:p>
            <a:r>
              <a:rPr lang="en-IE" sz="2000">
                <a:solidFill>
                  <a:schemeClr val="bg1"/>
                </a:solidFill>
              </a:rPr>
              <a:t>Each branch from the from the root at the top to a leaf at the bottom represents the decision that lead to a particular outcome</a:t>
            </a:r>
          </a:p>
        </p:txBody>
      </p:sp>
      <p:pic>
        <p:nvPicPr>
          <p:cNvPr id="5" name="Picture 4">
            <a:extLst>
              <a:ext uri="{FF2B5EF4-FFF2-40B4-BE49-F238E27FC236}">
                <a16:creationId xmlns:a16="http://schemas.microsoft.com/office/drawing/2014/main" id="{74093378-4DD0-FC74-56DF-8C5635A4411B}"/>
              </a:ext>
            </a:extLst>
          </p:cNvPr>
          <p:cNvPicPr>
            <a:picLocks noChangeAspect="1"/>
          </p:cNvPicPr>
          <p:nvPr/>
        </p:nvPicPr>
        <p:blipFill>
          <a:blip r:embed="rId2"/>
          <a:stretch>
            <a:fillRect/>
          </a:stretch>
        </p:blipFill>
        <p:spPr>
          <a:xfrm>
            <a:off x="6329200" y="719848"/>
            <a:ext cx="5596715" cy="4855150"/>
          </a:xfrm>
          <a:prstGeom prst="rect">
            <a:avLst/>
          </a:prstGeom>
        </p:spPr>
      </p:pic>
    </p:spTree>
    <p:extLst>
      <p:ext uri="{BB962C8B-B14F-4D97-AF65-F5344CB8AC3E}">
        <p14:creationId xmlns:p14="http://schemas.microsoft.com/office/powerpoint/2010/main" val="42096061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22">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4">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464595"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546337"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328832-FEB1-5826-5ECA-2567B83FA150}"/>
              </a:ext>
            </a:extLst>
          </p:cNvPr>
          <p:cNvSpPr>
            <a:spLocks noGrp="1"/>
          </p:cNvSpPr>
          <p:nvPr>
            <p:ph type="title"/>
          </p:nvPr>
        </p:nvSpPr>
        <p:spPr>
          <a:xfrm>
            <a:off x="767707" y="188411"/>
            <a:ext cx="5157216" cy="1344975"/>
          </a:xfrm>
        </p:spPr>
        <p:txBody>
          <a:bodyPr>
            <a:normAutofit/>
          </a:bodyPr>
          <a:lstStyle/>
          <a:p>
            <a:r>
              <a:rPr lang="en-IE" sz="4000" dirty="0"/>
              <a:t>Tennis Decision Tree</a:t>
            </a:r>
          </a:p>
        </p:txBody>
      </p:sp>
      <p:sp>
        <p:nvSpPr>
          <p:cNvPr id="3" name="Content Placeholder 2">
            <a:extLst>
              <a:ext uri="{FF2B5EF4-FFF2-40B4-BE49-F238E27FC236}">
                <a16:creationId xmlns:a16="http://schemas.microsoft.com/office/drawing/2014/main" id="{406341E1-348E-33DC-9D18-ED0270295133}"/>
              </a:ext>
            </a:extLst>
          </p:cNvPr>
          <p:cNvSpPr>
            <a:spLocks noGrp="1"/>
          </p:cNvSpPr>
          <p:nvPr>
            <p:ph idx="1"/>
          </p:nvPr>
        </p:nvSpPr>
        <p:spPr>
          <a:xfrm>
            <a:off x="321013" y="1721796"/>
            <a:ext cx="6050604" cy="4844374"/>
          </a:xfrm>
        </p:spPr>
        <p:txBody>
          <a:bodyPr>
            <a:normAutofit lnSpcReduction="10000"/>
          </a:bodyPr>
          <a:lstStyle/>
          <a:p>
            <a:r>
              <a:rPr lang="en-IE" sz="2400"/>
              <a:t>Start by putting the first attribute outlook at the top. There are 3 possible values for outlook: sunny, overcast, rain</a:t>
            </a:r>
          </a:p>
          <a:p>
            <a:r>
              <a:rPr lang="en-IE" sz="2400"/>
              <a:t>The next step is examine the data to find out what happens for each of these outlook values</a:t>
            </a:r>
          </a:p>
          <a:p>
            <a:pPr>
              <a:buFontTx/>
              <a:buChar char="-"/>
            </a:pPr>
            <a:r>
              <a:rPr lang="en-IE" sz="2400"/>
              <a:t>If sunny, sometimes the player plays and sometimes not. The decision must depend on some other attribute</a:t>
            </a:r>
          </a:p>
          <a:p>
            <a:pPr>
              <a:buFontTx/>
              <a:buChar char="-"/>
            </a:pPr>
            <a:r>
              <a:rPr lang="en-IE" sz="2400"/>
              <a:t>If overcast, the player plays tennis. The other attributes do not affect the decision</a:t>
            </a:r>
          </a:p>
          <a:p>
            <a:pPr>
              <a:buFontTx/>
              <a:buChar char="-"/>
            </a:pPr>
            <a:r>
              <a:rPr lang="en-IE" sz="2400"/>
              <a:t>If raining, sometimes the player plays and sometimes not. The decision must depend on some other attribute</a:t>
            </a:r>
          </a:p>
          <a:p>
            <a:pPr>
              <a:buFontTx/>
              <a:buChar char="-"/>
            </a:pPr>
            <a:endParaRPr lang="en-IE" sz="2400"/>
          </a:p>
        </p:txBody>
      </p:sp>
      <p:pic>
        <p:nvPicPr>
          <p:cNvPr id="6" name="Picture 5">
            <a:extLst>
              <a:ext uri="{FF2B5EF4-FFF2-40B4-BE49-F238E27FC236}">
                <a16:creationId xmlns:a16="http://schemas.microsoft.com/office/drawing/2014/main" id="{32B4E3A6-3299-FAAB-1DC2-D99DBE5EDDDE}"/>
              </a:ext>
            </a:extLst>
          </p:cNvPr>
          <p:cNvPicPr>
            <a:picLocks noChangeAspect="1"/>
          </p:cNvPicPr>
          <p:nvPr/>
        </p:nvPicPr>
        <p:blipFill>
          <a:blip r:embed="rId2"/>
          <a:stretch>
            <a:fillRect/>
          </a:stretch>
        </p:blipFill>
        <p:spPr>
          <a:xfrm>
            <a:off x="7137800" y="163850"/>
            <a:ext cx="3944405" cy="1666510"/>
          </a:xfrm>
          <a:prstGeom prst="rect">
            <a:avLst/>
          </a:prstGeom>
        </p:spPr>
      </p:pic>
      <p:pic>
        <p:nvPicPr>
          <p:cNvPr id="7" name="Content Placeholder 4">
            <a:extLst>
              <a:ext uri="{FF2B5EF4-FFF2-40B4-BE49-F238E27FC236}">
                <a16:creationId xmlns:a16="http://schemas.microsoft.com/office/drawing/2014/main" id="{DBDCC77A-BFE3-3408-2324-6F752269F40A}"/>
              </a:ext>
            </a:extLst>
          </p:cNvPr>
          <p:cNvPicPr>
            <a:picLocks noChangeAspect="1"/>
          </p:cNvPicPr>
          <p:nvPr/>
        </p:nvPicPr>
        <p:blipFill>
          <a:blip r:embed="rId3"/>
          <a:stretch>
            <a:fillRect/>
          </a:stretch>
        </p:blipFill>
        <p:spPr>
          <a:xfrm>
            <a:off x="6784083" y="1994210"/>
            <a:ext cx="5086904" cy="4629082"/>
          </a:xfrm>
          <a:prstGeom prst="rect">
            <a:avLst/>
          </a:prstGeom>
        </p:spPr>
      </p:pic>
    </p:spTree>
    <p:extLst>
      <p:ext uri="{BB962C8B-B14F-4D97-AF65-F5344CB8AC3E}">
        <p14:creationId xmlns:p14="http://schemas.microsoft.com/office/powerpoint/2010/main" val="365287717"/>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22">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4">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464595"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546337"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328832-FEB1-5826-5ECA-2567B83FA150}"/>
              </a:ext>
            </a:extLst>
          </p:cNvPr>
          <p:cNvSpPr>
            <a:spLocks noGrp="1"/>
          </p:cNvSpPr>
          <p:nvPr>
            <p:ph type="title"/>
          </p:nvPr>
        </p:nvSpPr>
        <p:spPr>
          <a:xfrm>
            <a:off x="563520" y="0"/>
            <a:ext cx="5157216" cy="1344975"/>
          </a:xfrm>
        </p:spPr>
        <p:txBody>
          <a:bodyPr>
            <a:normAutofit/>
          </a:bodyPr>
          <a:lstStyle/>
          <a:p>
            <a:r>
              <a:rPr lang="en-IE" sz="4000" dirty="0"/>
              <a:t>Tennis Decision Tree</a:t>
            </a:r>
          </a:p>
        </p:txBody>
      </p:sp>
      <p:sp>
        <p:nvSpPr>
          <p:cNvPr id="3" name="Content Placeholder 2">
            <a:extLst>
              <a:ext uri="{FF2B5EF4-FFF2-40B4-BE49-F238E27FC236}">
                <a16:creationId xmlns:a16="http://schemas.microsoft.com/office/drawing/2014/main" id="{406341E1-348E-33DC-9D18-ED0270295133}"/>
              </a:ext>
            </a:extLst>
          </p:cNvPr>
          <p:cNvSpPr>
            <a:spLocks noGrp="1"/>
          </p:cNvSpPr>
          <p:nvPr>
            <p:ph idx="1"/>
          </p:nvPr>
        </p:nvSpPr>
        <p:spPr>
          <a:xfrm>
            <a:off x="197516" y="1298895"/>
            <a:ext cx="6105287" cy="5145743"/>
          </a:xfrm>
        </p:spPr>
        <p:txBody>
          <a:bodyPr>
            <a:normAutofit/>
          </a:bodyPr>
          <a:lstStyle/>
          <a:p>
            <a:pPr>
              <a:buFontTx/>
              <a:buChar char="-"/>
            </a:pPr>
            <a:r>
              <a:rPr lang="en-IE" sz="2400" dirty="0"/>
              <a:t>When raining, the player plays what ever the temperature. There is no data for when it is hot so we can ignore this</a:t>
            </a:r>
          </a:p>
          <a:p>
            <a:pPr>
              <a:buFontTx/>
              <a:buChar char="-"/>
            </a:pPr>
            <a:r>
              <a:rPr lang="en-IE" sz="2400" dirty="0"/>
              <a:t>When raining, when humidity is high or not the player may or may not play. We can ignore this </a:t>
            </a:r>
          </a:p>
          <a:p>
            <a:pPr>
              <a:buFontTx/>
              <a:buChar char="-"/>
            </a:pPr>
            <a:r>
              <a:rPr lang="en-IE" sz="2400" dirty="0"/>
              <a:t>When raining, when the wind is weak, the player plays but if wind is strong the player does not play. This variable is significant for player decision</a:t>
            </a:r>
          </a:p>
        </p:txBody>
      </p:sp>
      <p:pic>
        <p:nvPicPr>
          <p:cNvPr id="5" name="Picture 4">
            <a:extLst>
              <a:ext uri="{FF2B5EF4-FFF2-40B4-BE49-F238E27FC236}">
                <a16:creationId xmlns:a16="http://schemas.microsoft.com/office/drawing/2014/main" id="{A27D1DBB-BAE8-78EB-64CC-72F302D34D1B}"/>
              </a:ext>
            </a:extLst>
          </p:cNvPr>
          <p:cNvPicPr>
            <a:picLocks noChangeAspect="1"/>
          </p:cNvPicPr>
          <p:nvPr/>
        </p:nvPicPr>
        <p:blipFill>
          <a:blip r:embed="rId2"/>
          <a:stretch>
            <a:fillRect/>
          </a:stretch>
        </p:blipFill>
        <p:spPr>
          <a:xfrm>
            <a:off x="6746209" y="648714"/>
            <a:ext cx="5248275" cy="4743450"/>
          </a:xfrm>
          <a:prstGeom prst="rect">
            <a:avLst/>
          </a:prstGeom>
        </p:spPr>
      </p:pic>
    </p:spTree>
    <p:extLst>
      <p:ext uri="{BB962C8B-B14F-4D97-AF65-F5344CB8AC3E}">
        <p14:creationId xmlns:p14="http://schemas.microsoft.com/office/powerpoint/2010/main" val="2338712807"/>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22">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4">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464595"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546337"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328832-FEB1-5826-5ECA-2567B83FA150}"/>
              </a:ext>
            </a:extLst>
          </p:cNvPr>
          <p:cNvSpPr>
            <a:spLocks noGrp="1"/>
          </p:cNvSpPr>
          <p:nvPr>
            <p:ph type="title"/>
          </p:nvPr>
        </p:nvSpPr>
        <p:spPr>
          <a:xfrm>
            <a:off x="563520" y="0"/>
            <a:ext cx="5157216" cy="1344975"/>
          </a:xfrm>
        </p:spPr>
        <p:txBody>
          <a:bodyPr>
            <a:normAutofit/>
          </a:bodyPr>
          <a:lstStyle/>
          <a:p>
            <a:r>
              <a:rPr lang="en-IE" sz="4000" dirty="0"/>
              <a:t>Decision Tree</a:t>
            </a:r>
          </a:p>
        </p:txBody>
      </p:sp>
      <p:sp>
        <p:nvSpPr>
          <p:cNvPr id="3" name="Content Placeholder 2">
            <a:extLst>
              <a:ext uri="{FF2B5EF4-FFF2-40B4-BE49-F238E27FC236}">
                <a16:creationId xmlns:a16="http://schemas.microsoft.com/office/drawing/2014/main" id="{406341E1-348E-33DC-9D18-ED0270295133}"/>
              </a:ext>
            </a:extLst>
          </p:cNvPr>
          <p:cNvSpPr>
            <a:spLocks noGrp="1"/>
          </p:cNvSpPr>
          <p:nvPr>
            <p:ph idx="1"/>
          </p:nvPr>
        </p:nvSpPr>
        <p:spPr>
          <a:xfrm>
            <a:off x="197516" y="1298895"/>
            <a:ext cx="6105287" cy="5145743"/>
          </a:xfrm>
        </p:spPr>
        <p:txBody>
          <a:bodyPr>
            <a:normAutofit/>
          </a:bodyPr>
          <a:lstStyle/>
          <a:p>
            <a:pPr>
              <a:buFontTx/>
              <a:buChar char="-"/>
            </a:pPr>
            <a:r>
              <a:rPr lang="en-IE" sz="2400" dirty="0"/>
              <a:t>The starting point of the tree is always the root. It contains the first attribute, outlook. The other attributes are in the boxes below. The values for each attribute are connected from the root to the leaves using branches.</a:t>
            </a:r>
          </a:p>
          <a:p>
            <a:pPr>
              <a:buFontTx/>
              <a:buChar char="-"/>
            </a:pPr>
            <a:r>
              <a:rPr lang="en-IE" sz="2400" dirty="0"/>
              <a:t>Each branch from root to leaf represents a decision making path</a:t>
            </a:r>
          </a:p>
          <a:p>
            <a:pPr>
              <a:buFontTx/>
              <a:buChar char="-"/>
            </a:pPr>
            <a:r>
              <a:rPr lang="en-IE" sz="2400" dirty="0"/>
              <a:t>A major benefit of Decision Trees are they are easy to understand and follow.</a:t>
            </a:r>
          </a:p>
          <a:p>
            <a:pPr>
              <a:buFontTx/>
              <a:buChar char="-"/>
            </a:pPr>
            <a:r>
              <a:rPr lang="en-IE" sz="2400" dirty="0"/>
              <a:t>It is now possible to write python code for this decision tree. We can use conditionals (if, </a:t>
            </a:r>
            <a:r>
              <a:rPr lang="en-IE" sz="2400" dirty="0" err="1"/>
              <a:t>elif</a:t>
            </a:r>
            <a:r>
              <a:rPr lang="en-IE" sz="2400" dirty="0"/>
              <a:t>, else) with </a:t>
            </a:r>
            <a:r>
              <a:rPr lang="en-IE" sz="2400" b="1" dirty="0"/>
              <a:t>and</a:t>
            </a:r>
            <a:r>
              <a:rPr lang="en-IE" sz="2400" dirty="0"/>
              <a:t> or </a:t>
            </a:r>
            <a:r>
              <a:rPr lang="en-IE" sz="2400" b="1" dirty="0" err="1"/>
              <a:t>or</a:t>
            </a:r>
            <a:r>
              <a:rPr lang="en-IE" sz="2400" b="1" dirty="0"/>
              <a:t> </a:t>
            </a:r>
            <a:r>
              <a:rPr lang="en-IE" sz="2400" dirty="0"/>
              <a:t>operators, or nested conditionals.</a:t>
            </a:r>
            <a:endParaRPr lang="en-IE" sz="2400" b="1" dirty="0"/>
          </a:p>
        </p:txBody>
      </p:sp>
      <p:pic>
        <p:nvPicPr>
          <p:cNvPr id="5" name="Picture 4">
            <a:extLst>
              <a:ext uri="{FF2B5EF4-FFF2-40B4-BE49-F238E27FC236}">
                <a16:creationId xmlns:a16="http://schemas.microsoft.com/office/drawing/2014/main" id="{A27D1DBB-BAE8-78EB-64CC-72F302D34D1B}"/>
              </a:ext>
            </a:extLst>
          </p:cNvPr>
          <p:cNvPicPr>
            <a:picLocks noChangeAspect="1"/>
          </p:cNvPicPr>
          <p:nvPr/>
        </p:nvPicPr>
        <p:blipFill>
          <a:blip r:embed="rId2"/>
          <a:stretch>
            <a:fillRect/>
          </a:stretch>
        </p:blipFill>
        <p:spPr>
          <a:xfrm>
            <a:off x="6746209" y="648714"/>
            <a:ext cx="5248275" cy="4743450"/>
          </a:xfrm>
          <a:prstGeom prst="rect">
            <a:avLst/>
          </a:prstGeom>
        </p:spPr>
      </p:pic>
    </p:spTree>
    <p:extLst>
      <p:ext uri="{BB962C8B-B14F-4D97-AF65-F5344CB8AC3E}">
        <p14:creationId xmlns:p14="http://schemas.microsoft.com/office/powerpoint/2010/main" val="4105913317"/>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62149-0231-A0C0-EC5B-BA49CBC2BC9F}"/>
              </a:ext>
            </a:extLst>
          </p:cNvPr>
          <p:cNvSpPr>
            <a:spLocks noGrp="1"/>
          </p:cNvSpPr>
          <p:nvPr>
            <p:ph type="title"/>
          </p:nvPr>
        </p:nvSpPr>
        <p:spPr>
          <a:xfrm>
            <a:off x="750652" y="-169896"/>
            <a:ext cx="10515600" cy="1325563"/>
          </a:xfrm>
        </p:spPr>
        <p:txBody>
          <a:bodyPr/>
          <a:lstStyle/>
          <a:p>
            <a:r>
              <a:rPr lang="en-IE" dirty="0"/>
              <a:t>The code for the decision tree</a:t>
            </a:r>
          </a:p>
        </p:txBody>
      </p:sp>
      <p:sp>
        <p:nvSpPr>
          <p:cNvPr id="3" name="Content Placeholder 2">
            <a:extLst>
              <a:ext uri="{FF2B5EF4-FFF2-40B4-BE49-F238E27FC236}">
                <a16:creationId xmlns:a16="http://schemas.microsoft.com/office/drawing/2014/main" id="{DA49A7C1-7169-CD9D-DA15-5E5505EB0F79}"/>
              </a:ext>
            </a:extLst>
          </p:cNvPr>
          <p:cNvSpPr>
            <a:spLocks noGrp="1"/>
          </p:cNvSpPr>
          <p:nvPr>
            <p:ph idx="1"/>
          </p:nvPr>
        </p:nvSpPr>
        <p:spPr>
          <a:xfrm>
            <a:off x="312905" y="1155667"/>
            <a:ext cx="6408907" cy="5131442"/>
          </a:xfrm>
        </p:spPr>
        <p:txBody>
          <a:bodyPr/>
          <a:lstStyle/>
          <a:p>
            <a:r>
              <a:rPr lang="en-IE" dirty="0"/>
              <a:t>Start with the function definition and it has 3 attributes : outlook, humidity and wind</a:t>
            </a:r>
          </a:p>
          <a:p>
            <a:endParaRPr lang="en-IE" dirty="0"/>
          </a:p>
          <a:p>
            <a:endParaRPr lang="en-IE" dirty="0"/>
          </a:p>
          <a:p>
            <a:r>
              <a:rPr lang="en-IE" dirty="0"/>
              <a:t> we can start with the most straight forward conditional, overcast:</a:t>
            </a:r>
          </a:p>
        </p:txBody>
      </p:sp>
      <p:pic>
        <p:nvPicPr>
          <p:cNvPr id="4" name="Picture 3">
            <a:extLst>
              <a:ext uri="{FF2B5EF4-FFF2-40B4-BE49-F238E27FC236}">
                <a16:creationId xmlns:a16="http://schemas.microsoft.com/office/drawing/2014/main" id="{04F6FEF8-699F-B030-48C4-D665F6EBB6A4}"/>
              </a:ext>
            </a:extLst>
          </p:cNvPr>
          <p:cNvPicPr>
            <a:picLocks noChangeAspect="1"/>
          </p:cNvPicPr>
          <p:nvPr/>
        </p:nvPicPr>
        <p:blipFill>
          <a:blip r:embed="rId2"/>
          <a:stretch>
            <a:fillRect/>
          </a:stretch>
        </p:blipFill>
        <p:spPr>
          <a:xfrm>
            <a:off x="6943725" y="1543659"/>
            <a:ext cx="5248275" cy="4743450"/>
          </a:xfrm>
          <a:prstGeom prst="rect">
            <a:avLst/>
          </a:prstGeom>
        </p:spPr>
      </p:pic>
      <p:pic>
        <p:nvPicPr>
          <p:cNvPr id="6" name="Picture 5">
            <a:extLst>
              <a:ext uri="{FF2B5EF4-FFF2-40B4-BE49-F238E27FC236}">
                <a16:creationId xmlns:a16="http://schemas.microsoft.com/office/drawing/2014/main" id="{F3B69DE5-B0E4-302A-B44F-AB0CBAF3E4A9}"/>
              </a:ext>
            </a:extLst>
          </p:cNvPr>
          <p:cNvPicPr>
            <a:picLocks noChangeAspect="1"/>
          </p:cNvPicPr>
          <p:nvPr/>
        </p:nvPicPr>
        <p:blipFill>
          <a:blip r:embed="rId3"/>
          <a:stretch>
            <a:fillRect/>
          </a:stretch>
        </p:blipFill>
        <p:spPr>
          <a:xfrm>
            <a:off x="552182" y="2481230"/>
            <a:ext cx="5543818" cy="471115"/>
          </a:xfrm>
          <a:prstGeom prst="rect">
            <a:avLst/>
          </a:prstGeom>
        </p:spPr>
      </p:pic>
      <p:pic>
        <p:nvPicPr>
          <p:cNvPr id="8" name="Picture 7">
            <a:extLst>
              <a:ext uri="{FF2B5EF4-FFF2-40B4-BE49-F238E27FC236}">
                <a16:creationId xmlns:a16="http://schemas.microsoft.com/office/drawing/2014/main" id="{E8E3A683-FD4A-4CD1-27F1-C0C7F70EE5DF}"/>
              </a:ext>
            </a:extLst>
          </p:cNvPr>
          <p:cNvPicPr>
            <a:picLocks noChangeAspect="1"/>
          </p:cNvPicPr>
          <p:nvPr/>
        </p:nvPicPr>
        <p:blipFill>
          <a:blip r:embed="rId4"/>
          <a:stretch>
            <a:fillRect/>
          </a:stretch>
        </p:blipFill>
        <p:spPr>
          <a:xfrm>
            <a:off x="552182" y="4590104"/>
            <a:ext cx="5671485" cy="1069131"/>
          </a:xfrm>
          <a:prstGeom prst="rect">
            <a:avLst/>
          </a:prstGeom>
        </p:spPr>
      </p:pic>
    </p:spTree>
    <p:extLst>
      <p:ext uri="{BB962C8B-B14F-4D97-AF65-F5344CB8AC3E}">
        <p14:creationId xmlns:p14="http://schemas.microsoft.com/office/powerpoint/2010/main" val="1174951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62149-0231-A0C0-EC5B-BA49CBC2BC9F}"/>
              </a:ext>
            </a:extLst>
          </p:cNvPr>
          <p:cNvSpPr>
            <a:spLocks noGrp="1"/>
          </p:cNvSpPr>
          <p:nvPr>
            <p:ph type="title"/>
          </p:nvPr>
        </p:nvSpPr>
        <p:spPr>
          <a:xfrm>
            <a:off x="750652" y="-169896"/>
            <a:ext cx="10515600" cy="1325563"/>
          </a:xfrm>
        </p:spPr>
        <p:txBody>
          <a:bodyPr/>
          <a:lstStyle/>
          <a:p>
            <a:r>
              <a:rPr lang="en-IE" dirty="0"/>
              <a:t>The code for the decision tree</a:t>
            </a:r>
          </a:p>
        </p:txBody>
      </p:sp>
      <p:sp>
        <p:nvSpPr>
          <p:cNvPr id="3" name="Content Placeholder 2">
            <a:extLst>
              <a:ext uri="{FF2B5EF4-FFF2-40B4-BE49-F238E27FC236}">
                <a16:creationId xmlns:a16="http://schemas.microsoft.com/office/drawing/2014/main" id="{DA49A7C1-7169-CD9D-DA15-5E5505EB0F79}"/>
              </a:ext>
            </a:extLst>
          </p:cNvPr>
          <p:cNvSpPr>
            <a:spLocks noGrp="1"/>
          </p:cNvSpPr>
          <p:nvPr>
            <p:ph idx="1"/>
          </p:nvPr>
        </p:nvSpPr>
        <p:spPr>
          <a:xfrm>
            <a:off x="312905" y="1155667"/>
            <a:ext cx="6408907" cy="5131442"/>
          </a:xfrm>
        </p:spPr>
        <p:txBody>
          <a:bodyPr/>
          <a:lstStyle/>
          <a:p>
            <a:r>
              <a:rPr lang="en-IE" dirty="0"/>
              <a:t>Start with the function definition and it has 3 attributes : outlook, humidity and wind</a:t>
            </a:r>
          </a:p>
          <a:p>
            <a:endParaRPr lang="en-IE" dirty="0"/>
          </a:p>
          <a:p>
            <a:endParaRPr lang="en-IE" dirty="0"/>
          </a:p>
          <a:p>
            <a:r>
              <a:rPr lang="en-IE" dirty="0"/>
              <a:t> we can start with the most straight forward conditional, overcast:</a:t>
            </a:r>
          </a:p>
        </p:txBody>
      </p:sp>
      <p:pic>
        <p:nvPicPr>
          <p:cNvPr id="4" name="Picture 3">
            <a:extLst>
              <a:ext uri="{FF2B5EF4-FFF2-40B4-BE49-F238E27FC236}">
                <a16:creationId xmlns:a16="http://schemas.microsoft.com/office/drawing/2014/main" id="{04F6FEF8-699F-B030-48C4-D665F6EBB6A4}"/>
              </a:ext>
            </a:extLst>
          </p:cNvPr>
          <p:cNvPicPr>
            <a:picLocks noChangeAspect="1"/>
          </p:cNvPicPr>
          <p:nvPr/>
        </p:nvPicPr>
        <p:blipFill>
          <a:blip r:embed="rId2"/>
          <a:stretch>
            <a:fillRect/>
          </a:stretch>
        </p:blipFill>
        <p:spPr>
          <a:xfrm>
            <a:off x="6943725" y="1543659"/>
            <a:ext cx="5248275" cy="4743450"/>
          </a:xfrm>
          <a:prstGeom prst="rect">
            <a:avLst/>
          </a:prstGeom>
        </p:spPr>
      </p:pic>
      <p:pic>
        <p:nvPicPr>
          <p:cNvPr id="6" name="Picture 5">
            <a:extLst>
              <a:ext uri="{FF2B5EF4-FFF2-40B4-BE49-F238E27FC236}">
                <a16:creationId xmlns:a16="http://schemas.microsoft.com/office/drawing/2014/main" id="{F3B69DE5-B0E4-302A-B44F-AB0CBAF3E4A9}"/>
              </a:ext>
            </a:extLst>
          </p:cNvPr>
          <p:cNvPicPr>
            <a:picLocks noChangeAspect="1"/>
          </p:cNvPicPr>
          <p:nvPr/>
        </p:nvPicPr>
        <p:blipFill>
          <a:blip r:embed="rId3"/>
          <a:stretch>
            <a:fillRect/>
          </a:stretch>
        </p:blipFill>
        <p:spPr>
          <a:xfrm>
            <a:off x="552182" y="2481230"/>
            <a:ext cx="5543818" cy="471115"/>
          </a:xfrm>
          <a:prstGeom prst="rect">
            <a:avLst/>
          </a:prstGeom>
        </p:spPr>
      </p:pic>
      <p:pic>
        <p:nvPicPr>
          <p:cNvPr id="8" name="Picture 7">
            <a:extLst>
              <a:ext uri="{FF2B5EF4-FFF2-40B4-BE49-F238E27FC236}">
                <a16:creationId xmlns:a16="http://schemas.microsoft.com/office/drawing/2014/main" id="{E8E3A683-FD4A-4CD1-27F1-C0C7F70EE5DF}"/>
              </a:ext>
            </a:extLst>
          </p:cNvPr>
          <p:cNvPicPr>
            <a:picLocks noChangeAspect="1"/>
          </p:cNvPicPr>
          <p:nvPr/>
        </p:nvPicPr>
        <p:blipFill>
          <a:blip r:embed="rId4"/>
          <a:stretch>
            <a:fillRect/>
          </a:stretch>
        </p:blipFill>
        <p:spPr>
          <a:xfrm>
            <a:off x="323558" y="4590104"/>
            <a:ext cx="5900110" cy="1112229"/>
          </a:xfrm>
          <a:prstGeom prst="rect">
            <a:avLst/>
          </a:prstGeom>
        </p:spPr>
      </p:pic>
    </p:spTree>
    <p:extLst>
      <p:ext uri="{BB962C8B-B14F-4D97-AF65-F5344CB8AC3E}">
        <p14:creationId xmlns:p14="http://schemas.microsoft.com/office/powerpoint/2010/main" val="37435620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E52985E-2553-471E-82AA-5ED7A3298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3308" y="352931"/>
            <a:ext cx="11438793" cy="1844256"/>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362149-0231-A0C0-EC5B-BA49CBC2BC9F}"/>
              </a:ext>
            </a:extLst>
          </p:cNvPr>
          <p:cNvSpPr>
            <a:spLocks noGrp="1"/>
          </p:cNvSpPr>
          <p:nvPr>
            <p:ph type="title"/>
          </p:nvPr>
        </p:nvSpPr>
        <p:spPr>
          <a:xfrm>
            <a:off x="649270" y="506727"/>
            <a:ext cx="3885141" cy="1526741"/>
          </a:xfrm>
        </p:spPr>
        <p:txBody>
          <a:bodyPr>
            <a:normAutofit/>
          </a:bodyPr>
          <a:lstStyle/>
          <a:p>
            <a:pPr algn="r"/>
            <a:r>
              <a:rPr lang="en-IE" sz="3000">
                <a:solidFill>
                  <a:schemeClr val="bg1"/>
                </a:solidFill>
              </a:rPr>
              <a:t>The code for the decision tree</a:t>
            </a:r>
          </a:p>
        </p:txBody>
      </p:sp>
      <p:cxnSp>
        <p:nvCxnSpPr>
          <p:cNvPr id="14" name="Straight Connector 13">
            <a:extLst>
              <a:ext uri="{FF2B5EF4-FFF2-40B4-BE49-F238E27FC236}">
                <a16:creationId xmlns:a16="http://schemas.microsoft.com/office/drawing/2014/main" id="{DAE3ABC6-4042-4293-A7DF-F01181363B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739873" y="580963"/>
            <a:ext cx="0" cy="1371600"/>
          </a:xfrm>
          <a:prstGeom prst="line">
            <a:avLst/>
          </a:prstGeom>
          <a:ln w="19050">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A49A7C1-7169-CD9D-DA15-5E5505EB0F79}"/>
              </a:ext>
            </a:extLst>
          </p:cNvPr>
          <p:cNvSpPr>
            <a:spLocks noGrp="1"/>
          </p:cNvSpPr>
          <p:nvPr>
            <p:ph idx="1"/>
          </p:nvPr>
        </p:nvSpPr>
        <p:spPr>
          <a:xfrm>
            <a:off x="4739873" y="429829"/>
            <a:ext cx="6961319" cy="1690460"/>
          </a:xfrm>
        </p:spPr>
        <p:txBody>
          <a:bodyPr anchor="ctr">
            <a:normAutofit/>
          </a:bodyPr>
          <a:lstStyle/>
          <a:p>
            <a:r>
              <a:rPr lang="en-IE" sz="2000" dirty="0">
                <a:solidFill>
                  <a:schemeClr val="bg1"/>
                </a:solidFill>
              </a:rPr>
              <a:t>Next, we look at when the outlook is sunny. The decision to play also depends on another attribute humidity.</a:t>
            </a:r>
          </a:p>
          <a:p>
            <a:r>
              <a:rPr lang="en-IE" sz="2000" dirty="0">
                <a:solidFill>
                  <a:schemeClr val="bg1"/>
                </a:solidFill>
              </a:rPr>
              <a:t>If outlook is sunny and humidity high, the decision to play is no</a:t>
            </a:r>
          </a:p>
          <a:p>
            <a:r>
              <a:rPr lang="en-IE" sz="2000" dirty="0">
                <a:solidFill>
                  <a:schemeClr val="bg1"/>
                </a:solidFill>
              </a:rPr>
              <a:t>If outlook is sunny and humidity low, the decision to play is yes.</a:t>
            </a:r>
          </a:p>
        </p:txBody>
      </p:sp>
      <p:pic>
        <p:nvPicPr>
          <p:cNvPr id="7" name="Picture 6">
            <a:extLst>
              <a:ext uri="{FF2B5EF4-FFF2-40B4-BE49-F238E27FC236}">
                <a16:creationId xmlns:a16="http://schemas.microsoft.com/office/drawing/2014/main" id="{9E9F8258-5976-2E81-FDDC-B4401C4AF898}"/>
              </a:ext>
            </a:extLst>
          </p:cNvPr>
          <p:cNvPicPr>
            <a:picLocks noChangeAspect="1"/>
          </p:cNvPicPr>
          <p:nvPr/>
        </p:nvPicPr>
        <p:blipFill>
          <a:blip r:embed="rId2"/>
          <a:stretch>
            <a:fillRect/>
          </a:stretch>
        </p:blipFill>
        <p:spPr>
          <a:xfrm>
            <a:off x="426176" y="2711661"/>
            <a:ext cx="5669824" cy="2309542"/>
          </a:xfrm>
          <a:prstGeom prst="rect">
            <a:avLst/>
          </a:prstGeom>
        </p:spPr>
      </p:pic>
      <p:pic>
        <p:nvPicPr>
          <p:cNvPr id="4" name="Picture 3">
            <a:extLst>
              <a:ext uri="{FF2B5EF4-FFF2-40B4-BE49-F238E27FC236}">
                <a16:creationId xmlns:a16="http://schemas.microsoft.com/office/drawing/2014/main" id="{04F6FEF8-699F-B030-48C4-D665F6EBB6A4}"/>
              </a:ext>
            </a:extLst>
          </p:cNvPr>
          <p:cNvPicPr>
            <a:picLocks noChangeAspect="1"/>
          </p:cNvPicPr>
          <p:nvPr/>
        </p:nvPicPr>
        <p:blipFill>
          <a:blip r:embed="rId3"/>
          <a:stretch>
            <a:fillRect/>
          </a:stretch>
        </p:blipFill>
        <p:spPr>
          <a:xfrm>
            <a:off x="6953921" y="2527997"/>
            <a:ext cx="4142585" cy="3749040"/>
          </a:xfrm>
          <a:prstGeom prst="rect">
            <a:avLst/>
          </a:prstGeom>
        </p:spPr>
      </p:pic>
    </p:spTree>
    <p:extLst>
      <p:ext uri="{BB962C8B-B14F-4D97-AF65-F5344CB8AC3E}">
        <p14:creationId xmlns:p14="http://schemas.microsoft.com/office/powerpoint/2010/main" val="27885981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E52985E-2553-471E-82AA-5ED7A3298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3308" y="352931"/>
            <a:ext cx="11438793" cy="1844256"/>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362149-0231-A0C0-EC5B-BA49CBC2BC9F}"/>
              </a:ext>
            </a:extLst>
          </p:cNvPr>
          <p:cNvSpPr>
            <a:spLocks noGrp="1"/>
          </p:cNvSpPr>
          <p:nvPr>
            <p:ph type="title"/>
          </p:nvPr>
        </p:nvSpPr>
        <p:spPr>
          <a:xfrm>
            <a:off x="649270" y="506727"/>
            <a:ext cx="3885141" cy="1526741"/>
          </a:xfrm>
        </p:spPr>
        <p:txBody>
          <a:bodyPr>
            <a:normAutofit/>
          </a:bodyPr>
          <a:lstStyle/>
          <a:p>
            <a:pPr algn="r"/>
            <a:r>
              <a:rPr lang="en-IE" sz="3000">
                <a:solidFill>
                  <a:schemeClr val="bg1"/>
                </a:solidFill>
              </a:rPr>
              <a:t>The code for the decision tree</a:t>
            </a:r>
          </a:p>
        </p:txBody>
      </p:sp>
      <p:cxnSp>
        <p:nvCxnSpPr>
          <p:cNvPr id="14" name="Straight Connector 13">
            <a:extLst>
              <a:ext uri="{FF2B5EF4-FFF2-40B4-BE49-F238E27FC236}">
                <a16:creationId xmlns:a16="http://schemas.microsoft.com/office/drawing/2014/main" id="{DAE3ABC6-4042-4293-A7DF-F01181363B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739873" y="580963"/>
            <a:ext cx="0" cy="1371600"/>
          </a:xfrm>
          <a:prstGeom prst="line">
            <a:avLst/>
          </a:prstGeom>
          <a:ln w="19050">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A49A7C1-7169-CD9D-DA15-5E5505EB0F79}"/>
              </a:ext>
            </a:extLst>
          </p:cNvPr>
          <p:cNvSpPr>
            <a:spLocks noGrp="1"/>
          </p:cNvSpPr>
          <p:nvPr>
            <p:ph idx="1"/>
          </p:nvPr>
        </p:nvSpPr>
        <p:spPr>
          <a:xfrm>
            <a:off x="4945336" y="506727"/>
            <a:ext cx="6609921" cy="1526741"/>
          </a:xfrm>
        </p:spPr>
        <p:txBody>
          <a:bodyPr anchor="ctr">
            <a:normAutofit/>
          </a:bodyPr>
          <a:lstStyle/>
          <a:p>
            <a:r>
              <a:rPr lang="en-IE" sz="2000">
                <a:solidFill>
                  <a:schemeClr val="bg1"/>
                </a:solidFill>
              </a:rPr>
              <a:t>Finally look at the decision path for raining. Rain is affected by another attribute wind.</a:t>
            </a:r>
          </a:p>
          <a:p>
            <a:r>
              <a:rPr lang="en-IE" sz="2000">
                <a:solidFill>
                  <a:schemeClr val="bg1"/>
                </a:solidFill>
              </a:rPr>
              <a:t>If outlook is rain and wind is strong, decision to play is no</a:t>
            </a:r>
          </a:p>
          <a:p>
            <a:r>
              <a:rPr lang="en-IE" sz="2000">
                <a:solidFill>
                  <a:schemeClr val="bg1"/>
                </a:solidFill>
              </a:rPr>
              <a:t>If outlook is rain and wind is weak, decision to play is yes</a:t>
            </a:r>
          </a:p>
        </p:txBody>
      </p:sp>
      <p:pic>
        <p:nvPicPr>
          <p:cNvPr id="7" name="Picture 6">
            <a:extLst>
              <a:ext uri="{FF2B5EF4-FFF2-40B4-BE49-F238E27FC236}">
                <a16:creationId xmlns:a16="http://schemas.microsoft.com/office/drawing/2014/main" id="{92266A1B-77C3-A852-5E61-060420004A07}"/>
              </a:ext>
            </a:extLst>
          </p:cNvPr>
          <p:cNvPicPr>
            <a:picLocks noChangeAspect="1"/>
          </p:cNvPicPr>
          <p:nvPr/>
        </p:nvPicPr>
        <p:blipFill rotWithShape="1">
          <a:blip r:embed="rId2"/>
          <a:srcRect t="449" r="-3" b="5709"/>
          <a:stretch/>
        </p:blipFill>
        <p:spPr>
          <a:xfrm>
            <a:off x="393308" y="2523915"/>
            <a:ext cx="6066418" cy="4090894"/>
          </a:xfrm>
          <a:prstGeom prst="rect">
            <a:avLst/>
          </a:prstGeom>
        </p:spPr>
      </p:pic>
      <p:pic>
        <p:nvPicPr>
          <p:cNvPr id="9" name="Picture 8">
            <a:extLst>
              <a:ext uri="{FF2B5EF4-FFF2-40B4-BE49-F238E27FC236}">
                <a16:creationId xmlns:a16="http://schemas.microsoft.com/office/drawing/2014/main" id="{9E6DE959-FA61-9BE5-393C-83F0BCDC0E78}"/>
              </a:ext>
            </a:extLst>
          </p:cNvPr>
          <p:cNvPicPr>
            <a:picLocks noChangeAspect="1"/>
          </p:cNvPicPr>
          <p:nvPr/>
        </p:nvPicPr>
        <p:blipFill>
          <a:blip r:embed="rId3"/>
          <a:stretch>
            <a:fillRect/>
          </a:stretch>
        </p:blipFill>
        <p:spPr>
          <a:xfrm>
            <a:off x="6953921" y="2527997"/>
            <a:ext cx="4142585" cy="3749040"/>
          </a:xfrm>
          <a:prstGeom prst="rect">
            <a:avLst/>
          </a:prstGeom>
        </p:spPr>
      </p:pic>
    </p:spTree>
    <p:extLst>
      <p:ext uri="{BB962C8B-B14F-4D97-AF65-F5344CB8AC3E}">
        <p14:creationId xmlns:p14="http://schemas.microsoft.com/office/powerpoint/2010/main" val="5000001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362149-0231-A0C0-EC5B-BA49CBC2BC9F}"/>
              </a:ext>
            </a:extLst>
          </p:cNvPr>
          <p:cNvSpPr>
            <a:spLocks noGrp="1"/>
          </p:cNvSpPr>
          <p:nvPr>
            <p:ph type="title"/>
          </p:nvPr>
        </p:nvSpPr>
        <p:spPr>
          <a:xfrm>
            <a:off x="546351" y="433545"/>
            <a:ext cx="11139854" cy="930447"/>
          </a:xfrm>
        </p:spPr>
        <p:txBody>
          <a:bodyPr vert="horz" lIns="91440" tIns="45720" rIns="91440" bIns="45720" rtlCol="0" anchor="b">
            <a:normAutofit/>
          </a:bodyPr>
          <a:lstStyle/>
          <a:p>
            <a:pPr algn="ctr"/>
            <a:r>
              <a:rPr lang="en-US" sz="5400">
                <a:solidFill>
                  <a:srgbClr val="FFFFFF"/>
                </a:solidFill>
              </a:rPr>
              <a:t>The code for the decision tree</a:t>
            </a:r>
          </a:p>
        </p:txBody>
      </p:sp>
      <p:sp>
        <p:nvSpPr>
          <p:cNvPr id="3" name="Content Placeholder 2">
            <a:extLst>
              <a:ext uri="{FF2B5EF4-FFF2-40B4-BE49-F238E27FC236}">
                <a16:creationId xmlns:a16="http://schemas.microsoft.com/office/drawing/2014/main" id="{DA49A7C1-7169-CD9D-DA15-5E5505EB0F79}"/>
              </a:ext>
            </a:extLst>
          </p:cNvPr>
          <p:cNvSpPr>
            <a:spLocks noGrp="1"/>
          </p:cNvSpPr>
          <p:nvPr>
            <p:ph idx="1"/>
          </p:nvPr>
        </p:nvSpPr>
        <p:spPr>
          <a:xfrm>
            <a:off x="1544278" y="1645723"/>
            <a:ext cx="9144000" cy="420001"/>
          </a:xfrm>
        </p:spPr>
        <p:txBody>
          <a:bodyPr vert="horz" lIns="91440" tIns="45720" rIns="91440" bIns="45720" rtlCol="0">
            <a:normAutofit/>
          </a:bodyPr>
          <a:lstStyle/>
          <a:p>
            <a:pPr marL="0" indent="0" algn="ctr">
              <a:buNone/>
            </a:pPr>
            <a:r>
              <a:rPr lang="en-US" sz="2000">
                <a:solidFill>
                  <a:srgbClr val="E7E6E6"/>
                </a:solidFill>
              </a:rPr>
              <a:t>Evaluate the model using one example with an expected result of no</a:t>
            </a:r>
          </a:p>
        </p:txBody>
      </p:sp>
      <p:cxnSp>
        <p:nvCxnSpPr>
          <p:cNvPr id="21" name="Straight Connector 20">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E6DE959-FA61-9BE5-393C-83F0BCDC0E78}"/>
              </a:ext>
            </a:extLst>
          </p:cNvPr>
          <p:cNvPicPr>
            <a:picLocks noChangeAspect="1"/>
          </p:cNvPicPr>
          <p:nvPr/>
        </p:nvPicPr>
        <p:blipFill>
          <a:blip r:embed="rId2"/>
          <a:stretch>
            <a:fillRect/>
          </a:stretch>
        </p:blipFill>
        <p:spPr>
          <a:xfrm>
            <a:off x="850886" y="2426818"/>
            <a:ext cx="4417278" cy="3997637"/>
          </a:xfrm>
          <a:prstGeom prst="rect">
            <a:avLst/>
          </a:prstGeom>
        </p:spPr>
      </p:pic>
      <p:cxnSp>
        <p:nvCxnSpPr>
          <p:cNvPr id="23" name="Straight Connector 22">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20A62B6-88D4-44EC-8C4E-ECBB6A7755D4}"/>
              </a:ext>
            </a:extLst>
          </p:cNvPr>
          <p:cNvPicPr>
            <a:picLocks noChangeAspect="1"/>
          </p:cNvPicPr>
          <p:nvPr/>
        </p:nvPicPr>
        <p:blipFill>
          <a:blip r:embed="rId3"/>
          <a:stretch>
            <a:fillRect/>
          </a:stretch>
        </p:blipFill>
        <p:spPr>
          <a:xfrm>
            <a:off x="6445073" y="2563805"/>
            <a:ext cx="5455917" cy="3723663"/>
          </a:xfrm>
          <a:prstGeom prst="rect">
            <a:avLst/>
          </a:prstGeom>
        </p:spPr>
      </p:pic>
    </p:spTree>
    <p:extLst>
      <p:ext uri="{BB962C8B-B14F-4D97-AF65-F5344CB8AC3E}">
        <p14:creationId xmlns:p14="http://schemas.microsoft.com/office/powerpoint/2010/main" val="31464211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3"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Rectangle 16">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34E5A6D3-0735-42FA-8A63-13831E40B2BC}"/>
              </a:ext>
            </a:extLst>
          </p:cNvPr>
          <p:cNvSpPr>
            <a:spLocks noGrp="1"/>
          </p:cNvSpPr>
          <p:nvPr>
            <p:ph type="title"/>
          </p:nvPr>
        </p:nvSpPr>
        <p:spPr>
          <a:xfrm>
            <a:off x="1047280" y="759805"/>
            <a:ext cx="10306520" cy="1325563"/>
          </a:xfrm>
        </p:spPr>
        <p:txBody>
          <a:bodyPr>
            <a:normAutofit/>
          </a:bodyPr>
          <a:lstStyle/>
          <a:p>
            <a:r>
              <a:rPr lang="en-IE" sz="4000">
                <a:solidFill>
                  <a:srgbClr val="FFFFFF"/>
                </a:solidFill>
              </a:rPr>
              <a:t>Task 1</a:t>
            </a:r>
          </a:p>
        </p:txBody>
      </p:sp>
      <p:sp>
        <p:nvSpPr>
          <p:cNvPr id="3" name="Content Placeholder 2">
            <a:extLst>
              <a:ext uri="{FF2B5EF4-FFF2-40B4-BE49-F238E27FC236}">
                <a16:creationId xmlns:a16="http://schemas.microsoft.com/office/drawing/2014/main" id="{245589F0-F57D-4CB7-B1E1-5677829F45B7}"/>
              </a:ext>
            </a:extLst>
          </p:cNvPr>
          <p:cNvSpPr>
            <a:spLocks noGrp="1"/>
          </p:cNvSpPr>
          <p:nvPr>
            <p:ph idx="1"/>
          </p:nvPr>
        </p:nvSpPr>
        <p:spPr>
          <a:xfrm>
            <a:off x="1300382" y="2494450"/>
            <a:ext cx="4683858" cy="3987630"/>
          </a:xfrm>
        </p:spPr>
        <p:txBody>
          <a:bodyPr>
            <a:normAutofit fontScale="92500"/>
          </a:bodyPr>
          <a:lstStyle/>
          <a:p>
            <a:r>
              <a:rPr lang="en-IE" sz="2400" dirty="0"/>
              <a:t>A mechanic has to check the parts in a machine. They must decide what to do about each part in terms of maintenance. The problem is described in the decision tree.</a:t>
            </a:r>
          </a:p>
          <a:p>
            <a:r>
              <a:rPr lang="en-IE" sz="2400" dirty="0"/>
              <a:t>Develop a python function with two arguments to determine which of the following actions to take:</a:t>
            </a:r>
          </a:p>
          <a:p>
            <a:pPr lvl="1"/>
            <a:r>
              <a:rPr lang="en-IE" dirty="0"/>
              <a:t>No problem, do nothing</a:t>
            </a:r>
          </a:p>
          <a:p>
            <a:pPr lvl="1"/>
            <a:r>
              <a:rPr lang="en-IE" dirty="0"/>
              <a:t>Apply lubricant</a:t>
            </a:r>
          </a:p>
          <a:p>
            <a:pPr lvl="1"/>
            <a:r>
              <a:rPr lang="en-IE" dirty="0"/>
              <a:t>Apply tape</a:t>
            </a:r>
          </a:p>
        </p:txBody>
      </p:sp>
      <p:pic>
        <p:nvPicPr>
          <p:cNvPr id="5" name="Picture 4">
            <a:extLst>
              <a:ext uri="{FF2B5EF4-FFF2-40B4-BE49-F238E27FC236}">
                <a16:creationId xmlns:a16="http://schemas.microsoft.com/office/drawing/2014/main" id="{5C5EC60E-BC71-4E6C-A8EC-EC32550929AE}"/>
              </a:ext>
            </a:extLst>
          </p:cNvPr>
          <p:cNvPicPr>
            <a:picLocks noChangeAspect="1"/>
          </p:cNvPicPr>
          <p:nvPr/>
        </p:nvPicPr>
        <p:blipFill>
          <a:blip r:embed="rId2"/>
          <a:stretch>
            <a:fillRect/>
          </a:stretch>
        </p:blipFill>
        <p:spPr>
          <a:xfrm>
            <a:off x="6108569" y="2492375"/>
            <a:ext cx="5006471" cy="3729821"/>
          </a:xfrm>
          <a:prstGeom prst="rect">
            <a:avLst/>
          </a:prstGeom>
        </p:spPr>
      </p:pic>
    </p:spTree>
    <p:extLst>
      <p:ext uri="{BB962C8B-B14F-4D97-AF65-F5344CB8AC3E}">
        <p14:creationId xmlns:p14="http://schemas.microsoft.com/office/powerpoint/2010/main" val="11380513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5FA7C47-B7C1-4D2E-AB49-ED23BA34BA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6">
            <a:extLst>
              <a:ext uri="{FF2B5EF4-FFF2-40B4-BE49-F238E27FC236}">
                <a16:creationId xmlns:a16="http://schemas.microsoft.com/office/drawing/2014/main" id="{596EE156-ABF1-4329-A6BA-03B4254E08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521144" y="911116"/>
            <a:ext cx="687754"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Rectangle 8">
            <a:extLst>
              <a:ext uri="{FF2B5EF4-FFF2-40B4-BE49-F238E27FC236}">
                <a16:creationId xmlns:a16="http://schemas.microsoft.com/office/drawing/2014/main" id="{19B9933F-AAB3-444A-8BB5-9CA194A8B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0" y="1370435"/>
            <a:ext cx="527226"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7">
            <a:extLst>
              <a:ext uri="{FF2B5EF4-FFF2-40B4-BE49-F238E27FC236}">
                <a16:creationId xmlns:a16="http://schemas.microsoft.com/office/drawing/2014/main" id="{7D20183A-0B1D-4A1F-89B1-ADBEDBC6E5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00164" y="643467"/>
            <a:ext cx="40937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Rectangle 8">
            <a:extLst>
              <a:ext uri="{FF2B5EF4-FFF2-40B4-BE49-F238E27FC236}">
                <a16:creationId xmlns:a16="http://schemas.microsoft.com/office/drawing/2014/main" id="{131031D3-26CD-4214-A9A4-5857EFA15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95529" y="644382"/>
            <a:ext cx="3856024"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34E5A6D3-0735-42FA-8A63-13831E40B2BC}"/>
              </a:ext>
            </a:extLst>
          </p:cNvPr>
          <p:cNvSpPr>
            <a:spLocks noGrp="1"/>
          </p:cNvSpPr>
          <p:nvPr>
            <p:ph type="title"/>
          </p:nvPr>
        </p:nvSpPr>
        <p:spPr>
          <a:xfrm>
            <a:off x="1146879" y="998002"/>
            <a:ext cx="3182940" cy="1471959"/>
          </a:xfrm>
        </p:spPr>
        <p:txBody>
          <a:bodyPr>
            <a:normAutofit/>
          </a:bodyPr>
          <a:lstStyle/>
          <a:p>
            <a:r>
              <a:rPr lang="en-IE" sz="3600">
                <a:solidFill>
                  <a:srgbClr val="FFFFFF"/>
                </a:solidFill>
              </a:rPr>
              <a:t>Task 2</a:t>
            </a:r>
          </a:p>
        </p:txBody>
      </p:sp>
      <p:sp>
        <p:nvSpPr>
          <p:cNvPr id="3" name="Content Placeholder 2">
            <a:extLst>
              <a:ext uri="{FF2B5EF4-FFF2-40B4-BE49-F238E27FC236}">
                <a16:creationId xmlns:a16="http://schemas.microsoft.com/office/drawing/2014/main" id="{245589F0-F57D-4CB7-B1E1-5677829F45B7}"/>
              </a:ext>
            </a:extLst>
          </p:cNvPr>
          <p:cNvSpPr>
            <a:spLocks noGrp="1"/>
          </p:cNvSpPr>
          <p:nvPr>
            <p:ph idx="1"/>
          </p:nvPr>
        </p:nvSpPr>
        <p:spPr>
          <a:xfrm>
            <a:off x="1139635" y="2546161"/>
            <a:ext cx="3200451" cy="2985929"/>
          </a:xfrm>
        </p:spPr>
        <p:txBody>
          <a:bodyPr anchor="t">
            <a:normAutofit/>
          </a:bodyPr>
          <a:lstStyle/>
          <a:p>
            <a:r>
              <a:rPr lang="en-IE" sz="2000">
                <a:solidFill>
                  <a:srgbClr val="FEFFFF"/>
                </a:solidFill>
              </a:rPr>
              <a:t>This decision tree was developed for automatically classifying fruit, based on several attributes.</a:t>
            </a:r>
          </a:p>
          <a:p>
            <a:r>
              <a:rPr lang="en-IE" sz="2000">
                <a:solidFill>
                  <a:srgbClr val="FEFFFF"/>
                </a:solidFill>
              </a:rPr>
              <a:t>Use a python function, develop a computer model for automatic classification of fruit, based on this decision tree</a:t>
            </a:r>
          </a:p>
        </p:txBody>
      </p:sp>
      <p:pic>
        <p:nvPicPr>
          <p:cNvPr id="6" name="Picture 5">
            <a:extLst>
              <a:ext uri="{FF2B5EF4-FFF2-40B4-BE49-F238E27FC236}">
                <a16:creationId xmlns:a16="http://schemas.microsoft.com/office/drawing/2014/main" id="{274B19A0-853D-4BD0-84C7-5ABA2554B3A9}"/>
              </a:ext>
            </a:extLst>
          </p:cNvPr>
          <p:cNvPicPr>
            <a:picLocks noChangeAspect="1"/>
          </p:cNvPicPr>
          <p:nvPr/>
        </p:nvPicPr>
        <p:blipFill>
          <a:blip r:embed="rId2"/>
          <a:stretch>
            <a:fillRect/>
          </a:stretch>
        </p:blipFill>
        <p:spPr>
          <a:xfrm>
            <a:off x="4998268" y="1103221"/>
            <a:ext cx="6539075" cy="4332137"/>
          </a:xfrm>
          <a:prstGeom prst="rect">
            <a:avLst/>
          </a:prstGeom>
        </p:spPr>
      </p:pic>
    </p:spTree>
    <p:extLst>
      <p:ext uri="{BB962C8B-B14F-4D97-AF65-F5344CB8AC3E}">
        <p14:creationId xmlns:p14="http://schemas.microsoft.com/office/powerpoint/2010/main" val="32653808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478F8D1-8083-58DD-75AD-543BAF96D2F3}"/>
              </a:ext>
            </a:extLst>
          </p:cNvPr>
          <p:cNvSpPr>
            <a:spLocks noGrp="1"/>
          </p:cNvSpPr>
          <p:nvPr>
            <p:ph type="title"/>
          </p:nvPr>
        </p:nvSpPr>
        <p:spPr>
          <a:xfrm>
            <a:off x="838200" y="365125"/>
            <a:ext cx="10515600" cy="1325563"/>
          </a:xfrm>
        </p:spPr>
        <p:txBody>
          <a:bodyPr>
            <a:normAutofit/>
          </a:bodyPr>
          <a:lstStyle/>
          <a:p>
            <a:r>
              <a:rPr lang="en-IE"/>
              <a:t>Agent Based Modelling (HL)</a:t>
            </a:r>
            <a:endParaRPr lang="en-IE"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7" name="Content Placeholder 2">
            <a:extLst>
              <a:ext uri="{FF2B5EF4-FFF2-40B4-BE49-F238E27FC236}">
                <a16:creationId xmlns:a16="http://schemas.microsoft.com/office/drawing/2014/main" id="{04029856-12B6-85F5-0FA0-256097631069}"/>
              </a:ext>
            </a:extLst>
          </p:cNvPr>
          <p:cNvSpPr>
            <a:spLocks noGrp="1"/>
          </p:cNvSpPr>
          <p:nvPr>
            <p:ph idx="1"/>
          </p:nvPr>
        </p:nvSpPr>
        <p:spPr>
          <a:xfrm>
            <a:off x="838200" y="1825625"/>
            <a:ext cx="10515600" cy="4351338"/>
          </a:xfrm>
        </p:spPr>
        <p:txBody>
          <a:bodyPr>
            <a:normAutofit/>
          </a:bodyPr>
          <a:lstStyle/>
          <a:p>
            <a:r>
              <a:rPr lang="en-IE" sz="2600" dirty="0"/>
              <a:t>Agent based modelling(ABM) involves building models to simulate the actions and interactions of individual “agents” within an environment.</a:t>
            </a:r>
          </a:p>
          <a:p>
            <a:r>
              <a:rPr lang="en-IE" sz="2600" dirty="0"/>
              <a:t>These agents are autonomous and independent of each other and the environment. This means that the environment contains multiple models, each of which is an agent.</a:t>
            </a:r>
          </a:p>
          <a:p>
            <a:r>
              <a:rPr lang="en-IE" sz="2600" dirty="0"/>
              <a:t>ABM allows us to simulate the behaviours of the agents to investigate how specific attributes of an agent may affect other agents or the environment as a whole.</a:t>
            </a:r>
          </a:p>
          <a:p>
            <a:r>
              <a:rPr lang="en-IE" sz="2600" dirty="0">
                <a:hlinkClick r:id="rId2"/>
              </a:rPr>
              <a:t>https://www.youtube.com/watch?v=Z8Wf1vF_xgQ</a:t>
            </a:r>
            <a:endParaRPr lang="en-IE" sz="2600" dirty="0"/>
          </a:p>
          <a:p>
            <a:r>
              <a:rPr lang="en-IE" sz="2600" dirty="0">
                <a:hlinkClick r:id="rId3"/>
              </a:rPr>
              <a:t>https://www.youtube.com/watch?v=n6h3WiRLmp8</a:t>
            </a:r>
            <a:endParaRPr lang="en-IE" sz="2600" dirty="0"/>
          </a:p>
          <a:p>
            <a:endParaRPr lang="en-IE" sz="2600" dirty="0"/>
          </a:p>
          <a:p>
            <a:endParaRPr lang="en-IE" sz="2600" dirty="0"/>
          </a:p>
          <a:p>
            <a:endParaRPr lang="en-IE" sz="2600" dirty="0"/>
          </a:p>
        </p:txBody>
      </p:sp>
    </p:spTree>
    <p:extLst>
      <p:ext uri="{BB962C8B-B14F-4D97-AF65-F5344CB8AC3E}">
        <p14:creationId xmlns:p14="http://schemas.microsoft.com/office/powerpoint/2010/main" val="39126710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0846B3-3190-4D59-3DEB-CC3743BDB9BD}"/>
              </a:ext>
            </a:extLst>
          </p:cNvPr>
          <p:cNvSpPr>
            <a:spLocks noGrp="1"/>
          </p:cNvSpPr>
          <p:nvPr>
            <p:ph type="title"/>
          </p:nvPr>
        </p:nvSpPr>
        <p:spPr>
          <a:xfrm>
            <a:off x="524741" y="620392"/>
            <a:ext cx="3808268" cy="5504688"/>
          </a:xfrm>
        </p:spPr>
        <p:txBody>
          <a:bodyPr>
            <a:normAutofit/>
          </a:bodyPr>
          <a:lstStyle/>
          <a:p>
            <a:r>
              <a:rPr lang="en-IE" sz="6000">
                <a:solidFill>
                  <a:schemeClr val="bg1"/>
                </a:solidFill>
              </a:rPr>
              <a:t>Real World ABM Exampes - HL</a:t>
            </a:r>
          </a:p>
        </p:txBody>
      </p:sp>
      <p:graphicFrame>
        <p:nvGraphicFramePr>
          <p:cNvPr id="5" name="Content Placeholder 2">
            <a:extLst>
              <a:ext uri="{FF2B5EF4-FFF2-40B4-BE49-F238E27FC236}">
                <a16:creationId xmlns:a16="http://schemas.microsoft.com/office/drawing/2014/main" id="{C66CBE6A-BEB5-8B3D-A857-4F21FFB8A39B}"/>
              </a:ext>
            </a:extLst>
          </p:cNvPr>
          <p:cNvGraphicFramePr>
            <a:graphicFrameLocks noGrp="1"/>
          </p:cNvGraphicFramePr>
          <p:nvPr>
            <p:ph idx="1"/>
            <p:extLst>
              <p:ext uri="{D42A27DB-BD31-4B8C-83A1-F6EECF244321}">
                <p14:modId xmlns:p14="http://schemas.microsoft.com/office/powerpoint/2010/main" val="4239000077"/>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353845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75D7C94-6859-AC72-4200-FACFCE822B4A}"/>
              </a:ext>
            </a:extLst>
          </p:cNvPr>
          <p:cNvSpPr>
            <a:spLocks noGrp="1"/>
          </p:cNvSpPr>
          <p:nvPr>
            <p:ph type="title"/>
          </p:nvPr>
        </p:nvSpPr>
        <p:spPr>
          <a:xfrm>
            <a:off x="524741" y="620392"/>
            <a:ext cx="3808268" cy="5504688"/>
          </a:xfrm>
        </p:spPr>
        <p:txBody>
          <a:bodyPr>
            <a:normAutofit/>
          </a:bodyPr>
          <a:lstStyle/>
          <a:p>
            <a:r>
              <a:rPr lang="en-IE" sz="6000">
                <a:solidFill>
                  <a:schemeClr val="bg1"/>
                </a:solidFill>
              </a:rPr>
              <a:t>Ant Model Pattern Example</a:t>
            </a:r>
          </a:p>
        </p:txBody>
      </p:sp>
      <p:graphicFrame>
        <p:nvGraphicFramePr>
          <p:cNvPr id="5" name="Content Placeholder 2">
            <a:extLst>
              <a:ext uri="{FF2B5EF4-FFF2-40B4-BE49-F238E27FC236}">
                <a16:creationId xmlns:a16="http://schemas.microsoft.com/office/drawing/2014/main" id="{AE71D59D-8BF9-2580-D7B7-018FB34F5189}"/>
              </a:ext>
            </a:extLst>
          </p:cNvPr>
          <p:cNvGraphicFramePr>
            <a:graphicFrameLocks noGrp="1"/>
          </p:cNvGraphicFramePr>
          <p:nvPr>
            <p:ph idx="1"/>
            <p:extLst>
              <p:ext uri="{D42A27DB-BD31-4B8C-83A1-F6EECF244321}">
                <p14:modId xmlns:p14="http://schemas.microsoft.com/office/powerpoint/2010/main" val="3137129594"/>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046394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A80B-D4BC-31A2-40C8-54061DDC8206}"/>
              </a:ext>
            </a:extLst>
          </p:cNvPr>
          <p:cNvSpPr>
            <a:spLocks noGrp="1"/>
          </p:cNvSpPr>
          <p:nvPr>
            <p:ph type="title"/>
          </p:nvPr>
        </p:nvSpPr>
        <p:spPr>
          <a:xfrm>
            <a:off x="4965430" y="629268"/>
            <a:ext cx="6586491" cy="1286160"/>
          </a:xfrm>
        </p:spPr>
        <p:txBody>
          <a:bodyPr anchor="b">
            <a:normAutofit/>
          </a:bodyPr>
          <a:lstStyle/>
          <a:p>
            <a:r>
              <a:rPr lang="en-IE" dirty="0"/>
              <a:t>Ant Model</a:t>
            </a:r>
          </a:p>
        </p:txBody>
      </p:sp>
      <p:sp>
        <p:nvSpPr>
          <p:cNvPr id="3" name="Content Placeholder 2">
            <a:extLst>
              <a:ext uri="{FF2B5EF4-FFF2-40B4-BE49-F238E27FC236}">
                <a16:creationId xmlns:a16="http://schemas.microsoft.com/office/drawing/2014/main" id="{47C2AEEA-89F3-2D2C-10F4-68637D5845E1}"/>
              </a:ext>
            </a:extLst>
          </p:cNvPr>
          <p:cNvSpPr>
            <a:spLocks noGrp="1"/>
          </p:cNvSpPr>
          <p:nvPr>
            <p:ph idx="1"/>
          </p:nvPr>
        </p:nvSpPr>
        <p:spPr>
          <a:xfrm>
            <a:off x="4834647" y="2115117"/>
            <a:ext cx="7237379" cy="4542821"/>
          </a:xfrm>
        </p:spPr>
        <p:txBody>
          <a:bodyPr>
            <a:normAutofit fontScale="92500" lnSpcReduction="10000"/>
          </a:bodyPr>
          <a:lstStyle/>
          <a:p>
            <a:r>
              <a:rPr lang="en-IE" sz="2400" dirty="0"/>
              <a:t>Each ant must have an initial state, which could be randomly generated or have a default value </a:t>
            </a:r>
            <a:r>
              <a:rPr lang="en-IE" sz="2400" dirty="0" err="1"/>
              <a:t>e.g</a:t>
            </a:r>
            <a:r>
              <a:rPr lang="en-IE" sz="2400" dirty="0"/>
              <a:t> work to be done set to yes or no.</a:t>
            </a:r>
          </a:p>
          <a:p>
            <a:r>
              <a:rPr lang="en-IE" sz="2400" dirty="0"/>
              <a:t>The rules might be as follows:</a:t>
            </a:r>
          </a:p>
          <a:p>
            <a:pPr lvl="1"/>
            <a:r>
              <a:rPr lang="en-IE" dirty="0"/>
              <a:t>If ant is hungry the ABM will get the ant to go find food</a:t>
            </a:r>
          </a:p>
          <a:p>
            <a:pPr lvl="1"/>
            <a:r>
              <a:rPr lang="en-IE" dirty="0"/>
              <a:t>If ant is Not hungry and there is work to be done, the ant must go to work</a:t>
            </a:r>
          </a:p>
          <a:p>
            <a:pPr lvl="1"/>
            <a:r>
              <a:rPr lang="en-IE" dirty="0"/>
              <a:t>If there is no work to do and the ant is not hungry it will join another group of ants and will walk around in an army</a:t>
            </a:r>
          </a:p>
          <a:p>
            <a:r>
              <a:rPr lang="en-IE" sz="2400" dirty="0"/>
              <a:t>Therefor each ant is responsible for his own actions -&gt; it is autonomous</a:t>
            </a:r>
          </a:p>
          <a:p>
            <a:r>
              <a:rPr lang="en-IE" sz="2400" dirty="0"/>
              <a:t>Next we can add models for multiple agents</a:t>
            </a:r>
          </a:p>
        </p:txBody>
      </p:sp>
      <p:pic>
        <p:nvPicPr>
          <p:cNvPr id="6" name="Picture 5" descr="A picture containing bird&#10;&#10;Description automatically generated">
            <a:extLst>
              <a:ext uri="{FF2B5EF4-FFF2-40B4-BE49-F238E27FC236}">
                <a16:creationId xmlns:a16="http://schemas.microsoft.com/office/drawing/2014/main" id="{587630EE-17A7-D8EE-4988-924793C313EB}"/>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3435" r="31445" b="-1"/>
          <a:stretch/>
        </p:blipFill>
        <p:spPr>
          <a:xfrm>
            <a:off x="20" y="10"/>
            <a:ext cx="4635571" cy="6857990"/>
          </a:xfrm>
          <a:prstGeom prst="rect">
            <a:avLst/>
          </a:prstGeom>
          <a:effectLst/>
        </p:spPr>
      </p:pic>
      <p:cxnSp>
        <p:nvCxnSpPr>
          <p:cNvPr id="15" name="Straight Connector 1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C8CE34"/>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1AEB02B-9214-7935-5392-3965D5027451}"/>
              </a:ext>
            </a:extLst>
          </p:cNvPr>
          <p:cNvSpPr txBox="1"/>
          <p:nvPr/>
        </p:nvSpPr>
        <p:spPr>
          <a:xfrm>
            <a:off x="2176263" y="6657945"/>
            <a:ext cx="2459328" cy="200055"/>
          </a:xfrm>
          <a:prstGeom prst="rect">
            <a:avLst/>
          </a:prstGeom>
          <a:solidFill>
            <a:srgbClr val="000000"/>
          </a:solidFill>
        </p:spPr>
        <p:txBody>
          <a:bodyPr wrap="none" rtlCol="0">
            <a:spAutoFit/>
          </a:bodyPr>
          <a:lstStyle/>
          <a:p>
            <a:pPr algn="r">
              <a:spcAft>
                <a:spcPts val="600"/>
              </a:spcAft>
            </a:pPr>
            <a:r>
              <a:rPr lang="en-IE" sz="700">
                <a:solidFill>
                  <a:srgbClr val="FFFFFF"/>
                </a:solidFill>
                <a:hlinkClick r:id="rId3" tooltip="http://flickr.com/photos/rofanator/4350538255">
                  <a:extLst>
                    <a:ext uri="{A12FA001-AC4F-418D-AE19-62706E023703}">
                      <ahyp:hlinkClr xmlns:ahyp="http://schemas.microsoft.com/office/drawing/2018/hyperlinkcolor" val="tx"/>
                    </a:ext>
                  </a:extLst>
                </a:hlinkClick>
              </a:rPr>
              <a:t>This Photo</a:t>
            </a:r>
            <a:r>
              <a:rPr lang="en-IE" sz="700">
                <a:solidFill>
                  <a:srgbClr val="FFFFFF"/>
                </a:solidFill>
              </a:rPr>
              <a:t> by Unknown Author is licensed under </a:t>
            </a:r>
            <a:r>
              <a:rPr lang="en-IE" sz="700">
                <a:solidFill>
                  <a:srgbClr val="FFFFFF"/>
                </a:solidFill>
                <a:hlinkClick r:id="rId4" tooltip="https://creativecommons.org/licenses/by-nc-nd/3.0/">
                  <a:extLst>
                    <a:ext uri="{A12FA001-AC4F-418D-AE19-62706E023703}">
                      <ahyp:hlinkClr xmlns:ahyp="http://schemas.microsoft.com/office/drawing/2018/hyperlinkcolor" val="tx"/>
                    </a:ext>
                  </a:extLst>
                </a:hlinkClick>
              </a:rPr>
              <a:t>CC BY-NC-ND</a:t>
            </a:r>
            <a:endParaRPr lang="en-IE" sz="700">
              <a:solidFill>
                <a:srgbClr val="FFFFFF"/>
              </a:solidFill>
            </a:endParaRPr>
          </a:p>
        </p:txBody>
      </p:sp>
    </p:spTree>
    <p:extLst>
      <p:ext uri="{BB962C8B-B14F-4D97-AF65-F5344CB8AC3E}">
        <p14:creationId xmlns:p14="http://schemas.microsoft.com/office/powerpoint/2010/main" val="2471239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FAF0C-6C59-FAEA-BBCE-2AB04C4A3DC0}"/>
              </a:ext>
            </a:extLst>
          </p:cNvPr>
          <p:cNvSpPr>
            <a:spLocks noGrp="1"/>
          </p:cNvSpPr>
          <p:nvPr>
            <p:ph type="title"/>
          </p:nvPr>
        </p:nvSpPr>
        <p:spPr>
          <a:xfrm>
            <a:off x="4965430" y="629268"/>
            <a:ext cx="6586491" cy="1286160"/>
          </a:xfrm>
        </p:spPr>
        <p:txBody>
          <a:bodyPr anchor="b">
            <a:normAutofit/>
          </a:bodyPr>
          <a:lstStyle/>
          <a:p>
            <a:r>
              <a:rPr lang="en-IE" dirty="0"/>
              <a:t>Ant Model continued</a:t>
            </a:r>
          </a:p>
        </p:txBody>
      </p:sp>
      <p:sp>
        <p:nvSpPr>
          <p:cNvPr id="3" name="Content Placeholder 2">
            <a:extLst>
              <a:ext uri="{FF2B5EF4-FFF2-40B4-BE49-F238E27FC236}">
                <a16:creationId xmlns:a16="http://schemas.microsoft.com/office/drawing/2014/main" id="{830BE878-8A33-0A8B-65CA-C03555B5B0BE}"/>
              </a:ext>
            </a:extLst>
          </p:cNvPr>
          <p:cNvSpPr>
            <a:spLocks noGrp="1"/>
          </p:cNvSpPr>
          <p:nvPr>
            <p:ph idx="1"/>
          </p:nvPr>
        </p:nvSpPr>
        <p:spPr>
          <a:xfrm>
            <a:off x="4965431" y="2438400"/>
            <a:ext cx="6586489" cy="3785419"/>
          </a:xfrm>
        </p:spPr>
        <p:txBody>
          <a:bodyPr>
            <a:normAutofit/>
          </a:bodyPr>
          <a:lstStyle/>
          <a:p>
            <a:r>
              <a:rPr lang="en-IE" sz="2400" dirty="0"/>
              <a:t>The starting conditions for the environment could be set, or generated at random. E.g. if there is plenty of food close to an ant, I will not take long to find the food so it can spend more time working.</a:t>
            </a:r>
          </a:p>
          <a:p>
            <a:r>
              <a:rPr lang="en-IE" sz="2400" dirty="0"/>
              <a:t>This could be used to simulate the productivity of the environment when food is plentiful and widely dispersed. This could be compared to productivity when food is scare and concentrated in just one location</a:t>
            </a:r>
          </a:p>
        </p:txBody>
      </p:sp>
      <p:pic>
        <p:nvPicPr>
          <p:cNvPr id="6" name="Picture 5" descr="A group of ants on a white surface&#10;&#10;Description automatically generated with low confidence">
            <a:extLst>
              <a:ext uri="{FF2B5EF4-FFF2-40B4-BE49-F238E27FC236}">
                <a16:creationId xmlns:a16="http://schemas.microsoft.com/office/drawing/2014/main" id="{6997487D-616B-E659-6C81-9252F0748AC8}"/>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2952" r="31929" b="-1"/>
          <a:stretch/>
        </p:blipFill>
        <p:spPr>
          <a:xfrm>
            <a:off x="20" y="10"/>
            <a:ext cx="4635571" cy="6857990"/>
          </a:xfrm>
          <a:prstGeom prst="rect">
            <a:avLst/>
          </a:prstGeom>
          <a:effectLst/>
        </p:spPr>
      </p:pic>
      <p:cxnSp>
        <p:nvCxnSpPr>
          <p:cNvPr id="12" name="Straight Connector 11">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94972F"/>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ED1FEAB-B69E-C476-20F1-02FE73753473}"/>
              </a:ext>
            </a:extLst>
          </p:cNvPr>
          <p:cNvSpPr txBox="1"/>
          <p:nvPr/>
        </p:nvSpPr>
        <p:spPr>
          <a:xfrm>
            <a:off x="2448775" y="6657945"/>
            <a:ext cx="2186816" cy="200055"/>
          </a:xfrm>
          <a:prstGeom prst="rect">
            <a:avLst/>
          </a:prstGeom>
          <a:solidFill>
            <a:srgbClr val="000000"/>
          </a:solidFill>
        </p:spPr>
        <p:txBody>
          <a:bodyPr wrap="none" rtlCol="0">
            <a:spAutoFit/>
          </a:bodyPr>
          <a:lstStyle/>
          <a:p>
            <a:pPr algn="r">
              <a:spcAft>
                <a:spcPts val="600"/>
              </a:spcAft>
            </a:pPr>
            <a:r>
              <a:rPr lang="en-IE" sz="700">
                <a:solidFill>
                  <a:srgbClr val="FFFFFF"/>
                </a:solidFill>
                <a:hlinkClick r:id="rId3" tooltip="https://www.flickr.com/photos/clownfish/427519541">
                  <a:extLst>
                    <a:ext uri="{A12FA001-AC4F-418D-AE19-62706E023703}">
                      <ahyp:hlinkClr xmlns:ahyp="http://schemas.microsoft.com/office/drawing/2018/hyperlinkcolor" val="tx"/>
                    </a:ext>
                  </a:extLst>
                </a:hlinkClick>
              </a:rPr>
              <a:t>This Photo</a:t>
            </a:r>
            <a:r>
              <a:rPr lang="en-IE" sz="700">
                <a:solidFill>
                  <a:srgbClr val="FFFFFF"/>
                </a:solidFill>
              </a:rPr>
              <a:t> by Unknown Author is licensed under </a:t>
            </a:r>
            <a:r>
              <a:rPr lang="en-IE" sz="700">
                <a:solidFill>
                  <a:srgbClr val="FFFFFF"/>
                </a:solidFill>
                <a:hlinkClick r:id="rId4" tooltip="https://creativecommons.org/licenses/by/3.0/">
                  <a:extLst>
                    <a:ext uri="{A12FA001-AC4F-418D-AE19-62706E023703}">
                      <ahyp:hlinkClr xmlns:ahyp="http://schemas.microsoft.com/office/drawing/2018/hyperlinkcolor" val="tx"/>
                    </a:ext>
                  </a:extLst>
                </a:hlinkClick>
              </a:rPr>
              <a:t>CC BY</a:t>
            </a:r>
            <a:endParaRPr lang="en-IE" sz="700">
              <a:solidFill>
                <a:srgbClr val="FFFFFF"/>
              </a:solidFill>
            </a:endParaRPr>
          </a:p>
        </p:txBody>
      </p:sp>
    </p:spTree>
    <p:extLst>
      <p:ext uri="{BB962C8B-B14F-4D97-AF65-F5344CB8AC3E}">
        <p14:creationId xmlns:p14="http://schemas.microsoft.com/office/powerpoint/2010/main" val="6953987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93DC2B5-ED99-CB42-FF23-AEA0A7BC8DD2}"/>
              </a:ext>
            </a:extLst>
          </p:cNvPr>
          <p:cNvSpPr>
            <a:spLocks noGrp="1"/>
          </p:cNvSpPr>
          <p:nvPr>
            <p:ph type="title"/>
          </p:nvPr>
        </p:nvSpPr>
        <p:spPr>
          <a:xfrm>
            <a:off x="524741" y="620392"/>
            <a:ext cx="3808268" cy="5504688"/>
          </a:xfrm>
        </p:spPr>
        <p:txBody>
          <a:bodyPr>
            <a:normAutofit/>
          </a:bodyPr>
          <a:lstStyle/>
          <a:p>
            <a:r>
              <a:rPr lang="en-IE" sz="6000">
                <a:solidFill>
                  <a:schemeClr val="bg1"/>
                </a:solidFill>
              </a:rPr>
              <a:t>Benefits of Agent Based Modelling</a:t>
            </a:r>
          </a:p>
        </p:txBody>
      </p:sp>
      <p:graphicFrame>
        <p:nvGraphicFramePr>
          <p:cNvPr id="5" name="Content Placeholder 2">
            <a:extLst>
              <a:ext uri="{FF2B5EF4-FFF2-40B4-BE49-F238E27FC236}">
                <a16:creationId xmlns:a16="http://schemas.microsoft.com/office/drawing/2014/main" id="{A5FAE86C-6DEE-3564-3E6A-858E5D1AF554}"/>
              </a:ext>
            </a:extLst>
          </p:cNvPr>
          <p:cNvGraphicFramePr>
            <a:graphicFrameLocks noGrp="1"/>
          </p:cNvGraphicFramePr>
          <p:nvPr>
            <p:ph idx="1"/>
            <p:extLst>
              <p:ext uri="{D42A27DB-BD31-4B8C-83A1-F6EECF244321}">
                <p14:modId xmlns:p14="http://schemas.microsoft.com/office/powerpoint/2010/main" val="920708074"/>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780963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D9733AB-8273-BC9E-7C7F-ACC3F0A149CF}"/>
              </a:ext>
            </a:extLst>
          </p:cNvPr>
          <p:cNvSpPr>
            <a:spLocks noGrp="1"/>
          </p:cNvSpPr>
          <p:nvPr>
            <p:ph type="title"/>
          </p:nvPr>
        </p:nvSpPr>
        <p:spPr>
          <a:xfrm>
            <a:off x="524741" y="620392"/>
            <a:ext cx="3808268" cy="5504688"/>
          </a:xfrm>
        </p:spPr>
        <p:txBody>
          <a:bodyPr>
            <a:normAutofit/>
          </a:bodyPr>
          <a:lstStyle/>
          <a:p>
            <a:r>
              <a:rPr lang="en-IE" sz="6000" dirty="0">
                <a:solidFill>
                  <a:schemeClr val="bg1"/>
                </a:solidFill>
              </a:rPr>
              <a:t>ABM and Emergent Behaviour</a:t>
            </a:r>
          </a:p>
        </p:txBody>
      </p:sp>
      <p:graphicFrame>
        <p:nvGraphicFramePr>
          <p:cNvPr id="18" name="Content Placeholder 2">
            <a:extLst>
              <a:ext uri="{FF2B5EF4-FFF2-40B4-BE49-F238E27FC236}">
                <a16:creationId xmlns:a16="http://schemas.microsoft.com/office/drawing/2014/main" id="{B2504CCA-E5C7-B22D-1B3A-3918AC6E33A5}"/>
              </a:ext>
            </a:extLst>
          </p:cNvPr>
          <p:cNvGraphicFramePr>
            <a:graphicFrameLocks noGrp="1"/>
          </p:cNvGraphicFramePr>
          <p:nvPr>
            <p:ph idx="1"/>
            <p:extLst>
              <p:ext uri="{D42A27DB-BD31-4B8C-83A1-F6EECF244321}">
                <p14:modId xmlns:p14="http://schemas.microsoft.com/office/powerpoint/2010/main" val="583656896"/>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532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A060530-7A79-4C17-ADAD-615985692302}"/>
              </a:ext>
            </a:extLst>
          </p:cNvPr>
          <p:cNvSpPr>
            <a:spLocks noGrp="1"/>
          </p:cNvSpPr>
          <p:nvPr>
            <p:ph type="title"/>
          </p:nvPr>
        </p:nvSpPr>
        <p:spPr>
          <a:xfrm>
            <a:off x="524741" y="620392"/>
            <a:ext cx="3808268" cy="5504688"/>
          </a:xfrm>
        </p:spPr>
        <p:txBody>
          <a:bodyPr>
            <a:normAutofit/>
          </a:bodyPr>
          <a:lstStyle/>
          <a:p>
            <a:r>
              <a:rPr lang="en-IE" sz="6000">
                <a:solidFill>
                  <a:schemeClr val="bg1"/>
                </a:solidFill>
              </a:rPr>
              <a:t>Examples of ABM</a:t>
            </a:r>
          </a:p>
        </p:txBody>
      </p:sp>
      <p:graphicFrame>
        <p:nvGraphicFramePr>
          <p:cNvPr id="21" name="Content Placeholder 2">
            <a:extLst>
              <a:ext uri="{FF2B5EF4-FFF2-40B4-BE49-F238E27FC236}">
                <a16:creationId xmlns:a16="http://schemas.microsoft.com/office/drawing/2014/main" id="{3B3D06AB-B287-A45A-CD63-C0BDA0953D93}"/>
              </a:ext>
            </a:extLst>
          </p:cNvPr>
          <p:cNvGraphicFramePr>
            <a:graphicFrameLocks noGrp="1"/>
          </p:cNvGraphicFramePr>
          <p:nvPr>
            <p:ph idx="1"/>
            <p:extLst>
              <p:ext uri="{D42A27DB-BD31-4B8C-83A1-F6EECF244321}">
                <p14:modId xmlns:p14="http://schemas.microsoft.com/office/powerpoint/2010/main" val="582657831"/>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731020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2E221-CB28-4BF6-B397-F00AA841A86D}"/>
              </a:ext>
            </a:extLst>
          </p:cNvPr>
          <p:cNvSpPr>
            <a:spLocks noGrp="1"/>
          </p:cNvSpPr>
          <p:nvPr>
            <p:ph type="title"/>
          </p:nvPr>
        </p:nvSpPr>
        <p:spPr/>
        <p:txBody>
          <a:bodyPr/>
          <a:lstStyle/>
          <a:p>
            <a:r>
              <a:rPr lang="en-IE" dirty="0"/>
              <a:t>Excellent introduction to Agent Based </a:t>
            </a:r>
            <a:r>
              <a:rPr lang="en-IE" dirty="0" err="1"/>
              <a:t>Modeling</a:t>
            </a:r>
            <a:r>
              <a:rPr lang="en-IE" dirty="0"/>
              <a:t> (its 2 hours long)</a:t>
            </a:r>
          </a:p>
        </p:txBody>
      </p:sp>
      <p:sp>
        <p:nvSpPr>
          <p:cNvPr id="3" name="Content Placeholder 2">
            <a:extLst>
              <a:ext uri="{FF2B5EF4-FFF2-40B4-BE49-F238E27FC236}">
                <a16:creationId xmlns:a16="http://schemas.microsoft.com/office/drawing/2014/main" id="{EBCE41A5-99A5-4F12-8F50-D033A387E351}"/>
              </a:ext>
            </a:extLst>
          </p:cNvPr>
          <p:cNvSpPr>
            <a:spLocks noGrp="1"/>
          </p:cNvSpPr>
          <p:nvPr>
            <p:ph idx="1"/>
          </p:nvPr>
        </p:nvSpPr>
        <p:spPr/>
        <p:txBody>
          <a:bodyPr/>
          <a:lstStyle/>
          <a:p>
            <a:r>
              <a:rPr lang="en-IE" sz="2800" dirty="0">
                <a:hlinkClick r:id="rId2"/>
              </a:rPr>
              <a:t>https://www.youtube.com/watch?v=clPu6wMuLfg</a:t>
            </a:r>
            <a:endParaRPr lang="en-IE" sz="2800" dirty="0"/>
          </a:p>
          <a:p>
            <a:endParaRPr lang="en-IE" dirty="0"/>
          </a:p>
          <a:p>
            <a:endParaRPr lang="en-IE" dirty="0"/>
          </a:p>
        </p:txBody>
      </p:sp>
    </p:spTree>
    <p:extLst>
      <p:ext uri="{BB962C8B-B14F-4D97-AF65-F5344CB8AC3E}">
        <p14:creationId xmlns:p14="http://schemas.microsoft.com/office/powerpoint/2010/main" val="30956445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42BE2-A636-4BAA-AD4C-38A48BAF1379}"/>
              </a:ext>
            </a:extLst>
          </p:cNvPr>
          <p:cNvSpPr>
            <a:spLocks noGrp="1"/>
          </p:cNvSpPr>
          <p:nvPr>
            <p:ph type="title"/>
          </p:nvPr>
        </p:nvSpPr>
        <p:spPr/>
        <p:txBody>
          <a:bodyPr/>
          <a:lstStyle/>
          <a:p>
            <a:r>
              <a:rPr lang="en-IE" dirty="0"/>
              <a:t>Agent Based Modelling Toolkits</a:t>
            </a:r>
          </a:p>
        </p:txBody>
      </p:sp>
      <p:pic>
        <p:nvPicPr>
          <p:cNvPr id="5" name="Content Placeholder 4">
            <a:extLst>
              <a:ext uri="{FF2B5EF4-FFF2-40B4-BE49-F238E27FC236}">
                <a16:creationId xmlns:a16="http://schemas.microsoft.com/office/drawing/2014/main" id="{D9DCD89F-D7E5-4D12-831F-6EC321685AA5}"/>
              </a:ext>
            </a:extLst>
          </p:cNvPr>
          <p:cNvPicPr>
            <a:picLocks noGrp="1" noChangeAspect="1"/>
          </p:cNvPicPr>
          <p:nvPr>
            <p:ph idx="1"/>
          </p:nvPr>
        </p:nvPicPr>
        <p:blipFill>
          <a:blip r:embed="rId2"/>
          <a:stretch>
            <a:fillRect/>
          </a:stretch>
        </p:blipFill>
        <p:spPr>
          <a:xfrm>
            <a:off x="323850" y="2410619"/>
            <a:ext cx="6915150" cy="4343400"/>
          </a:xfrm>
        </p:spPr>
      </p:pic>
      <p:sp>
        <p:nvSpPr>
          <p:cNvPr id="6" name="TextBox 5">
            <a:extLst>
              <a:ext uri="{FF2B5EF4-FFF2-40B4-BE49-F238E27FC236}">
                <a16:creationId xmlns:a16="http://schemas.microsoft.com/office/drawing/2014/main" id="{926D4F27-868A-4966-8E02-C7D7EF38E3AA}"/>
              </a:ext>
            </a:extLst>
          </p:cNvPr>
          <p:cNvSpPr txBox="1"/>
          <p:nvPr/>
        </p:nvSpPr>
        <p:spPr>
          <a:xfrm>
            <a:off x="752475" y="1727488"/>
            <a:ext cx="7139940" cy="646331"/>
          </a:xfrm>
          <a:prstGeom prst="rect">
            <a:avLst/>
          </a:prstGeom>
          <a:noFill/>
        </p:spPr>
        <p:txBody>
          <a:bodyPr wrap="square" rtlCol="0">
            <a:spAutoFit/>
          </a:bodyPr>
          <a:lstStyle/>
          <a:p>
            <a:r>
              <a:rPr lang="en-IE" dirty="0">
                <a:hlinkClick r:id="rId3"/>
              </a:rPr>
              <a:t>https://www.youtube.com/watch?v=QtZ3M5UNKhI</a:t>
            </a:r>
            <a:endParaRPr lang="en-IE" dirty="0"/>
          </a:p>
          <a:p>
            <a:endParaRPr lang="en-IE" dirty="0"/>
          </a:p>
        </p:txBody>
      </p:sp>
    </p:spTree>
    <p:extLst>
      <p:ext uri="{BB962C8B-B14F-4D97-AF65-F5344CB8AC3E}">
        <p14:creationId xmlns:p14="http://schemas.microsoft.com/office/powerpoint/2010/main" val="1524932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D59C47FF1BBBD41944C27E755792B60" ma:contentTypeVersion="13" ma:contentTypeDescription="Create a new document." ma:contentTypeScope="" ma:versionID="10712fcb74858acd939241f8f14c3c2a">
  <xsd:schema xmlns:xsd="http://www.w3.org/2001/XMLSchema" xmlns:xs="http://www.w3.org/2001/XMLSchema" xmlns:p="http://schemas.microsoft.com/office/2006/metadata/properties" xmlns:ns1="http://schemas.microsoft.com/sharepoint/v3" xmlns:ns2="2a24f1cd-5e3a-428d-a962-0c0266cdec1f" xmlns:ns3="2522d011-583a-4cec-893b-a3e4ebe7a880" targetNamespace="http://schemas.microsoft.com/office/2006/metadata/properties" ma:root="true" ma:fieldsID="762bbfe59eafa4ea92fb4b763fa075a5" ns1:_="" ns2:_="" ns3:_="">
    <xsd:import namespace="http://schemas.microsoft.com/sharepoint/v3"/>
    <xsd:import namespace="2a24f1cd-5e3a-428d-a962-0c0266cdec1f"/>
    <xsd:import namespace="2522d011-583a-4cec-893b-a3e4ebe7a88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a24f1cd-5e3a-428d-a962-0c0266cdec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12559f9-f71b-4af0-bfaa-ab2f6ccdd4a9"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522d011-583a-4cec-893b-a3e4ebe7a880"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28a40212-ea4a-4620-9c44-1250f1e428a8}" ma:internalName="TaxCatchAll" ma:showField="CatchAllData" ma:web="2522d011-583a-4cec-893b-a3e4ebe7a88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2a24f1cd-5e3a-428d-a962-0c0266cdec1f">
      <Terms xmlns="http://schemas.microsoft.com/office/infopath/2007/PartnerControls"/>
    </lcf76f155ced4ddcb4097134ff3c332f>
    <_ip_UnifiedCompliancePolicyProperties xmlns="http://schemas.microsoft.com/sharepoint/v3" xsi:nil="true"/>
    <TaxCatchAll xmlns="2522d011-583a-4cec-893b-a3e4ebe7a880" xsi:nil="true"/>
  </documentManagement>
</p:properties>
</file>

<file path=customXml/itemProps1.xml><?xml version="1.0" encoding="utf-8"?>
<ds:datastoreItem xmlns:ds="http://schemas.openxmlformats.org/officeDocument/2006/customXml" ds:itemID="{3CA44328-C0D3-461D-BA3F-73FC76570CE4}"/>
</file>

<file path=customXml/itemProps2.xml><?xml version="1.0" encoding="utf-8"?>
<ds:datastoreItem xmlns:ds="http://schemas.openxmlformats.org/officeDocument/2006/customXml" ds:itemID="{B3348377-4613-493D-B91D-BC2BAED159EC}"/>
</file>

<file path=customXml/itemProps3.xml><?xml version="1.0" encoding="utf-8"?>
<ds:datastoreItem xmlns:ds="http://schemas.openxmlformats.org/officeDocument/2006/customXml" ds:itemID="{88BAA384-1823-493A-8470-971B7E1EF179}"/>
</file>

<file path=docProps/app.xml><?xml version="1.0" encoding="utf-8"?>
<Properties xmlns="http://schemas.openxmlformats.org/officeDocument/2006/extended-properties" xmlns:vt="http://schemas.openxmlformats.org/officeDocument/2006/docPropsVTypes">
  <TotalTime>63</TotalTime>
  <Words>2329</Words>
  <Application>Microsoft Office PowerPoint</Application>
  <PresentationFormat>Widescreen</PresentationFormat>
  <Paragraphs>171</Paragraphs>
  <Slides>43</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Calibri</vt:lpstr>
      <vt:lpstr>Calibri Light</vt:lpstr>
      <vt:lpstr>GuardianTextEgyptian</vt:lpstr>
      <vt:lpstr>Roboto</vt:lpstr>
      <vt:lpstr>Office Theme</vt:lpstr>
      <vt:lpstr>Modelling and Simulation</vt:lpstr>
      <vt:lpstr>What is a computer Model? </vt:lpstr>
      <vt:lpstr>What is a computer model? </vt:lpstr>
      <vt:lpstr>What is a computer model? </vt:lpstr>
      <vt:lpstr>Simple Models can be built on a spreadsheet (excel)</vt:lpstr>
      <vt:lpstr>PowerPoint Presentation</vt:lpstr>
      <vt:lpstr>What is simulation? </vt:lpstr>
      <vt:lpstr>Simulation in real-life? </vt:lpstr>
      <vt:lpstr>PowerPoint Presentation</vt:lpstr>
      <vt:lpstr>Building a basic model in python</vt:lpstr>
      <vt:lpstr>Solution to the previous problem – Pg 1</vt:lpstr>
      <vt:lpstr>Solution to the previous problem – Pg 2</vt:lpstr>
      <vt:lpstr>Solution to the previous problem – Pg 3</vt:lpstr>
      <vt:lpstr>Model of the population of a town</vt:lpstr>
      <vt:lpstr>Evaluating a compound interest model</vt:lpstr>
      <vt:lpstr>Running Simulations and evaluating models</vt:lpstr>
      <vt:lpstr>Evaluate the model </vt:lpstr>
      <vt:lpstr>Running Simulations and evaluating models</vt:lpstr>
      <vt:lpstr>Running Simulations and evaluating models</vt:lpstr>
      <vt:lpstr>Improving  this compound interest model</vt:lpstr>
      <vt:lpstr>Model extended to check for loan eligibility </vt:lpstr>
      <vt:lpstr>Decision Making Models</vt:lpstr>
      <vt:lpstr>Decision Trees</vt:lpstr>
      <vt:lpstr>Tennis Decision Tree</vt:lpstr>
      <vt:lpstr>Tennis Decision Tree</vt:lpstr>
      <vt:lpstr>Decision Tree</vt:lpstr>
      <vt:lpstr>The code for the decision tree</vt:lpstr>
      <vt:lpstr>The code for the decision tree</vt:lpstr>
      <vt:lpstr>The code for the decision tree</vt:lpstr>
      <vt:lpstr>The code for the decision tree</vt:lpstr>
      <vt:lpstr>The code for the decision tree</vt:lpstr>
      <vt:lpstr>Task 1</vt:lpstr>
      <vt:lpstr>Task 2</vt:lpstr>
      <vt:lpstr>Agent Based Modelling (HL)</vt:lpstr>
      <vt:lpstr>Real World ABM Exampes - HL</vt:lpstr>
      <vt:lpstr>Ant Model Pattern Example</vt:lpstr>
      <vt:lpstr>Ant Model</vt:lpstr>
      <vt:lpstr>Ant Model continued</vt:lpstr>
      <vt:lpstr>Benefits of Agent Based Modelling</vt:lpstr>
      <vt:lpstr>ABM and Emergent Behaviour</vt:lpstr>
      <vt:lpstr>Examples of ABM</vt:lpstr>
      <vt:lpstr>Excellent introduction to Agent Based Modeling (its 2 hours long)</vt:lpstr>
      <vt:lpstr>Agent Based Modelling Toolkits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Modelling and Simulation</dc:title>
  <dc:creator>Mr Harvey</dc:creator>
  <cp:lastModifiedBy>Pauline Smyth</cp:lastModifiedBy>
  <cp:revision>6</cp:revision>
  <dcterms:created xsi:type="dcterms:W3CDTF">2018-09-16T15:30:09Z</dcterms:created>
  <dcterms:modified xsi:type="dcterms:W3CDTF">2022-11-30T10:00:04Z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0x0101008D59C47FF1BBBD41944C27E755792B60</vt:lpwstr>
  </property>
</Properties>
</file>