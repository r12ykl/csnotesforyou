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8" r:id="rId3"/>
    <p:sldId id="275" r:id="rId4"/>
    <p:sldId id="265" r:id="rId5"/>
    <p:sldId id="263" r:id="rId6"/>
    <p:sldId id="274" r:id="rId7"/>
    <p:sldId id="261" r:id="rId8"/>
    <p:sldId id="264" r:id="rId9"/>
    <p:sldId id="262" r:id="rId10"/>
    <p:sldId id="268" r:id="rId11"/>
    <p:sldId id="269" r:id="rId12"/>
    <p:sldId id="270" r:id="rId13"/>
    <p:sldId id="271" r:id="rId14"/>
    <p:sldId id="266" r:id="rId15"/>
    <p:sldId id="267" r:id="rId16"/>
    <p:sldId id="272" r:id="rId17"/>
    <p:sldId id="273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93" r:id="rId26"/>
    <p:sldId id="285" r:id="rId27"/>
    <p:sldId id="284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4" r:id="rId36"/>
    <p:sldId id="295" r:id="rId37"/>
    <p:sldId id="297" r:id="rId38"/>
    <p:sldId id="298" r:id="rId39"/>
    <p:sldId id="280" r:id="rId40"/>
    <p:sldId id="299" r:id="rId41"/>
    <p:sldId id="300" r:id="rId42"/>
    <p:sldId id="301" r:id="rId43"/>
    <p:sldId id="302" r:id="rId44"/>
    <p:sldId id="303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55E3C0-2251-4446-9FA1-F92B6196B021}" v="400" dt="2022-10-11T22:00:24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>
        <p:scale>
          <a:sx n="86" d="100"/>
          <a:sy n="86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ine Smyth" userId="de5ce227-53e3-42c9-b7e0-2fb7785ba6f5" providerId="ADAL" clId="{6255E3C0-2251-4446-9FA1-F92B6196B021}"/>
    <pc:docChg chg="undo custSel addSld delSld modSld sldOrd">
      <pc:chgData name="Pauline Smyth" userId="de5ce227-53e3-42c9-b7e0-2fb7785ba6f5" providerId="ADAL" clId="{6255E3C0-2251-4446-9FA1-F92B6196B021}" dt="2022-10-16T19:10:00.802" v="5274" actId="14100"/>
      <pc:docMkLst>
        <pc:docMk/>
      </pc:docMkLst>
      <pc:sldChg chg="del">
        <pc:chgData name="Pauline Smyth" userId="de5ce227-53e3-42c9-b7e0-2fb7785ba6f5" providerId="ADAL" clId="{6255E3C0-2251-4446-9FA1-F92B6196B021}" dt="2022-10-11T22:18:01.570" v="5212" actId="47"/>
        <pc:sldMkLst>
          <pc:docMk/>
          <pc:sldMk cId="4156772890" sldId="257"/>
        </pc:sldMkLst>
      </pc:sldChg>
      <pc:sldChg chg="addSp delSp modSp mod">
        <pc:chgData name="Pauline Smyth" userId="de5ce227-53e3-42c9-b7e0-2fb7785ba6f5" providerId="ADAL" clId="{6255E3C0-2251-4446-9FA1-F92B6196B021}" dt="2022-10-09T10:02:50.389" v="987" actId="20577"/>
        <pc:sldMkLst>
          <pc:docMk/>
          <pc:sldMk cId="1522159960" sldId="258"/>
        </pc:sldMkLst>
        <pc:spChg chg="mod">
          <ac:chgData name="Pauline Smyth" userId="de5ce227-53e3-42c9-b7e0-2fb7785ba6f5" providerId="ADAL" clId="{6255E3C0-2251-4446-9FA1-F92B6196B021}" dt="2022-10-09T09:59:36.677" v="719" actId="20577"/>
          <ac:spMkLst>
            <pc:docMk/>
            <pc:sldMk cId="1522159960" sldId="258"/>
            <ac:spMk id="2" creationId="{803C15BE-D66B-4533-B136-2F0E0ABB2BD6}"/>
          </ac:spMkLst>
        </pc:spChg>
        <pc:spChg chg="mod">
          <ac:chgData name="Pauline Smyth" userId="de5ce227-53e3-42c9-b7e0-2fb7785ba6f5" providerId="ADAL" clId="{6255E3C0-2251-4446-9FA1-F92B6196B021}" dt="2022-10-09T10:02:50.389" v="987" actId="20577"/>
          <ac:spMkLst>
            <pc:docMk/>
            <pc:sldMk cId="1522159960" sldId="258"/>
            <ac:spMk id="3" creationId="{566B0A0D-3542-CE1E-CDB0-F7D81D7A990D}"/>
          </ac:spMkLst>
        </pc:spChg>
        <pc:picChg chg="add del mod">
          <ac:chgData name="Pauline Smyth" userId="de5ce227-53e3-42c9-b7e0-2fb7785ba6f5" providerId="ADAL" clId="{6255E3C0-2251-4446-9FA1-F92B6196B021}" dt="2022-10-09T09:04:01.376" v="9" actId="478"/>
          <ac:picMkLst>
            <pc:docMk/>
            <pc:sldMk cId="1522159960" sldId="258"/>
            <ac:picMk id="6" creationId="{DC1999AD-CE5B-D7E6-500A-02073A44FB38}"/>
          </ac:picMkLst>
        </pc:picChg>
        <pc:picChg chg="add del mod">
          <ac:chgData name="Pauline Smyth" userId="de5ce227-53e3-42c9-b7e0-2fb7785ba6f5" providerId="ADAL" clId="{6255E3C0-2251-4446-9FA1-F92B6196B021}" dt="2022-10-09T09:59:43.965" v="720" actId="478"/>
          <ac:picMkLst>
            <pc:docMk/>
            <pc:sldMk cId="1522159960" sldId="258"/>
            <ac:picMk id="8" creationId="{285F9AD8-B3D1-CF26-6FB2-90083935CD79}"/>
          </ac:picMkLst>
        </pc:picChg>
      </pc:sldChg>
      <pc:sldChg chg="del">
        <pc:chgData name="Pauline Smyth" userId="de5ce227-53e3-42c9-b7e0-2fb7785ba6f5" providerId="ADAL" clId="{6255E3C0-2251-4446-9FA1-F92B6196B021}" dt="2022-10-11T22:18:04.890" v="5213" actId="47"/>
        <pc:sldMkLst>
          <pc:docMk/>
          <pc:sldMk cId="2660321126" sldId="259"/>
        </pc:sldMkLst>
      </pc:sldChg>
      <pc:sldChg chg="del">
        <pc:chgData name="Pauline Smyth" userId="de5ce227-53e3-42c9-b7e0-2fb7785ba6f5" providerId="ADAL" clId="{6255E3C0-2251-4446-9FA1-F92B6196B021}" dt="2022-10-11T22:18:06.139" v="5214" actId="47"/>
        <pc:sldMkLst>
          <pc:docMk/>
          <pc:sldMk cId="2179173318" sldId="260"/>
        </pc:sldMkLst>
      </pc:sldChg>
      <pc:sldChg chg="add">
        <pc:chgData name="Pauline Smyth" userId="de5ce227-53e3-42c9-b7e0-2fb7785ba6f5" providerId="ADAL" clId="{6255E3C0-2251-4446-9FA1-F92B6196B021}" dt="2022-10-09T09:53:40.479" v="683"/>
        <pc:sldMkLst>
          <pc:docMk/>
          <pc:sldMk cId="1552304253" sldId="262"/>
        </pc:sldMkLst>
      </pc:sldChg>
      <pc:sldChg chg="del">
        <pc:chgData name="Pauline Smyth" userId="de5ce227-53e3-42c9-b7e0-2fb7785ba6f5" providerId="ADAL" clId="{6255E3C0-2251-4446-9FA1-F92B6196B021}" dt="2022-10-09T09:53:33.233" v="682" actId="2696"/>
        <pc:sldMkLst>
          <pc:docMk/>
          <pc:sldMk cId="3839915550" sldId="262"/>
        </pc:sldMkLst>
      </pc:sldChg>
      <pc:sldChg chg="add">
        <pc:chgData name="Pauline Smyth" userId="de5ce227-53e3-42c9-b7e0-2fb7785ba6f5" providerId="ADAL" clId="{6255E3C0-2251-4446-9FA1-F92B6196B021}" dt="2022-10-09T08:59:19.525" v="0" actId="2890"/>
        <pc:sldMkLst>
          <pc:docMk/>
          <pc:sldMk cId="3924381812" sldId="265"/>
        </pc:sldMkLst>
      </pc:sldChg>
      <pc:sldChg chg="addSp delSp modSp add mod">
        <pc:chgData name="Pauline Smyth" userId="de5ce227-53e3-42c9-b7e0-2fb7785ba6f5" providerId="ADAL" clId="{6255E3C0-2251-4446-9FA1-F92B6196B021}" dt="2022-10-09T09:31:09.069" v="548" actId="14100"/>
        <pc:sldMkLst>
          <pc:docMk/>
          <pc:sldMk cId="4264135797" sldId="266"/>
        </pc:sldMkLst>
        <pc:spChg chg="mod">
          <ac:chgData name="Pauline Smyth" userId="de5ce227-53e3-42c9-b7e0-2fb7785ba6f5" providerId="ADAL" clId="{6255E3C0-2251-4446-9FA1-F92B6196B021}" dt="2022-10-09T09:09:33.716" v="93" actId="20577"/>
          <ac:spMkLst>
            <pc:docMk/>
            <pc:sldMk cId="4264135797" sldId="266"/>
            <ac:spMk id="2" creationId="{08B27EC4-2CB0-D808-921E-F2F1D9D2F719}"/>
          </ac:spMkLst>
        </pc:spChg>
        <pc:spChg chg="mod">
          <ac:chgData name="Pauline Smyth" userId="de5ce227-53e3-42c9-b7e0-2fb7785ba6f5" providerId="ADAL" clId="{6255E3C0-2251-4446-9FA1-F92B6196B021}" dt="2022-10-09T09:19:13.979" v="334" actId="1076"/>
          <ac:spMkLst>
            <pc:docMk/>
            <pc:sldMk cId="4264135797" sldId="266"/>
            <ac:spMk id="3" creationId="{4C80FCC0-C928-EA10-65C0-2278A68C716C}"/>
          </ac:spMkLst>
        </pc:spChg>
        <pc:spChg chg="add mod">
          <ac:chgData name="Pauline Smyth" userId="de5ce227-53e3-42c9-b7e0-2fb7785ba6f5" providerId="ADAL" clId="{6255E3C0-2251-4446-9FA1-F92B6196B021}" dt="2022-10-09T09:29:11.805" v="522" actId="2710"/>
          <ac:spMkLst>
            <pc:docMk/>
            <pc:sldMk cId="4264135797" sldId="266"/>
            <ac:spMk id="6" creationId="{9D4D4668-52DA-0550-19F9-5394154686E7}"/>
          </ac:spMkLst>
        </pc:spChg>
        <pc:graphicFrameChg chg="add mod modGraphic">
          <ac:chgData name="Pauline Smyth" userId="de5ce227-53e3-42c9-b7e0-2fb7785ba6f5" providerId="ADAL" clId="{6255E3C0-2251-4446-9FA1-F92B6196B021}" dt="2022-10-09T09:28:58.683" v="520" actId="14734"/>
          <ac:graphicFrameMkLst>
            <pc:docMk/>
            <pc:sldMk cId="4264135797" sldId="266"/>
            <ac:graphicFrameMk id="4" creationId="{5F55FAC6-6254-C41F-9D0D-FC767FF9C46E}"/>
          </ac:graphicFrameMkLst>
        </pc:graphicFrameChg>
        <pc:picChg chg="del">
          <ac:chgData name="Pauline Smyth" userId="de5ce227-53e3-42c9-b7e0-2fb7785ba6f5" providerId="ADAL" clId="{6255E3C0-2251-4446-9FA1-F92B6196B021}" dt="2022-10-09T09:09:12.141" v="55" actId="478"/>
          <ac:picMkLst>
            <pc:docMk/>
            <pc:sldMk cId="4264135797" sldId="266"/>
            <ac:picMk id="5" creationId="{1579F0AE-3C7D-AEB7-0BEB-AC081632C858}"/>
          </ac:picMkLst>
        </pc:picChg>
        <pc:cxnChg chg="add mod">
          <ac:chgData name="Pauline Smyth" userId="de5ce227-53e3-42c9-b7e0-2fb7785ba6f5" providerId="ADAL" clId="{6255E3C0-2251-4446-9FA1-F92B6196B021}" dt="2022-10-09T09:29:53.476" v="525" actId="1582"/>
          <ac:cxnSpMkLst>
            <pc:docMk/>
            <pc:sldMk cId="4264135797" sldId="266"/>
            <ac:cxnSpMk id="8" creationId="{48B6B2DC-7796-0299-5ADB-308C0F8ECBBB}"/>
          </ac:cxnSpMkLst>
        </pc:cxnChg>
        <pc:cxnChg chg="add mod">
          <ac:chgData name="Pauline Smyth" userId="de5ce227-53e3-42c9-b7e0-2fb7785ba6f5" providerId="ADAL" clId="{6255E3C0-2251-4446-9FA1-F92B6196B021}" dt="2022-10-09T09:30:29.297" v="535" actId="14100"/>
          <ac:cxnSpMkLst>
            <pc:docMk/>
            <pc:sldMk cId="4264135797" sldId="266"/>
            <ac:cxnSpMk id="9" creationId="{2B6E6C1D-72C1-C5E8-787D-20BFF6511F2A}"/>
          </ac:cxnSpMkLst>
        </pc:cxnChg>
        <pc:cxnChg chg="add mod">
          <ac:chgData name="Pauline Smyth" userId="de5ce227-53e3-42c9-b7e0-2fb7785ba6f5" providerId="ADAL" clId="{6255E3C0-2251-4446-9FA1-F92B6196B021}" dt="2022-10-09T09:30:34.732" v="536" actId="14100"/>
          <ac:cxnSpMkLst>
            <pc:docMk/>
            <pc:sldMk cId="4264135797" sldId="266"/>
            <ac:cxnSpMk id="10" creationId="{51C94615-CB2D-C05B-6D8E-5D72AED65D4F}"/>
          </ac:cxnSpMkLst>
        </pc:cxnChg>
        <pc:cxnChg chg="add mod">
          <ac:chgData name="Pauline Smyth" userId="de5ce227-53e3-42c9-b7e0-2fb7785ba6f5" providerId="ADAL" clId="{6255E3C0-2251-4446-9FA1-F92B6196B021}" dt="2022-10-09T09:30:19.156" v="532" actId="14100"/>
          <ac:cxnSpMkLst>
            <pc:docMk/>
            <pc:sldMk cId="4264135797" sldId="266"/>
            <ac:cxnSpMk id="11" creationId="{10AE3724-E39B-8ABC-7346-3ED8BA428677}"/>
          </ac:cxnSpMkLst>
        </pc:cxnChg>
        <pc:cxnChg chg="add mod">
          <ac:chgData name="Pauline Smyth" userId="de5ce227-53e3-42c9-b7e0-2fb7785ba6f5" providerId="ADAL" clId="{6255E3C0-2251-4446-9FA1-F92B6196B021}" dt="2022-10-09T09:30:44.838" v="539" actId="14100"/>
          <ac:cxnSpMkLst>
            <pc:docMk/>
            <pc:sldMk cId="4264135797" sldId="266"/>
            <ac:cxnSpMk id="17" creationId="{B2D27681-65F2-B102-61FB-04A9F4BE0EF6}"/>
          </ac:cxnSpMkLst>
        </pc:cxnChg>
        <pc:cxnChg chg="add mod">
          <ac:chgData name="Pauline Smyth" userId="de5ce227-53e3-42c9-b7e0-2fb7785ba6f5" providerId="ADAL" clId="{6255E3C0-2251-4446-9FA1-F92B6196B021}" dt="2022-10-09T09:30:51.823" v="542" actId="14100"/>
          <ac:cxnSpMkLst>
            <pc:docMk/>
            <pc:sldMk cId="4264135797" sldId="266"/>
            <ac:cxnSpMk id="19" creationId="{B39D4832-7FEA-B337-7687-84902ADB2822}"/>
          </ac:cxnSpMkLst>
        </pc:cxnChg>
        <pc:cxnChg chg="add mod">
          <ac:chgData name="Pauline Smyth" userId="de5ce227-53e3-42c9-b7e0-2fb7785ba6f5" providerId="ADAL" clId="{6255E3C0-2251-4446-9FA1-F92B6196B021}" dt="2022-10-09T09:31:00.325" v="545" actId="14100"/>
          <ac:cxnSpMkLst>
            <pc:docMk/>
            <pc:sldMk cId="4264135797" sldId="266"/>
            <ac:cxnSpMk id="21" creationId="{B49ADE7D-9E3B-10A4-8C03-74E7CC23C910}"/>
          </ac:cxnSpMkLst>
        </pc:cxnChg>
        <pc:cxnChg chg="add mod">
          <ac:chgData name="Pauline Smyth" userId="de5ce227-53e3-42c9-b7e0-2fb7785ba6f5" providerId="ADAL" clId="{6255E3C0-2251-4446-9FA1-F92B6196B021}" dt="2022-10-09T09:31:09.069" v="548" actId="14100"/>
          <ac:cxnSpMkLst>
            <pc:docMk/>
            <pc:sldMk cId="4264135797" sldId="266"/>
            <ac:cxnSpMk id="23" creationId="{7023E119-862D-E91D-DE31-A01309708980}"/>
          </ac:cxnSpMkLst>
        </pc:cxnChg>
      </pc:sldChg>
      <pc:sldChg chg="addSp delSp modSp add mod">
        <pc:chgData name="Pauline Smyth" userId="de5ce227-53e3-42c9-b7e0-2fb7785ba6f5" providerId="ADAL" clId="{6255E3C0-2251-4446-9FA1-F92B6196B021}" dt="2022-10-09T09:36:20.566" v="617" actId="2710"/>
        <pc:sldMkLst>
          <pc:docMk/>
          <pc:sldMk cId="4091734899" sldId="267"/>
        </pc:sldMkLst>
        <pc:spChg chg="mod">
          <ac:chgData name="Pauline Smyth" userId="de5ce227-53e3-42c9-b7e0-2fb7785ba6f5" providerId="ADAL" clId="{6255E3C0-2251-4446-9FA1-F92B6196B021}" dt="2022-10-09T09:32:09.763" v="564" actId="20577"/>
          <ac:spMkLst>
            <pc:docMk/>
            <pc:sldMk cId="4091734899" sldId="267"/>
            <ac:spMk id="2" creationId="{08B27EC4-2CB0-D808-921E-F2F1D9D2F719}"/>
          </ac:spMkLst>
        </pc:spChg>
        <pc:spChg chg="del mod">
          <ac:chgData name="Pauline Smyth" userId="de5ce227-53e3-42c9-b7e0-2fb7785ba6f5" providerId="ADAL" clId="{6255E3C0-2251-4446-9FA1-F92B6196B021}" dt="2022-10-09T09:31:38.019" v="551" actId="478"/>
          <ac:spMkLst>
            <pc:docMk/>
            <pc:sldMk cId="4091734899" sldId="267"/>
            <ac:spMk id="3" creationId="{4C80FCC0-C928-EA10-65C0-2278A68C716C}"/>
          </ac:spMkLst>
        </pc:spChg>
        <pc:spChg chg="del">
          <ac:chgData name="Pauline Smyth" userId="de5ce227-53e3-42c9-b7e0-2fb7785ba6f5" providerId="ADAL" clId="{6255E3C0-2251-4446-9FA1-F92B6196B021}" dt="2022-10-09T09:32:00.854" v="557" actId="478"/>
          <ac:spMkLst>
            <pc:docMk/>
            <pc:sldMk cId="4091734899" sldId="267"/>
            <ac:spMk id="6" creationId="{9D4D4668-52DA-0550-19F9-5394154686E7}"/>
          </ac:spMkLst>
        </pc:spChg>
        <pc:spChg chg="add del mod">
          <ac:chgData name="Pauline Smyth" userId="de5ce227-53e3-42c9-b7e0-2fb7785ba6f5" providerId="ADAL" clId="{6255E3C0-2251-4446-9FA1-F92B6196B021}" dt="2022-10-09T09:31:40.578" v="552" actId="478"/>
          <ac:spMkLst>
            <pc:docMk/>
            <pc:sldMk cId="4091734899" sldId="267"/>
            <ac:spMk id="7" creationId="{8EBC74F0-93EA-573C-3CA1-84E891F23C59}"/>
          </ac:spMkLst>
        </pc:spChg>
        <pc:spChg chg="add mod">
          <ac:chgData name="Pauline Smyth" userId="de5ce227-53e3-42c9-b7e0-2fb7785ba6f5" providerId="ADAL" clId="{6255E3C0-2251-4446-9FA1-F92B6196B021}" dt="2022-10-09T09:36:20.566" v="617" actId="2710"/>
          <ac:spMkLst>
            <pc:docMk/>
            <pc:sldMk cId="4091734899" sldId="267"/>
            <ac:spMk id="12" creationId="{1AE8E644-C178-33D3-BE66-56EA10BA8075}"/>
          </ac:spMkLst>
        </pc:spChg>
        <pc:graphicFrameChg chg="mod modGraphic">
          <ac:chgData name="Pauline Smyth" userId="de5ce227-53e3-42c9-b7e0-2fb7785ba6f5" providerId="ADAL" clId="{6255E3C0-2251-4446-9FA1-F92B6196B021}" dt="2022-10-09T09:33:02.708" v="572" actId="14100"/>
          <ac:graphicFrameMkLst>
            <pc:docMk/>
            <pc:sldMk cId="4091734899" sldId="267"/>
            <ac:graphicFrameMk id="4" creationId="{5F55FAC6-6254-C41F-9D0D-FC767FF9C46E}"/>
          </ac:graphicFrameMkLst>
        </pc:graphicFrameChg>
        <pc:cxnChg chg="del">
          <ac:chgData name="Pauline Smyth" userId="de5ce227-53e3-42c9-b7e0-2fb7785ba6f5" providerId="ADAL" clId="{6255E3C0-2251-4446-9FA1-F92B6196B021}" dt="2022-10-09T09:31:55.424" v="556" actId="478"/>
          <ac:cxnSpMkLst>
            <pc:docMk/>
            <pc:sldMk cId="4091734899" sldId="267"/>
            <ac:cxnSpMk id="8" creationId="{48B6B2DC-7796-0299-5ADB-308C0F8ECBBB}"/>
          </ac:cxnSpMkLst>
        </pc:cxnChg>
        <pc:cxnChg chg="del">
          <ac:chgData name="Pauline Smyth" userId="de5ce227-53e3-42c9-b7e0-2fb7785ba6f5" providerId="ADAL" clId="{6255E3C0-2251-4446-9FA1-F92B6196B021}" dt="2022-10-09T09:31:55.424" v="556" actId="478"/>
          <ac:cxnSpMkLst>
            <pc:docMk/>
            <pc:sldMk cId="4091734899" sldId="267"/>
            <ac:cxnSpMk id="9" creationId="{2B6E6C1D-72C1-C5E8-787D-20BFF6511F2A}"/>
          </ac:cxnSpMkLst>
        </pc:cxnChg>
        <pc:cxnChg chg="del">
          <ac:chgData name="Pauline Smyth" userId="de5ce227-53e3-42c9-b7e0-2fb7785ba6f5" providerId="ADAL" clId="{6255E3C0-2251-4446-9FA1-F92B6196B021}" dt="2022-10-09T09:31:55.424" v="556" actId="478"/>
          <ac:cxnSpMkLst>
            <pc:docMk/>
            <pc:sldMk cId="4091734899" sldId="267"/>
            <ac:cxnSpMk id="10" creationId="{51C94615-CB2D-C05B-6D8E-5D72AED65D4F}"/>
          </ac:cxnSpMkLst>
        </pc:cxnChg>
        <pc:cxnChg chg="del">
          <ac:chgData name="Pauline Smyth" userId="de5ce227-53e3-42c9-b7e0-2fb7785ba6f5" providerId="ADAL" clId="{6255E3C0-2251-4446-9FA1-F92B6196B021}" dt="2022-10-09T09:31:55.424" v="556" actId="478"/>
          <ac:cxnSpMkLst>
            <pc:docMk/>
            <pc:sldMk cId="4091734899" sldId="267"/>
            <ac:cxnSpMk id="11" creationId="{10AE3724-E39B-8ABC-7346-3ED8BA428677}"/>
          </ac:cxnSpMkLst>
        </pc:cxnChg>
        <pc:cxnChg chg="del">
          <ac:chgData name="Pauline Smyth" userId="de5ce227-53e3-42c9-b7e0-2fb7785ba6f5" providerId="ADAL" clId="{6255E3C0-2251-4446-9FA1-F92B6196B021}" dt="2022-10-09T09:31:55.424" v="556" actId="478"/>
          <ac:cxnSpMkLst>
            <pc:docMk/>
            <pc:sldMk cId="4091734899" sldId="267"/>
            <ac:cxnSpMk id="17" creationId="{B2D27681-65F2-B102-61FB-04A9F4BE0EF6}"/>
          </ac:cxnSpMkLst>
        </pc:cxnChg>
        <pc:cxnChg chg="del">
          <ac:chgData name="Pauline Smyth" userId="de5ce227-53e3-42c9-b7e0-2fb7785ba6f5" providerId="ADAL" clId="{6255E3C0-2251-4446-9FA1-F92B6196B021}" dt="2022-10-09T09:31:55.424" v="556" actId="478"/>
          <ac:cxnSpMkLst>
            <pc:docMk/>
            <pc:sldMk cId="4091734899" sldId="267"/>
            <ac:cxnSpMk id="19" creationId="{B39D4832-7FEA-B337-7687-84902ADB2822}"/>
          </ac:cxnSpMkLst>
        </pc:cxnChg>
        <pc:cxnChg chg="del">
          <ac:chgData name="Pauline Smyth" userId="de5ce227-53e3-42c9-b7e0-2fb7785ba6f5" providerId="ADAL" clId="{6255E3C0-2251-4446-9FA1-F92B6196B021}" dt="2022-10-09T09:31:55.424" v="556" actId="478"/>
          <ac:cxnSpMkLst>
            <pc:docMk/>
            <pc:sldMk cId="4091734899" sldId="267"/>
            <ac:cxnSpMk id="21" creationId="{B49ADE7D-9E3B-10A4-8C03-74E7CC23C910}"/>
          </ac:cxnSpMkLst>
        </pc:cxnChg>
        <pc:cxnChg chg="del">
          <ac:chgData name="Pauline Smyth" userId="de5ce227-53e3-42c9-b7e0-2fb7785ba6f5" providerId="ADAL" clId="{6255E3C0-2251-4446-9FA1-F92B6196B021}" dt="2022-10-09T09:31:55.424" v="556" actId="478"/>
          <ac:cxnSpMkLst>
            <pc:docMk/>
            <pc:sldMk cId="4091734899" sldId="267"/>
            <ac:cxnSpMk id="23" creationId="{7023E119-862D-E91D-DE31-A01309708980}"/>
          </ac:cxnSpMkLst>
        </pc:cxnChg>
      </pc:sldChg>
      <pc:sldChg chg="addSp delSp modSp add mod ord">
        <pc:chgData name="Pauline Smyth" userId="de5ce227-53e3-42c9-b7e0-2fb7785ba6f5" providerId="ADAL" clId="{6255E3C0-2251-4446-9FA1-F92B6196B021}" dt="2022-10-09T09:39:45.699" v="649"/>
        <pc:sldMkLst>
          <pc:docMk/>
          <pc:sldMk cId="1066354205" sldId="268"/>
        </pc:sldMkLst>
        <pc:spChg chg="mod">
          <ac:chgData name="Pauline Smyth" userId="de5ce227-53e3-42c9-b7e0-2fb7785ba6f5" providerId="ADAL" clId="{6255E3C0-2251-4446-9FA1-F92B6196B021}" dt="2022-10-09T09:38:04.625" v="642" actId="20577"/>
          <ac:spMkLst>
            <pc:docMk/>
            <pc:sldMk cId="1066354205" sldId="268"/>
            <ac:spMk id="2" creationId="{08B27EC4-2CB0-D808-921E-F2F1D9D2F719}"/>
          </ac:spMkLst>
        </pc:spChg>
        <pc:spChg chg="del">
          <ac:chgData name="Pauline Smyth" userId="de5ce227-53e3-42c9-b7e0-2fb7785ba6f5" providerId="ADAL" clId="{6255E3C0-2251-4446-9FA1-F92B6196B021}" dt="2022-10-09T09:37:55.518" v="620" actId="478"/>
          <ac:spMkLst>
            <pc:docMk/>
            <pc:sldMk cId="1066354205" sldId="268"/>
            <ac:spMk id="12" creationId="{1AE8E644-C178-33D3-BE66-56EA10BA8075}"/>
          </ac:spMkLst>
        </pc:spChg>
        <pc:graphicFrameChg chg="del">
          <ac:chgData name="Pauline Smyth" userId="de5ce227-53e3-42c9-b7e0-2fb7785ba6f5" providerId="ADAL" clId="{6255E3C0-2251-4446-9FA1-F92B6196B021}" dt="2022-10-09T09:37:52.081" v="619" actId="478"/>
          <ac:graphicFrameMkLst>
            <pc:docMk/>
            <pc:sldMk cId="1066354205" sldId="268"/>
            <ac:graphicFrameMk id="4" creationId="{5F55FAC6-6254-C41F-9D0D-FC767FF9C46E}"/>
          </ac:graphicFrameMkLst>
        </pc:graphicFrameChg>
        <pc:picChg chg="add mod">
          <ac:chgData name="Pauline Smyth" userId="de5ce227-53e3-42c9-b7e0-2fb7785ba6f5" providerId="ADAL" clId="{6255E3C0-2251-4446-9FA1-F92B6196B021}" dt="2022-10-09T09:38:13.439" v="645" actId="14100"/>
          <ac:picMkLst>
            <pc:docMk/>
            <pc:sldMk cId="1066354205" sldId="268"/>
            <ac:picMk id="5" creationId="{84D803C2-F4EA-D096-1386-7599BDE1C101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09T09:40:16.795" v="655" actId="14100"/>
        <pc:sldMkLst>
          <pc:docMk/>
          <pc:sldMk cId="3298005427" sldId="269"/>
        </pc:sldMkLst>
        <pc:picChg chg="add mod">
          <ac:chgData name="Pauline Smyth" userId="de5ce227-53e3-42c9-b7e0-2fb7785ba6f5" providerId="ADAL" clId="{6255E3C0-2251-4446-9FA1-F92B6196B021}" dt="2022-10-09T09:40:16.795" v="655" actId="14100"/>
          <ac:picMkLst>
            <pc:docMk/>
            <pc:sldMk cId="3298005427" sldId="269"/>
            <ac:picMk id="4" creationId="{80A458A6-B6AD-5D85-B043-D4AA0DA5C894}"/>
          </ac:picMkLst>
        </pc:picChg>
        <pc:picChg chg="del">
          <ac:chgData name="Pauline Smyth" userId="de5ce227-53e3-42c9-b7e0-2fb7785ba6f5" providerId="ADAL" clId="{6255E3C0-2251-4446-9FA1-F92B6196B021}" dt="2022-10-09T09:39:51.264" v="651" actId="478"/>
          <ac:picMkLst>
            <pc:docMk/>
            <pc:sldMk cId="3298005427" sldId="269"/>
            <ac:picMk id="5" creationId="{84D803C2-F4EA-D096-1386-7599BDE1C101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09T09:49:49.482" v="671" actId="14100"/>
        <pc:sldMkLst>
          <pc:docMk/>
          <pc:sldMk cId="71027329" sldId="270"/>
        </pc:sldMkLst>
        <pc:picChg chg="del">
          <ac:chgData name="Pauline Smyth" userId="de5ce227-53e3-42c9-b7e0-2fb7785ba6f5" providerId="ADAL" clId="{6255E3C0-2251-4446-9FA1-F92B6196B021}" dt="2022-10-09T09:47:01.196" v="657" actId="478"/>
          <ac:picMkLst>
            <pc:docMk/>
            <pc:sldMk cId="71027329" sldId="270"/>
            <ac:picMk id="4" creationId="{80A458A6-B6AD-5D85-B043-D4AA0DA5C894}"/>
          </ac:picMkLst>
        </pc:picChg>
        <pc:picChg chg="add del mod">
          <ac:chgData name="Pauline Smyth" userId="de5ce227-53e3-42c9-b7e0-2fb7785ba6f5" providerId="ADAL" clId="{6255E3C0-2251-4446-9FA1-F92B6196B021}" dt="2022-10-09T09:48:28.101" v="663" actId="478"/>
          <ac:picMkLst>
            <pc:docMk/>
            <pc:sldMk cId="71027329" sldId="270"/>
            <ac:picMk id="5" creationId="{F49D43BD-99BC-B30E-B6C1-A1147FACF010}"/>
          </ac:picMkLst>
        </pc:picChg>
        <pc:picChg chg="add mod">
          <ac:chgData name="Pauline Smyth" userId="de5ce227-53e3-42c9-b7e0-2fb7785ba6f5" providerId="ADAL" clId="{6255E3C0-2251-4446-9FA1-F92B6196B021}" dt="2022-10-09T09:49:06.196" v="668" actId="14100"/>
          <ac:picMkLst>
            <pc:docMk/>
            <pc:sldMk cId="71027329" sldId="270"/>
            <ac:picMk id="7" creationId="{44ECA5C2-D634-7F51-EADB-39BF44E63ADE}"/>
          </ac:picMkLst>
        </pc:picChg>
        <pc:picChg chg="add mod">
          <ac:chgData name="Pauline Smyth" userId="de5ce227-53e3-42c9-b7e0-2fb7785ba6f5" providerId="ADAL" clId="{6255E3C0-2251-4446-9FA1-F92B6196B021}" dt="2022-10-09T09:48:59.997" v="666" actId="14100"/>
          <ac:picMkLst>
            <pc:docMk/>
            <pc:sldMk cId="71027329" sldId="270"/>
            <ac:picMk id="9" creationId="{8089AE37-6071-7260-9992-4E7288C766F3}"/>
          </ac:picMkLst>
        </pc:picChg>
        <pc:picChg chg="add mod">
          <ac:chgData name="Pauline Smyth" userId="de5ce227-53e3-42c9-b7e0-2fb7785ba6f5" providerId="ADAL" clId="{6255E3C0-2251-4446-9FA1-F92B6196B021}" dt="2022-10-09T09:49:49.482" v="671" actId="14100"/>
          <ac:picMkLst>
            <pc:docMk/>
            <pc:sldMk cId="71027329" sldId="270"/>
            <ac:picMk id="11" creationId="{1DDAB484-11EE-0FED-0F99-634ECD26AB1B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09T09:50:38.278" v="678" actId="14100"/>
        <pc:sldMkLst>
          <pc:docMk/>
          <pc:sldMk cId="1098179211" sldId="271"/>
        </pc:sldMkLst>
        <pc:picChg chg="add mod">
          <ac:chgData name="Pauline Smyth" userId="de5ce227-53e3-42c9-b7e0-2fb7785ba6f5" providerId="ADAL" clId="{6255E3C0-2251-4446-9FA1-F92B6196B021}" dt="2022-10-09T09:50:38.278" v="678" actId="14100"/>
          <ac:picMkLst>
            <pc:docMk/>
            <pc:sldMk cId="1098179211" sldId="271"/>
            <ac:picMk id="4" creationId="{508A411D-FBB1-95F8-FD28-B5F895D8D063}"/>
          </ac:picMkLst>
        </pc:picChg>
        <pc:picChg chg="del">
          <ac:chgData name="Pauline Smyth" userId="de5ce227-53e3-42c9-b7e0-2fb7785ba6f5" providerId="ADAL" clId="{6255E3C0-2251-4446-9FA1-F92B6196B021}" dt="2022-10-09T09:50:03.577" v="674" actId="478"/>
          <ac:picMkLst>
            <pc:docMk/>
            <pc:sldMk cId="1098179211" sldId="271"/>
            <ac:picMk id="7" creationId="{44ECA5C2-D634-7F51-EADB-39BF44E63ADE}"/>
          </ac:picMkLst>
        </pc:picChg>
        <pc:picChg chg="del">
          <ac:chgData name="Pauline Smyth" userId="de5ce227-53e3-42c9-b7e0-2fb7785ba6f5" providerId="ADAL" clId="{6255E3C0-2251-4446-9FA1-F92B6196B021}" dt="2022-10-09T09:50:01.464" v="673" actId="478"/>
          <ac:picMkLst>
            <pc:docMk/>
            <pc:sldMk cId="1098179211" sldId="271"/>
            <ac:picMk id="9" creationId="{8089AE37-6071-7260-9992-4E7288C766F3}"/>
          </ac:picMkLst>
        </pc:picChg>
        <pc:picChg chg="del">
          <ac:chgData name="Pauline Smyth" userId="de5ce227-53e3-42c9-b7e0-2fb7785ba6f5" providerId="ADAL" clId="{6255E3C0-2251-4446-9FA1-F92B6196B021}" dt="2022-10-09T09:50:05.349" v="675" actId="478"/>
          <ac:picMkLst>
            <pc:docMk/>
            <pc:sldMk cId="1098179211" sldId="271"/>
            <ac:picMk id="11" creationId="{1DDAB484-11EE-0FED-0F99-634ECD26AB1B}"/>
          </ac:picMkLst>
        </pc:picChg>
      </pc:sldChg>
      <pc:sldChg chg="addSp delSp modSp add mod ord">
        <pc:chgData name="Pauline Smyth" userId="de5ce227-53e3-42c9-b7e0-2fb7785ba6f5" providerId="ADAL" clId="{6255E3C0-2251-4446-9FA1-F92B6196B021}" dt="2022-10-09T09:55:07.025" v="688" actId="14100"/>
        <pc:sldMkLst>
          <pc:docMk/>
          <pc:sldMk cId="2883667111" sldId="272"/>
        </pc:sldMkLst>
        <pc:picChg chg="del">
          <ac:chgData name="Pauline Smyth" userId="de5ce227-53e3-42c9-b7e0-2fb7785ba6f5" providerId="ADAL" clId="{6255E3C0-2251-4446-9FA1-F92B6196B021}" dt="2022-10-09T09:54:24.749" v="684" actId="478"/>
          <ac:picMkLst>
            <pc:docMk/>
            <pc:sldMk cId="2883667111" sldId="272"/>
            <ac:picMk id="4" creationId="{508A411D-FBB1-95F8-FD28-B5F895D8D063}"/>
          </ac:picMkLst>
        </pc:picChg>
        <pc:picChg chg="add mod">
          <ac:chgData name="Pauline Smyth" userId="de5ce227-53e3-42c9-b7e0-2fb7785ba6f5" providerId="ADAL" clId="{6255E3C0-2251-4446-9FA1-F92B6196B021}" dt="2022-10-09T09:55:07.025" v="688" actId="14100"/>
          <ac:picMkLst>
            <pc:docMk/>
            <pc:sldMk cId="2883667111" sldId="272"/>
            <ac:picMk id="5" creationId="{926992FE-3FD7-4102-72A0-E7AFC4D1442D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09T09:56:43.737" v="693" actId="14100"/>
        <pc:sldMkLst>
          <pc:docMk/>
          <pc:sldMk cId="776788080" sldId="273"/>
        </pc:sldMkLst>
        <pc:picChg chg="add mod">
          <ac:chgData name="Pauline Smyth" userId="de5ce227-53e3-42c9-b7e0-2fb7785ba6f5" providerId="ADAL" clId="{6255E3C0-2251-4446-9FA1-F92B6196B021}" dt="2022-10-09T09:56:43.737" v="693" actId="14100"/>
          <ac:picMkLst>
            <pc:docMk/>
            <pc:sldMk cId="776788080" sldId="273"/>
            <ac:picMk id="4" creationId="{99B3A842-D5B4-AF19-D421-DBE97AF351DE}"/>
          </ac:picMkLst>
        </pc:picChg>
        <pc:picChg chg="del">
          <ac:chgData name="Pauline Smyth" userId="de5ce227-53e3-42c9-b7e0-2fb7785ba6f5" providerId="ADAL" clId="{6255E3C0-2251-4446-9FA1-F92B6196B021}" dt="2022-10-09T09:56:36.915" v="690" actId="478"/>
          <ac:picMkLst>
            <pc:docMk/>
            <pc:sldMk cId="776788080" sldId="273"/>
            <ac:picMk id="5" creationId="{926992FE-3FD7-4102-72A0-E7AFC4D1442D}"/>
          </ac:picMkLst>
        </pc:picChg>
      </pc:sldChg>
      <pc:sldChg chg="addSp delSp modSp add mod ord">
        <pc:chgData name="Pauline Smyth" userId="de5ce227-53e3-42c9-b7e0-2fb7785ba6f5" providerId="ADAL" clId="{6255E3C0-2251-4446-9FA1-F92B6196B021}" dt="2022-10-09T09:58:15.093" v="700" actId="14100"/>
        <pc:sldMkLst>
          <pc:docMk/>
          <pc:sldMk cId="2189887490" sldId="274"/>
        </pc:sldMkLst>
        <pc:picChg chg="add mod">
          <ac:chgData name="Pauline Smyth" userId="de5ce227-53e3-42c9-b7e0-2fb7785ba6f5" providerId="ADAL" clId="{6255E3C0-2251-4446-9FA1-F92B6196B021}" dt="2022-10-09T09:58:15.093" v="700" actId="14100"/>
          <ac:picMkLst>
            <pc:docMk/>
            <pc:sldMk cId="2189887490" sldId="274"/>
            <ac:picMk id="4" creationId="{6E785E17-D1D4-CD86-B530-81AE02CD4804}"/>
          </ac:picMkLst>
        </pc:picChg>
        <pc:picChg chg="del">
          <ac:chgData name="Pauline Smyth" userId="de5ce227-53e3-42c9-b7e0-2fb7785ba6f5" providerId="ADAL" clId="{6255E3C0-2251-4446-9FA1-F92B6196B021}" dt="2022-10-09T09:58:09.244" v="697" actId="478"/>
          <ac:picMkLst>
            <pc:docMk/>
            <pc:sldMk cId="2189887490" sldId="274"/>
            <ac:picMk id="5" creationId="{84D803C2-F4EA-D096-1386-7599BDE1C101}"/>
          </ac:picMkLst>
        </pc:picChg>
      </pc:sldChg>
      <pc:sldChg chg="add">
        <pc:chgData name="Pauline Smyth" userId="de5ce227-53e3-42c9-b7e0-2fb7785ba6f5" providerId="ADAL" clId="{6255E3C0-2251-4446-9FA1-F92B6196B021}" dt="2022-10-09T09:59:27.490" v="701" actId="2890"/>
        <pc:sldMkLst>
          <pc:docMk/>
          <pc:sldMk cId="492129833" sldId="275"/>
        </pc:sldMkLst>
      </pc:sldChg>
      <pc:sldChg chg="delSp modSp add mod ord">
        <pc:chgData name="Pauline Smyth" userId="de5ce227-53e3-42c9-b7e0-2fb7785ba6f5" providerId="ADAL" clId="{6255E3C0-2251-4446-9FA1-F92B6196B021}" dt="2022-10-11T21:37:34.782" v="4285" actId="12"/>
        <pc:sldMkLst>
          <pc:docMk/>
          <pc:sldMk cId="1716862502" sldId="276"/>
        </pc:sldMkLst>
        <pc:spChg chg="mod">
          <ac:chgData name="Pauline Smyth" userId="de5ce227-53e3-42c9-b7e0-2fb7785ba6f5" providerId="ADAL" clId="{6255E3C0-2251-4446-9FA1-F92B6196B021}" dt="2022-10-11T11:25:56.280" v="1079" actId="1076"/>
          <ac:spMkLst>
            <pc:docMk/>
            <pc:sldMk cId="1716862502" sldId="276"/>
            <ac:spMk id="2" creationId="{08B27EC4-2CB0-D808-921E-F2F1D9D2F719}"/>
          </ac:spMkLst>
        </pc:spChg>
        <pc:spChg chg="mod">
          <ac:chgData name="Pauline Smyth" userId="de5ce227-53e3-42c9-b7e0-2fb7785ba6f5" providerId="ADAL" clId="{6255E3C0-2251-4446-9FA1-F92B6196B021}" dt="2022-10-11T21:37:34.782" v="4285" actId="12"/>
          <ac:spMkLst>
            <pc:docMk/>
            <pc:sldMk cId="1716862502" sldId="276"/>
            <ac:spMk id="12" creationId="{1AE8E644-C178-33D3-BE66-56EA10BA8075}"/>
          </ac:spMkLst>
        </pc:spChg>
        <pc:graphicFrameChg chg="del">
          <ac:chgData name="Pauline Smyth" userId="de5ce227-53e3-42c9-b7e0-2fb7785ba6f5" providerId="ADAL" clId="{6255E3C0-2251-4446-9FA1-F92B6196B021}" dt="2022-10-11T11:20:53.223" v="1008" actId="478"/>
          <ac:graphicFrameMkLst>
            <pc:docMk/>
            <pc:sldMk cId="1716862502" sldId="276"/>
            <ac:graphicFrameMk id="4" creationId="{5F55FAC6-6254-C41F-9D0D-FC767FF9C46E}"/>
          </ac:graphicFrameMkLst>
        </pc:graphicFrameChg>
      </pc:sldChg>
      <pc:sldChg chg="addSp delSp modSp add mod setBg setClrOvrMap">
        <pc:chgData name="Pauline Smyth" userId="de5ce227-53e3-42c9-b7e0-2fb7785ba6f5" providerId="ADAL" clId="{6255E3C0-2251-4446-9FA1-F92B6196B021}" dt="2022-10-11T11:29:18.909" v="1096" actId="14100"/>
        <pc:sldMkLst>
          <pc:docMk/>
          <pc:sldMk cId="1054600022" sldId="277"/>
        </pc:sldMkLst>
        <pc:spChg chg="mod">
          <ac:chgData name="Pauline Smyth" userId="de5ce227-53e3-42c9-b7e0-2fb7785ba6f5" providerId="ADAL" clId="{6255E3C0-2251-4446-9FA1-F92B6196B021}" dt="2022-10-11T11:28:44.059" v="1091" actId="1076"/>
          <ac:spMkLst>
            <pc:docMk/>
            <pc:sldMk cId="1054600022" sldId="277"/>
            <ac:spMk id="2" creationId="{08B27EC4-2CB0-D808-921E-F2F1D9D2F719}"/>
          </ac:spMkLst>
        </pc:spChg>
        <pc:spChg chg="add mod">
          <ac:chgData name="Pauline Smyth" userId="de5ce227-53e3-42c9-b7e0-2fb7785ba6f5" providerId="ADAL" clId="{6255E3C0-2251-4446-9FA1-F92B6196B021}" dt="2022-10-11T11:28:58.920" v="1095" actId="403"/>
          <ac:spMkLst>
            <pc:docMk/>
            <pc:sldMk cId="1054600022" sldId="277"/>
            <ac:spMk id="3" creationId="{5ECFFCA0-D7DA-74E3-D3C8-B4B05CE764D7}"/>
          </ac:spMkLst>
        </pc:spChg>
        <pc:spChg chg="add">
          <ac:chgData name="Pauline Smyth" userId="de5ce227-53e3-42c9-b7e0-2fb7785ba6f5" providerId="ADAL" clId="{6255E3C0-2251-4446-9FA1-F92B6196B021}" dt="2022-10-11T11:28:33.844" v="1090" actId="26606"/>
          <ac:spMkLst>
            <pc:docMk/>
            <pc:sldMk cId="1054600022" sldId="277"/>
            <ac:spMk id="7" creationId="{FAA0F719-3DC8-4F08-AD8F-5A845658CB9D}"/>
          </ac:spMkLst>
        </pc:spChg>
        <pc:spChg chg="add">
          <ac:chgData name="Pauline Smyth" userId="de5ce227-53e3-42c9-b7e0-2fb7785ba6f5" providerId="ADAL" clId="{6255E3C0-2251-4446-9FA1-F92B6196B021}" dt="2022-10-11T11:28:33.844" v="1090" actId="26606"/>
          <ac:spMkLst>
            <pc:docMk/>
            <pc:sldMk cId="1054600022" sldId="277"/>
            <ac:spMk id="10" creationId="{5F3FC718-FDE3-4EF7-921E-A5F374EAF824}"/>
          </ac:spMkLst>
        </pc:spChg>
        <pc:spChg chg="del mod">
          <ac:chgData name="Pauline Smyth" userId="de5ce227-53e3-42c9-b7e0-2fb7785ba6f5" providerId="ADAL" clId="{6255E3C0-2251-4446-9FA1-F92B6196B021}" dt="2022-10-11T11:27:03.976" v="1083"/>
          <ac:spMkLst>
            <pc:docMk/>
            <pc:sldMk cId="1054600022" sldId="277"/>
            <ac:spMk id="12" creationId="{1AE8E644-C178-33D3-BE66-56EA10BA8075}"/>
          </ac:spMkLst>
        </pc:spChg>
        <pc:spChg chg="add">
          <ac:chgData name="Pauline Smyth" userId="de5ce227-53e3-42c9-b7e0-2fb7785ba6f5" providerId="ADAL" clId="{6255E3C0-2251-4446-9FA1-F92B6196B021}" dt="2022-10-11T11:28:33.844" v="1090" actId="26606"/>
          <ac:spMkLst>
            <pc:docMk/>
            <pc:sldMk cId="1054600022" sldId="277"/>
            <ac:spMk id="14" creationId="{7DCB61BE-FA0F-4EFB-BE0E-268BAD8E30D6}"/>
          </ac:spMkLst>
        </pc:spChg>
        <pc:spChg chg="add">
          <ac:chgData name="Pauline Smyth" userId="de5ce227-53e3-42c9-b7e0-2fb7785ba6f5" providerId="ADAL" clId="{6255E3C0-2251-4446-9FA1-F92B6196B021}" dt="2022-10-11T11:28:33.844" v="1090" actId="26606"/>
          <ac:spMkLst>
            <pc:docMk/>
            <pc:sldMk cId="1054600022" sldId="277"/>
            <ac:spMk id="16" creationId="{A4B31EAA-7423-46F7-9B90-4AB2B09C35C4}"/>
          </ac:spMkLst>
        </pc:spChg>
        <pc:picChg chg="add mod">
          <ac:chgData name="Pauline Smyth" userId="de5ce227-53e3-42c9-b7e0-2fb7785ba6f5" providerId="ADAL" clId="{6255E3C0-2251-4446-9FA1-F92B6196B021}" dt="2022-10-11T11:29:18.909" v="1096" actId="14100"/>
          <ac:picMkLst>
            <pc:docMk/>
            <pc:sldMk cId="1054600022" sldId="277"/>
            <ac:picMk id="5" creationId="{50617D75-3453-AAC0-5A8A-D4499333C480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1T12:18:42.346" v="1666" actId="20577"/>
        <pc:sldMkLst>
          <pc:docMk/>
          <pc:sldMk cId="473623891" sldId="278"/>
        </pc:sldMkLst>
        <pc:spChg chg="mod">
          <ac:chgData name="Pauline Smyth" userId="de5ce227-53e3-42c9-b7e0-2fb7785ba6f5" providerId="ADAL" clId="{6255E3C0-2251-4446-9FA1-F92B6196B021}" dt="2022-10-11T12:18:42.346" v="1666" actId="20577"/>
          <ac:spMkLst>
            <pc:docMk/>
            <pc:sldMk cId="473623891" sldId="278"/>
            <ac:spMk id="3" creationId="{5ECFFCA0-D7DA-74E3-D3C8-B4B05CE764D7}"/>
          </ac:spMkLst>
        </pc:spChg>
        <pc:spChg chg="add mod">
          <ac:chgData name="Pauline Smyth" userId="de5ce227-53e3-42c9-b7e0-2fb7785ba6f5" providerId="ADAL" clId="{6255E3C0-2251-4446-9FA1-F92B6196B021}" dt="2022-10-11T12:05:19.260" v="1327" actId="1076"/>
          <ac:spMkLst>
            <pc:docMk/>
            <pc:sldMk cId="473623891" sldId="278"/>
            <ac:spMk id="89" creationId="{C37394A8-8ABC-5E99-B9AD-4B57869DCB94}"/>
          </ac:spMkLst>
        </pc:spChg>
        <pc:spChg chg="add del">
          <ac:chgData name="Pauline Smyth" userId="de5ce227-53e3-42c9-b7e0-2fb7785ba6f5" providerId="ADAL" clId="{6255E3C0-2251-4446-9FA1-F92B6196B021}" dt="2022-10-11T12:00:40.461" v="1257" actId="11529"/>
          <ac:spMkLst>
            <pc:docMk/>
            <pc:sldMk cId="473623891" sldId="278"/>
            <ac:spMk id="108" creationId="{118784C7-D975-C71C-3817-E410B0EA3E33}"/>
          </ac:spMkLst>
        </pc:spChg>
        <pc:spChg chg="add del mod">
          <ac:chgData name="Pauline Smyth" userId="de5ce227-53e3-42c9-b7e0-2fb7785ba6f5" providerId="ADAL" clId="{6255E3C0-2251-4446-9FA1-F92B6196B021}" dt="2022-10-11T12:04:05.616" v="1302" actId="478"/>
          <ac:spMkLst>
            <pc:docMk/>
            <pc:sldMk cId="473623891" sldId="278"/>
            <ac:spMk id="132" creationId="{ED6071CC-998D-E550-A10E-6CD28EC30AA7}"/>
          </ac:spMkLst>
        </pc:spChg>
        <pc:spChg chg="add mod">
          <ac:chgData name="Pauline Smyth" userId="de5ce227-53e3-42c9-b7e0-2fb7785ba6f5" providerId="ADAL" clId="{6255E3C0-2251-4446-9FA1-F92B6196B021}" dt="2022-10-11T12:06:20.853" v="1344" actId="1076"/>
          <ac:spMkLst>
            <pc:docMk/>
            <pc:sldMk cId="473623891" sldId="278"/>
            <ac:spMk id="133" creationId="{D9249B05-2FFA-E595-A7B6-2B8F36568229}"/>
          </ac:spMkLst>
        </pc:spChg>
        <pc:spChg chg="add mod">
          <ac:chgData name="Pauline Smyth" userId="de5ce227-53e3-42c9-b7e0-2fb7785ba6f5" providerId="ADAL" clId="{6255E3C0-2251-4446-9FA1-F92B6196B021}" dt="2022-10-11T12:06:33.992" v="1345" actId="1076"/>
          <ac:spMkLst>
            <pc:docMk/>
            <pc:sldMk cId="473623891" sldId="278"/>
            <ac:spMk id="134" creationId="{9EAA12A7-B916-6643-7B5D-33C237A7405B}"/>
          </ac:spMkLst>
        </pc:spChg>
        <pc:grpChg chg="add del mod">
          <ac:chgData name="Pauline Smyth" userId="de5ce227-53e3-42c9-b7e0-2fb7785ba6f5" providerId="ADAL" clId="{6255E3C0-2251-4446-9FA1-F92B6196B021}" dt="2022-10-11T11:50:23.247" v="1119"/>
          <ac:grpSpMkLst>
            <pc:docMk/>
            <pc:sldMk cId="473623891" sldId="278"/>
            <ac:grpSpMk id="11" creationId="{E3BC62B5-CBCE-67E7-07AD-4102459B470F}"/>
          </ac:grpSpMkLst>
        </pc:grpChg>
        <pc:grpChg chg="add del mod">
          <ac:chgData name="Pauline Smyth" userId="de5ce227-53e3-42c9-b7e0-2fb7785ba6f5" providerId="ADAL" clId="{6255E3C0-2251-4446-9FA1-F92B6196B021}" dt="2022-10-11T11:50:22.904" v="1117"/>
          <ac:grpSpMkLst>
            <pc:docMk/>
            <pc:sldMk cId="473623891" sldId="278"/>
            <ac:grpSpMk id="13" creationId="{4CE4777B-FC9E-9323-F93F-30FDBB5CAF61}"/>
          </ac:grpSpMkLst>
        </pc:grpChg>
        <pc:grpChg chg="mod">
          <ac:chgData name="Pauline Smyth" userId="de5ce227-53e3-42c9-b7e0-2fb7785ba6f5" providerId="ADAL" clId="{6255E3C0-2251-4446-9FA1-F92B6196B021}" dt="2022-10-11T11:50:22.517" v="1115"/>
          <ac:grpSpMkLst>
            <pc:docMk/>
            <pc:sldMk cId="473623891" sldId="278"/>
            <ac:grpSpMk id="17" creationId="{D1DF8241-70C4-BC85-44CB-B4D2AE6A6E42}"/>
          </ac:grpSpMkLst>
        </pc:grpChg>
        <pc:grpChg chg="mod">
          <ac:chgData name="Pauline Smyth" userId="de5ce227-53e3-42c9-b7e0-2fb7785ba6f5" providerId="ADAL" clId="{6255E3C0-2251-4446-9FA1-F92B6196B021}" dt="2022-10-11T11:56:46.667" v="1232" actId="1076"/>
          <ac:grpSpMkLst>
            <pc:docMk/>
            <pc:sldMk cId="473623891" sldId="278"/>
            <ac:grpSpMk id="27" creationId="{8F62E83B-826D-6864-4AD6-7BB162A28227}"/>
          </ac:grpSpMkLst>
        </pc:grpChg>
        <pc:grpChg chg="del mod">
          <ac:chgData name="Pauline Smyth" userId="de5ce227-53e3-42c9-b7e0-2fb7785ba6f5" providerId="ADAL" clId="{6255E3C0-2251-4446-9FA1-F92B6196B021}" dt="2022-10-11T11:51:36.199" v="1145"/>
          <ac:grpSpMkLst>
            <pc:docMk/>
            <pc:sldMk cId="473623891" sldId="278"/>
            <ac:grpSpMk id="31" creationId="{CB8D892E-F0D4-E710-DBA7-68406D51AB07}"/>
          </ac:grpSpMkLst>
        </pc:grpChg>
        <pc:grpChg chg="mod">
          <ac:chgData name="Pauline Smyth" userId="de5ce227-53e3-42c9-b7e0-2fb7785ba6f5" providerId="ADAL" clId="{6255E3C0-2251-4446-9FA1-F92B6196B021}" dt="2022-10-11T11:56:46.667" v="1232" actId="1076"/>
          <ac:grpSpMkLst>
            <pc:docMk/>
            <pc:sldMk cId="473623891" sldId="278"/>
            <ac:grpSpMk id="34" creationId="{2B7820DA-D61E-7637-AE4B-64643F7F1027}"/>
          </ac:grpSpMkLst>
        </pc:grpChg>
        <pc:grpChg chg="del mod">
          <ac:chgData name="Pauline Smyth" userId="de5ce227-53e3-42c9-b7e0-2fb7785ba6f5" providerId="ADAL" clId="{6255E3C0-2251-4446-9FA1-F92B6196B021}" dt="2022-10-11T11:51:37.486" v="1147"/>
          <ac:grpSpMkLst>
            <pc:docMk/>
            <pc:sldMk cId="473623891" sldId="278"/>
            <ac:grpSpMk id="36" creationId="{866B7B05-FFE1-6CC0-A76C-2E7586F5D2A7}"/>
          </ac:grpSpMkLst>
        </pc:grpChg>
        <pc:grpChg chg="del mod">
          <ac:chgData name="Pauline Smyth" userId="de5ce227-53e3-42c9-b7e0-2fb7785ba6f5" providerId="ADAL" clId="{6255E3C0-2251-4446-9FA1-F92B6196B021}" dt="2022-10-11T11:51:58.844" v="1164"/>
          <ac:grpSpMkLst>
            <pc:docMk/>
            <pc:sldMk cId="473623891" sldId="278"/>
            <ac:grpSpMk id="38" creationId="{85766855-F05F-BBB2-730F-DE57A39835A3}"/>
          </ac:grpSpMkLst>
        </pc:grpChg>
        <pc:grpChg chg="mod">
          <ac:chgData name="Pauline Smyth" userId="de5ce227-53e3-42c9-b7e0-2fb7785ba6f5" providerId="ADAL" clId="{6255E3C0-2251-4446-9FA1-F92B6196B021}" dt="2022-10-11T11:51:51.320" v="1159"/>
          <ac:grpSpMkLst>
            <pc:docMk/>
            <pc:sldMk cId="473623891" sldId="278"/>
            <ac:grpSpMk id="42" creationId="{3A3EB1C2-CAF3-DC93-8ECE-B3311747CBDA}"/>
          </ac:grpSpMkLst>
        </pc:grpChg>
        <pc:grpChg chg="mod">
          <ac:chgData name="Pauline Smyth" userId="de5ce227-53e3-42c9-b7e0-2fb7785ba6f5" providerId="ADAL" clId="{6255E3C0-2251-4446-9FA1-F92B6196B021}" dt="2022-10-11T11:51:50.847" v="1157"/>
          <ac:grpSpMkLst>
            <pc:docMk/>
            <pc:sldMk cId="473623891" sldId="278"/>
            <ac:grpSpMk id="44" creationId="{6A4760D9-A151-27C7-93DD-42240A7B6942}"/>
          </ac:grpSpMkLst>
        </pc:grpChg>
        <pc:grpChg chg="mod">
          <ac:chgData name="Pauline Smyth" userId="de5ce227-53e3-42c9-b7e0-2fb7785ba6f5" providerId="ADAL" clId="{6255E3C0-2251-4446-9FA1-F92B6196B021}" dt="2022-10-11T11:56:46.667" v="1232" actId="1076"/>
          <ac:grpSpMkLst>
            <pc:docMk/>
            <pc:sldMk cId="473623891" sldId="278"/>
            <ac:grpSpMk id="48" creationId="{BDC9D8DC-3CF4-0359-1170-15C35EFF3683}"/>
          </ac:grpSpMkLst>
        </pc:grpChg>
        <pc:grpChg chg="del mod">
          <ac:chgData name="Pauline Smyth" userId="de5ce227-53e3-42c9-b7e0-2fb7785ba6f5" providerId="ADAL" clId="{6255E3C0-2251-4446-9FA1-F92B6196B021}" dt="2022-10-11T11:52:01.697" v="1167"/>
          <ac:grpSpMkLst>
            <pc:docMk/>
            <pc:sldMk cId="473623891" sldId="278"/>
            <ac:grpSpMk id="50" creationId="{DC79B663-41B8-684F-D1C6-7D8EF6B1E423}"/>
          </ac:grpSpMkLst>
        </pc:grpChg>
        <pc:grpChg chg="del mod">
          <ac:chgData name="Pauline Smyth" userId="de5ce227-53e3-42c9-b7e0-2fb7785ba6f5" providerId="ADAL" clId="{6255E3C0-2251-4446-9FA1-F92B6196B021}" dt="2022-10-11T11:52:13.193" v="1174"/>
          <ac:grpSpMkLst>
            <pc:docMk/>
            <pc:sldMk cId="473623891" sldId="278"/>
            <ac:grpSpMk id="53" creationId="{A4600310-1D62-F639-2408-67EF11B47C22}"/>
          </ac:grpSpMkLst>
        </pc:grpChg>
        <pc:grpChg chg="del mod">
          <ac:chgData name="Pauline Smyth" userId="de5ce227-53e3-42c9-b7e0-2fb7785ba6f5" providerId="ADAL" clId="{6255E3C0-2251-4446-9FA1-F92B6196B021}" dt="2022-10-11T11:52:13.193" v="1174"/>
          <ac:grpSpMkLst>
            <pc:docMk/>
            <pc:sldMk cId="473623891" sldId="278"/>
            <ac:grpSpMk id="56" creationId="{177B6850-049D-0612-4574-8598812A1406}"/>
          </ac:grpSpMkLst>
        </pc:grpChg>
        <pc:grpChg chg="mod">
          <ac:chgData name="Pauline Smyth" userId="de5ce227-53e3-42c9-b7e0-2fb7785ba6f5" providerId="ADAL" clId="{6255E3C0-2251-4446-9FA1-F92B6196B021}" dt="2022-10-11T11:56:46.667" v="1232" actId="1076"/>
          <ac:grpSpMkLst>
            <pc:docMk/>
            <pc:sldMk cId="473623891" sldId="278"/>
            <ac:grpSpMk id="60" creationId="{0A7380EA-AB6A-0F88-7420-4C780CAE144B}"/>
          </ac:grpSpMkLst>
        </pc:grpChg>
        <pc:grpChg chg="del mod">
          <ac:chgData name="Pauline Smyth" userId="de5ce227-53e3-42c9-b7e0-2fb7785ba6f5" providerId="ADAL" clId="{6255E3C0-2251-4446-9FA1-F92B6196B021}" dt="2022-10-11T11:52:25.765" v="1183"/>
          <ac:grpSpMkLst>
            <pc:docMk/>
            <pc:sldMk cId="473623891" sldId="278"/>
            <ac:grpSpMk id="64" creationId="{E6367CB8-1B87-5EEC-8380-7DD854008F5E}"/>
          </ac:grpSpMkLst>
        </pc:grpChg>
        <pc:grpChg chg="mod">
          <ac:chgData name="Pauline Smyth" userId="de5ce227-53e3-42c9-b7e0-2fb7785ba6f5" providerId="ADAL" clId="{6255E3C0-2251-4446-9FA1-F92B6196B021}" dt="2022-10-11T11:56:46.667" v="1232" actId="1076"/>
          <ac:grpSpMkLst>
            <pc:docMk/>
            <pc:sldMk cId="473623891" sldId="278"/>
            <ac:grpSpMk id="67" creationId="{1BDE9673-BF40-BFD8-B010-237F5CBCDF77}"/>
          </ac:grpSpMkLst>
        </pc:grpChg>
        <pc:grpChg chg="del mod">
          <ac:chgData name="Pauline Smyth" userId="de5ce227-53e3-42c9-b7e0-2fb7785ba6f5" providerId="ADAL" clId="{6255E3C0-2251-4446-9FA1-F92B6196B021}" dt="2022-10-11T11:52:28.100" v="1185"/>
          <ac:grpSpMkLst>
            <pc:docMk/>
            <pc:sldMk cId="473623891" sldId="278"/>
            <ac:grpSpMk id="69" creationId="{FF4C8E18-655C-5B70-0D43-2CF2717B98BF}"/>
          </ac:grpSpMkLst>
        </pc:grpChg>
        <pc:grpChg chg="del mod">
          <ac:chgData name="Pauline Smyth" userId="de5ce227-53e3-42c9-b7e0-2fb7785ba6f5" providerId="ADAL" clId="{6255E3C0-2251-4446-9FA1-F92B6196B021}" dt="2022-10-11T11:52:37.393" v="1192"/>
          <ac:grpSpMkLst>
            <pc:docMk/>
            <pc:sldMk cId="473623891" sldId="278"/>
            <ac:grpSpMk id="71" creationId="{9A8DB29C-CD6E-416E-CC3F-D31F0FF0F979}"/>
          </ac:grpSpMkLst>
        </pc:grpChg>
        <pc:grpChg chg="mod">
          <ac:chgData name="Pauline Smyth" userId="de5ce227-53e3-42c9-b7e0-2fb7785ba6f5" providerId="ADAL" clId="{6255E3C0-2251-4446-9FA1-F92B6196B021}" dt="2022-10-11T11:56:46.667" v="1232" actId="1076"/>
          <ac:grpSpMkLst>
            <pc:docMk/>
            <pc:sldMk cId="473623891" sldId="278"/>
            <ac:grpSpMk id="75" creationId="{C7CE0DBF-F7B7-AAA5-CE92-66C5627EB4D3}"/>
          </ac:grpSpMkLst>
        </pc:grpChg>
        <pc:grpChg chg="mod">
          <ac:chgData name="Pauline Smyth" userId="de5ce227-53e3-42c9-b7e0-2fb7785ba6f5" providerId="ADAL" clId="{6255E3C0-2251-4446-9FA1-F92B6196B021}" dt="2022-10-11T11:56:46.667" v="1232" actId="1076"/>
          <ac:grpSpMkLst>
            <pc:docMk/>
            <pc:sldMk cId="473623891" sldId="278"/>
            <ac:grpSpMk id="78" creationId="{E73169A5-B36F-168D-A3E6-C6613A6239AE}"/>
          </ac:grpSpMkLst>
        </pc:grpChg>
        <pc:grpChg chg="mod">
          <ac:chgData name="Pauline Smyth" userId="de5ce227-53e3-42c9-b7e0-2fb7785ba6f5" providerId="ADAL" clId="{6255E3C0-2251-4446-9FA1-F92B6196B021}" dt="2022-10-11T11:56:46.667" v="1232" actId="1076"/>
          <ac:grpSpMkLst>
            <pc:docMk/>
            <pc:sldMk cId="473623891" sldId="278"/>
            <ac:grpSpMk id="84" creationId="{029C53D8-E856-9A03-E1C5-49C06B7DBB22}"/>
          </ac:grpSpMkLst>
        </pc:grpChg>
        <pc:grpChg chg="mod">
          <ac:chgData name="Pauline Smyth" userId="de5ce227-53e3-42c9-b7e0-2fb7785ba6f5" providerId="ADAL" clId="{6255E3C0-2251-4446-9FA1-F92B6196B021}" dt="2022-10-11T11:56:46.667" v="1232" actId="1076"/>
          <ac:grpSpMkLst>
            <pc:docMk/>
            <pc:sldMk cId="473623891" sldId="278"/>
            <ac:grpSpMk id="88" creationId="{5C39F16C-90E0-4A3A-DDFD-70B6B8D548C6}"/>
          </ac:grpSpMkLst>
        </pc:grpChg>
        <pc:grpChg chg="mod">
          <ac:chgData name="Pauline Smyth" userId="de5ce227-53e3-42c9-b7e0-2fb7785ba6f5" providerId="ADAL" clId="{6255E3C0-2251-4446-9FA1-F92B6196B021}" dt="2022-10-11T12:02:56.440" v="1281"/>
          <ac:grpSpMkLst>
            <pc:docMk/>
            <pc:sldMk cId="473623891" sldId="278"/>
            <ac:grpSpMk id="123" creationId="{DCA1FD58-953C-4210-0736-4DCACCE2E153}"/>
          </ac:grpSpMkLst>
        </pc:grpChg>
        <pc:picChg chg="del">
          <ac:chgData name="Pauline Smyth" userId="de5ce227-53e3-42c9-b7e0-2fb7785ba6f5" providerId="ADAL" clId="{6255E3C0-2251-4446-9FA1-F92B6196B021}" dt="2022-10-11T11:47:15.341" v="1098" actId="478"/>
          <ac:picMkLst>
            <pc:docMk/>
            <pc:sldMk cId="473623891" sldId="278"/>
            <ac:picMk id="5" creationId="{50617D75-3453-AAC0-5A8A-D4499333C480}"/>
          </ac:picMkLst>
        </pc:picChg>
        <pc:inkChg chg="add mod">
          <ac:chgData name="Pauline Smyth" userId="de5ce227-53e3-42c9-b7e0-2fb7785ba6f5" providerId="ADAL" clId="{6255E3C0-2251-4446-9FA1-F92B6196B021}" dt="2022-10-11T11:56:46.667" v="1232" actId="1076"/>
          <ac:inkMkLst>
            <pc:docMk/>
            <pc:sldMk cId="473623891" sldId="278"/>
            <ac:inkMk id="4" creationId="{8CE8D396-8AF9-9539-7105-A4347FFC8034}"/>
          </ac:inkMkLst>
        </pc:inkChg>
        <pc:inkChg chg="add del">
          <ac:chgData name="Pauline Smyth" userId="de5ce227-53e3-42c9-b7e0-2fb7785ba6f5" providerId="ADAL" clId="{6255E3C0-2251-4446-9FA1-F92B6196B021}" dt="2022-10-11T11:50:24.041" v="1121" actId="9405"/>
          <ac:inkMkLst>
            <pc:docMk/>
            <pc:sldMk cId="473623891" sldId="278"/>
            <ac:inkMk id="6" creationId="{E514DB9E-151E-1EC9-2C96-CEBCE7FC7BD6}"/>
          </ac:inkMkLst>
        </pc:inkChg>
        <pc:inkChg chg="add del mod">
          <ac:chgData name="Pauline Smyth" userId="de5ce227-53e3-42c9-b7e0-2fb7785ba6f5" providerId="ADAL" clId="{6255E3C0-2251-4446-9FA1-F92B6196B021}" dt="2022-10-11T11:50:23.647" v="1120" actId="9405"/>
          <ac:inkMkLst>
            <pc:docMk/>
            <pc:sldMk cId="473623891" sldId="278"/>
            <ac:inkMk id="8" creationId="{85EA48D9-2230-007D-599C-164E53936B74}"/>
          </ac:inkMkLst>
        </pc:inkChg>
        <pc:inkChg chg="add del mod">
          <ac:chgData name="Pauline Smyth" userId="de5ce227-53e3-42c9-b7e0-2fb7785ba6f5" providerId="ADAL" clId="{6255E3C0-2251-4446-9FA1-F92B6196B021}" dt="2022-10-11T11:50:23.247" v="1119"/>
          <ac:inkMkLst>
            <pc:docMk/>
            <pc:sldMk cId="473623891" sldId="278"/>
            <ac:inkMk id="9" creationId="{545DC6CF-A35D-83AB-48AA-59DA4BD54D14}"/>
          </ac:inkMkLst>
        </pc:inkChg>
        <pc:inkChg chg="add del mod">
          <ac:chgData name="Pauline Smyth" userId="de5ce227-53e3-42c9-b7e0-2fb7785ba6f5" providerId="ADAL" clId="{6255E3C0-2251-4446-9FA1-F92B6196B021}" dt="2022-10-11T11:50:22.904" v="1117"/>
          <ac:inkMkLst>
            <pc:docMk/>
            <pc:sldMk cId="473623891" sldId="278"/>
            <ac:inkMk id="12" creationId="{1DE74964-9047-4677-8417-EED0EE4CCC75}"/>
          </ac:inkMkLst>
        </pc:inkChg>
        <pc:inkChg chg="add del mod">
          <ac:chgData name="Pauline Smyth" userId="de5ce227-53e3-42c9-b7e0-2fb7785ba6f5" providerId="ADAL" clId="{6255E3C0-2251-4446-9FA1-F92B6196B021}" dt="2022-10-11T11:50:22.517" v="1115"/>
          <ac:inkMkLst>
            <pc:docMk/>
            <pc:sldMk cId="473623891" sldId="278"/>
            <ac:inkMk id="15" creationId="{35B0998D-2245-4032-363B-455237C888B0}"/>
          </ac:inkMkLst>
        </pc:inkChg>
        <pc:inkChg chg="add del">
          <ac:chgData name="Pauline Smyth" userId="de5ce227-53e3-42c9-b7e0-2fb7785ba6f5" providerId="ADAL" clId="{6255E3C0-2251-4446-9FA1-F92B6196B021}" dt="2022-10-11T11:50:48.806" v="1129" actId="9405"/>
          <ac:inkMkLst>
            <pc:docMk/>
            <pc:sldMk cId="473623891" sldId="278"/>
            <ac:inkMk id="18" creationId="{6B03CAEF-F640-9461-13B1-DF6464C27108}"/>
          </ac:inkMkLst>
        </pc:inkChg>
        <pc:inkChg chg="add del">
          <ac:chgData name="Pauline Smyth" userId="de5ce227-53e3-42c9-b7e0-2fb7785ba6f5" providerId="ADAL" clId="{6255E3C0-2251-4446-9FA1-F92B6196B021}" dt="2022-10-11T11:50:48.794" v="1128" actId="9405"/>
          <ac:inkMkLst>
            <pc:docMk/>
            <pc:sldMk cId="473623891" sldId="278"/>
            <ac:inkMk id="19" creationId="{AE69E9B5-ADAE-1992-5529-650CC01A8492}"/>
          </ac:inkMkLst>
        </pc:inkChg>
        <pc:inkChg chg="add del">
          <ac:chgData name="Pauline Smyth" userId="de5ce227-53e3-42c9-b7e0-2fb7785ba6f5" providerId="ADAL" clId="{6255E3C0-2251-4446-9FA1-F92B6196B021}" dt="2022-10-11T11:50:48.443" v="1127" actId="9405"/>
          <ac:inkMkLst>
            <pc:docMk/>
            <pc:sldMk cId="473623891" sldId="278"/>
            <ac:inkMk id="20" creationId="{DEB22D45-1A24-CDB3-9D98-BB6D0D7F459E}"/>
          </ac:inkMkLst>
        </pc:inkChg>
        <pc:inkChg chg="add del">
          <ac:chgData name="Pauline Smyth" userId="de5ce227-53e3-42c9-b7e0-2fb7785ba6f5" providerId="ADAL" clId="{6255E3C0-2251-4446-9FA1-F92B6196B021}" dt="2022-10-11T11:50:48.273" v="1126" actId="9405"/>
          <ac:inkMkLst>
            <pc:docMk/>
            <pc:sldMk cId="473623891" sldId="278"/>
            <ac:inkMk id="21" creationId="{B321DDDF-8E57-82CD-14D1-18DD0A235F2D}"/>
          </ac:inkMkLst>
        </pc:inkChg>
        <pc:inkChg chg="add del">
          <ac:chgData name="Pauline Smyth" userId="de5ce227-53e3-42c9-b7e0-2fb7785ba6f5" providerId="ADAL" clId="{6255E3C0-2251-4446-9FA1-F92B6196B021}" dt="2022-10-11T11:50:54.191" v="1131" actId="9405"/>
          <ac:inkMkLst>
            <pc:docMk/>
            <pc:sldMk cId="473623891" sldId="278"/>
            <ac:inkMk id="22" creationId="{4395808C-42BC-B95B-FAFB-8E6E6EADBF87}"/>
          </ac:inkMkLst>
        </pc:inkChg>
        <pc:inkChg chg="add mod">
          <ac:chgData name="Pauline Smyth" userId="de5ce227-53e3-42c9-b7e0-2fb7785ba6f5" providerId="ADAL" clId="{6255E3C0-2251-4446-9FA1-F92B6196B021}" dt="2022-10-11T11:51:03.145" v="1136"/>
          <ac:inkMkLst>
            <pc:docMk/>
            <pc:sldMk cId="473623891" sldId="278"/>
            <ac:inkMk id="23" creationId="{771A368E-A468-BA35-1FE0-D137C058A49C}"/>
          </ac:inkMkLst>
        </pc:inkChg>
        <pc:inkChg chg="add mod">
          <ac:chgData name="Pauline Smyth" userId="de5ce227-53e3-42c9-b7e0-2fb7785ba6f5" providerId="ADAL" clId="{6255E3C0-2251-4446-9FA1-F92B6196B021}" dt="2022-10-11T11:51:03.145" v="1136"/>
          <ac:inkMkLst>
            <pc:docMk/>
            <pc:sldMk cId="473623891" sldId="278"/>
            <ac:inkMk id="24" creationId="{C76562AF-E047-4DD6-EE9B-171FD658EC89}"/>
          </ac:inkMkLst>
        </pc:inkChg>
        <pc:inkChg chg="add mod">
          <ac:chgData name="Pauline Smyth" userId="de5ce227-53e3-42c9-b7e0-2fb7785ba6f5" providerId="ADAL" clId="{6255E3C0-2251-4446-9FA1-F92B6196B021}" dt="2022-10-11T11:51:03.145" v="1136"/>
          <ac:inkMkLst>
            <pc:docMk/>
            <pc:sldMk cId="473623891" sldId="278"/>
            <ac:inkMk id="25" creationId="{E7C8DC8E-372A-77A8-7D76-CF82504A0D2A}"/>
          </ac:inkMkLst>
        </pc:inkChg>
        <pc:inkChg chg="add mod">
          <ac:chgData name="Pauline Smyth" userId="de5ce227-53e3-42c9-b7e0-2fb7785ba6f5" providerId="ADAL" clId="{6255E3C0-2251-4446-9FA1-F92B6196B021}" dt="2022-10-11T11:51:03.145" v="1136"/>
          <ac:inkMkLst>
            <pc:docMk/>
            <pc:sldMk cId="473623891" sldId="278"/>
            <ac:inkMk id="26" creationId="{B098665A-03FD-81C3-4564-AC2AB77EF684}"/>
          </ac:inkMkLst>
        </pc:inkChg>
        <pc:inkChg chg="add mod">
          <ac:chgData name="Pauline Smyth" userId="de5ce227-53e3-42c9-b7e0-2fb7785ba6f5" providerId="ADAL" clId="{6255E3C0-2251-4446-9FA1-F92B6196B021}" dt="2022-10-11T11:56:46.667" v="1232" actId="1076"/>
          <ac:inkMkLst>
            <pc:docMk/>
            <pc:sldMk cId="473623891" sldId="278"/>
            <ac:inkMk id="28" creationId="{1A2F4014-9CA1-B60E-93A2-6FCF94EB42C1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29" creationId="{1200A8FD-D595-C837-EDD0-E7A672C1331B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30" creationId="{A00EED31-B3D6-F01B-3419-F39F3C8B6D31}"/>
          </ac:inkMkLst>
        </pc:inkChg>
        <pc:inkChg chg="add mod">
          <ac:chgData name="Pauline Smyth" userId="de5ce227-53e3-42c9-b7e0-2fb7785ba6f5" providerId="ADAL" clId="{6255E3C0-2251-4446-9FA1-F92B6196B021}" dt="2022-10-11T11:51:31.079" v="1143"/>
          <ac:inkMkLst>
            <pc:docMk/>
            <pc:sldMk cId="473623891" sldId="278"/>
            <ac:inkMk id="32" creationId="{19F74D21-D333-C58F-9154-5A525176EE4A}"/>
          </ac:inkMkLst>
        </pc:inkChg>
        <pc:inkChg chg="add mod">
          <ac:chgData name="Pauline Smyth" userId="de5ce227-53e3-42c9-b7e0-2fb7785ba6f5" providerId="ADAL" clId="{6255E3C0-2251-4446-9FA1-F92B6196B021}" dt="2022-10-11T11:51:31.079" v="1143"/>
          <ac:inkMkLst>
            <pc:docMk/>
            <pc:sldMk cId="473623891" sldId="278"/>
            <ac:inkMk id="33" creationId="{7AC83851-2061-0AC8-07C4-59BDB757AF75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35" creationId="{A7902F07-0BAA-CE48-66B8-BF976A22D490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37" creationId="{C53F7480-1FF4-84F5-322F-C1D6881477B5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39" creationId="{48CDFDD9-D653-408F-E982-3AEF1F7A025A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40" creationId="{B1C0B4F0-1716-FF9E-3DA9-FDC4608F86EC}"/>
          </ac:inkMkLst>
        </pc:inkChg>
        <pc:inkChg chg="add del mod">
          <ac:chgData name="Pauline Smyth" userId="de5ce227-53e3-42c9-b7e0-2fb7785ba6f5" providerId="ADAL" clId="{6255E3C0-2251-4446-9FA1-F92B6196B021}" dt="2022-10-11T11:51:51.320" v="1159"/>
          <ac:inkMkLst>
            <pc:docMk/>
            <pc:sldMk cId="473623891" sldId="278"/>
            <ac:inkMk id="41" creationId="{FD274906-7730-ECA7-7273-D146CF90A183}"/>
          </ac:inkMkLst>
        </pc:inkChg>
        <pc:inkChg chg="add del mod">
          <ac:chgData name="Pauline Smyth" userId="de5ce227-53e3-42c9-b7e0-2fb7785ba6f5" providerId="ADAL" clId="{6255E3C0-2251-4446-9FA1-F92B6196B021}" dt="2022-10-11T11:51:50.847" v="1157"/>
          <ac:inkMkLst>
            <pc:docMk/>
            <pc:sldMk cId="473623891" sldId="278"/>
            <ac:inkMk id="43" creationId="{4BF93288-F433-D16A-5655-789588903038}"/>
          </ac:inkMkLst>
        </pc:inkChg>
        <pc:inkChg chg="add del">
          <ac:chgData name="Pauline Smyth" userId="de5ce227-53e3-42c9-b7e0-2fb7785ba6f5" providerId="ADAL" clId="{6255E3C0-2251-4446-9FA1-F92B6196B021}" dt="2022-10-11T11:51:50.648" v="1155" actId="9405"/>
          <ac:inkMkLst>
            <pc:docMk/>
            <pc:sldMk cId="473623891" sldId="278"/>
            <ac:inkMk id="45" creationId="{0C492BC6-0A12-C6E7-B8C4-ACD7C02E2378}"/>
          </ac:inkMkLst>
        </pc:inkChg>
        <pc:inkChg chg="add mod">
          <ac:chgData name="Pauline Smyth" userId="de5ce227-53e3-42c9-b7e0-2fb7785ba6f5" providerId="ADAL" clId="{6255E3C0-2251-4446-9FA1-F92B6196B021}" dt="2022-10-11T11:51:57.940" v="1162"/>
          <ac:inkMkLst>
            <pc:docMk/>
            <pc:sldMk cId="473623891" sldId="278"/>
            <ac:inkMk id="46" creationId="{58E1676F-8716-07AA-4CC1-CD25C4A9B821}"/>
          </ac:inkMkLst>
        </pc:inkChg>
        <pc:inkChg chg="add mod">
          <ac:chgData name="Pauline Smyth" userId="de5ce227-53e3-42c9-b7e0-2fb7785ba6f5" providerId="ADAL" clId="{6255E3C0-2251-4446-9FA1-F92B6196B021}" dt="2022-10-11T11:51:57.940" v="1162"/>
          <ac:inkMkLst>
            <pc:docMk/>
            <pc:sldMk cId="473623891" sldId="278"/>
            <ac:inkMk id="47" creationId="{264DBB4A-AD97-5B11-3E25-53A6906B3D27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49" creationId="{4E3C0945-DD3F-9463-8BF3-44666590D469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51" creationId="{01E68BF2-8F5C-9D71-BCAB-4934CEBA1E85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52" creationId="{641B4D16-27E0-8544-AA4E-3B2350DD1534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54" creationId="{677C295A-7C2F-A29A-8D41-1D2AFBA37687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55" creationId="{DE6868EC-89FF-D61E-CEDA-BAB4EF3B6833}"/>
          </ac:inkMkLst>
        </pc:inkChg>
        <pc:inkChg chg="add mod">
          <ac:chgData name="Pauline Smyth" userId="de5ce227-53e3-42c9-b7e0-2fb7785ba6f5" providerId="ADAL" clId="{6255E3C0-2251-4446-9FA1-F92B6196B021}" dt="2022-10-11T11:56:46.667" v="1232" actId="1076"/>
          <ac:inkMkLst>
            <pc:docMk/>
            <pc:sldMk cId="473623891" sldId="278"/>
            <ac:inkMk id="57" creationId="{B4E1032F-849E-FE67-3889-1DB5AAC405C7}"/>
          </ac:inkMkLst>
        </pc:inkChg>
        <pc:inkChg chg="add mod">
          <ac:chgData name="Pauline Smyth" userId="de5ce227-53e3-42c9-b7e0-2fb7785ba6f5" providerId="ADAL" clId="{6255E3C0-2251-4446-9FA1-F92B6196B021}" dt="2022-10-11T11:56:46.667" v="1232" actId="1076"/>
          <ac:inkMkLst>
            <pc:docMk/>
            <pc:sldMk cId="473623891" sldId="278"/>
            <ac:inkMk id="58" creationId="{30D3BDE6-A321-6024-5732-968F2461CACC}"/>
          </ac:inkMkLst>
        </pc:inkChg>
        <pc:inkChg chg="add mod">
          <ac:chgData name="Pauline Smyth" userId="de5ce227-53e3-42c9-b7e0-2fb7785ba6f5" providerId="ADAL" clId="{6255E3C0-2251-4446-9FA1-F92B6196B021}" dt="2022-10-11T11:52:13.193" v="1174"/>
          <ac:inkMkLst>
            <pc:docMk/>
            <pc:sldMk cId="473623891" sldId="278"/>
            <ac:inkMk id="59" creationId="{1DD6A355-2484-02D6-B0ED-160804261B20}"/>
          </ac:inkMkLst>
        </pc:inkChg>
        <pc:inkChg chg="add mod">
          <ac:chgData name="Pauline Smyth" userId="de5ce227-53e3-42c9-b7e0-2fb7785ba6f5" providerId="ADAL" clId="{6255E3C0-2251-4446-9FA1-F92B6196B021}" dt="2022-10-11T11:56:46.667" v="1232" actId="1076"/>
          <ac:inkMkLst>
            <pc:docMk/>
            <pc:sldMk cId="473623891" sldId="278"/>
            <ac:inkMk id="61" creationId="{60FA8337-F67D-14A5-3E03-AB96C9AF7D77}"/>
          </ac:inkMkLst>
        </pc:inkChg>
        <pc:inkChg chg="add mod">
          <ac:chgData name="Pauline Smyth" userId="de5ce227-53e3-42c9-b7e0-2fb7785ba6f5" providerId="ADAL" clId="{6255E3C0-2251-4446-9FA1-F92B6196B021}" dt="2022-10-11T11:52:37.393" v="1192"/>
          <ac:inkMkLst>
            <pc:docMk/>
            <pc:sldMk cId="473623891" sldId="278"/>
            <ac:inkMk id="62" creationId="{D17E6464-987D-FB17-FAA8-E609183AF4A2}"/>
          </ac:inkMkLst>
        </pc:inkChg>
        <pc:inkChg chg="add mod">
          <ac:chgData name="Pauline Smyth" userId="de5ce227-53e3-42c9-b7e0-2fb7785ba6f5" providerId="ADAL" clId="{6255E3C0-2251-4446-9FA1-F92B6196B021}" dt="2022-10-11T11:52:37.393" v="1192"/>
          <ac:inkMkLst>
            <pc:docMk/>
            <pc:sldMk cId="473623891" sldId="278"/>
            <ac:inkMk id="63" creationId="{5DDCE943-64F3-3DBA-BD93-A28BDF02E1A4}"/>
          </ac:inkMkLst>
        </pc:inkChg>
        <pc:inkChg chg="add mod">
          <ac:chgData name="Pauline Smyth" userId="de5ce227-53e3-42c9-b7e0-2fb7785ba6f5" providerId="ADAL" clId="{6255E3C0-2251-4446-9FA1-F92B6196B021}" dt="2022-10-11T11:52:22.989" v="1181"/>
          <ac:inkMkLst>
            <pc:docMk/>
            <pc:sldMk cId="473623891" sldId="278"/>
            <ac:inkMk id="65" creationId="{5C831DE7-70E6-7FE5-FB32-0CDD8533305C}"/>
          </ac:inkMkLst>
        </pc:inkChg>
        <pc:inkChg chg="add mod">
          <ac:chgData name="Pauline Smyth" userId="de5ce227-53e3-42c9-b7e0-2fb7785ba6f5" providerId="ADAL" clId="{6255E3C0-2251-4446-9FA1-F92B6196B021}" dt="2022-10-11T11:52:22.989" v="1181"/>
          <ac:inkMkLst>
            <pc:docMk/>
            <pc:sldMk cId="473623891" sldId="278"/>
            <ac:inkMk id="66" creationId="{4C4A31A3-7FAD-5A0D-43F1-A4957FC2B0CF}"/>
          </ac:inkMkLst>
        </pc:inkChg>
        <pc:inkChg chg="add mod">
          <ac:chgData name="Pauline Smyth" userId="de5ce227-53e3-42c9-b7e0-2fb7785ba6f5" providerId="ADAL" clId="{6255E3C0-2251-4446-9FA1-F92B6196B021}" dt="2022-10-11T11:52:37.393" v="1192"/>
          <ac:inkMkLst>
            <pc:docMk/>
            <pc:sldMk cId="473623891" sldId="278"/>
            <ac:inkMk id="68" creationId="{17DA9B5D-FD86-B36E-D60B-BDC8DE13FED0}"/>
          </ac:inkMkLst>
        </pc:inkChg>
        <pc:inkChg chg="add mod">
          <ac:chgData name="Pauline Smyth" userId="de5ce227-53e3-42c9-b7e0-2fb7785ba6f5" providerId="ADAL" clId="{6255E3C0-2251-4446-9FA1-F92B6196B021}" dt="2022-10-11T11:52:37.393" v="1192"/>
          <ac:inkMkLst>
            <pc:docMk/>
            <pc:sldMk cId="473623891" sldId="278"/>
            <ac:inkMk id="70" creationId="{8D1051E1-CD52-F0FD-F677-B94D48BD4E77}"/>
          </ac:inkMkLst>
        </pc:inkChg>
        <pc:inkChg chg="add mod">
          <ac:chgData name="Pauline Smyth" userId="de5ce227-53e3-42c9-b7e0-2fb7785ba6f5" providerId="ADAL" clId="{6255E3C0-2251-4446-9FA1-F92B6196B021}" dt="2022-10-11T11:52:37.393" v="1192"/>
          <ac:inkMkLst>
            <pc:docMk/>
            <pc:sldMk cId="473623891" sldId="278"/>
            <ac:inkMk id="72" creationId="{155AFCA6-D4D1-65FC-D2D0-E58C82259018}"/>
          </ac:inkMkLst>
        </pc:inkChg>
        <pc:inkChg chg="add mod">
          <ac:chgData name="Pauline Smyth" userId="de5ce227-53e3-42c9-b7e0-2fb7785ba6f5" providerId="ADAL" clId="{6255E3C0-2251-4446-9FA1-F92B6196B021}" dt="2022-10-11T11:52:34.560" v="1189"/>
          <ac:inkMkLst>
            <pc:docMk/>
            <pc:sldMk cId="473623891" sldId="278"/>
            <ac:inkMk id="73" creationId="{3ECC844D-F695-C5E5-690C-80FF3E4A4B1A}"/>
          </ac:inkMkLst>
        </pc:inkChg>
        <pc:inkChg chg="add mod">
          <ac:chgData name="Pauline Smyth" userId="de5ce227-53e3-42c9-b7e0-2fb7785ba6f5" providerId="ADAL" clId="{6255E3C0-2251-4446-9FA1-F92B6196B021}" dt="2022-10-11T11:52:34.560" v="1189"/>
          <ac:inkMkLst>
            <pc:docMk/>
            <pc:sldMk cId="473623891" sldId="278"/>
            <ac:inkMk id="74" creationId="{E7932EFA-5D35-3528-D3C0-E1ADA9F93FA8}"/>
          </ac:inkMkLst>
        </pc:inkChg>
        <pc:inkChg chg="add mod">
          <ac:chgData name="Pauline Smyth" userId="de5ce227-53e3-42c9-b7e0-2fb7785ba6f5" providerId="ADAL" clId="{6255E3C0-2251-4446-9FA1-F92B6196B021}" dt="2022-10-11T11:52:37.393" v="1192"/>
          <ac:inkMkLst>
            <pc:docMk/>
            <pc:sldMk cId="473623891" sldId="278"/>
            <ac:inkMk id="76" creationId="{29F1CE4D-7C0D-A0F7-4063-1ED782025C63}"/>
          </ac:inkMkLst>
        </pc:inkChg>
        <pc:inkChg chg="add mod">
          <ac:chgData name="Pauline Smyth" userId="de5ce227-53e3-42c9-b7e0-2fb7785ba6f5" providerId="ADAL" clId="{6255E3C0-2251-4446-9FA1-F92B6196B021}" dt="2022-10-11T11:52:37.393" v="1192"/>
          <ac:inkMkLst>
            <pc:docMk/>
            <pc:sldMk cId="473623891" sldId="278"/>
            <ac:inkMk id="77" creationId="{68E8F428-3272-9DAF-1C62-96C4A653AFFD}"/>
          </ac:inkMkLst>
        </pc:inkChg>
        <pc:inkChg chg="add mod">
          <ac:chgData name="Pauline Smyth" userId="de5ce227-53e3-42c9-b7e0-2fb7785ba6f5" providerId="ADAL" clId="{6255E3C0-2251-4446-9FA1-F92B6196B021}" dt="2022-10-11T11:56:46.667" v="1232" actId="1076"/>
          <ac:inkMkLst>
            <pc:docMk/>
            <pc:sldMk cId="473623891" sldId="278"/>
            <ac:inkMk id="79" creationId="{6D21141A-C203-37A3-56D3-7ABB8CC7BA9D}"/>
          </ac:inkMkLst>
        </pc:inkChg>
        <pc:inkChg chg="add mod">
          <ac:chgData name="Pauline Smyth" userId="de5ce227-53e3-42c9-b7e0-2fb7785ba6f5" providerId="ADAL" clId="{6255E3C0-2251-4446-9FA1-F92B6196B021}" dt="2022-10-11T11:56:46.667" v="1232" actId="1076"/>
          <ac:inkMkLst>
            <pc:docMk/>
            <pc:sldMk cId="473623891" sldId="278"/>
            <ac:inkMk id="80" creationId="{B09B7B84-5B04-AE46-3086-186EA18B0CFE}"/>
          </ac:inkMkLst>
        </pc:inkChg>
        <pc:inkChg chg="add mod">
          <ac:chgData name="Pauline Smyth" userId="de5ce227-53e3-42c9-b7e0-2fb7785ba6f5" providerId="ADAL" clId="{6255E3C0-2251-4446-9FA1-F92B6196B021}" dt="2022-10-11T11:56:46.667" v="1232" actId="1076"/>
          <ac:inkMkLst>
            <pc:docMk/>
            <pc:sldMk cId="473623891" sldId="278"/>
            <ac:inkMk id="81" creationId="{B7C7EEAF-7AA1-8754-AAEF-6C91E16DFFB9}"/>
          </ac:inkMkLst>
        </pc:inkChg>
        <pc:inkChg chg="add mod">
          <ac:chgData name="Pauline Smyth" userId="de5ce227-53e3-42c9-b7e0-2fb7785ba6f5" providerId="ADAL" clId="{6255E3C0-2251-4446-9FA1-F92B6196B021}" dt="2022-10-11T11:52:47.482" v="1198"/>
          <ac:inkMkLst>
            <pc:docMk/>
            <pc:sldMk cId="473623891" sldId="278"/>
            <ac:inkMk id="82" creationId="{C6F808D8-FC57-22FD-95CB-4E9885501A14}"/>
          </ac:inkMkLst>
        </pc:inkChg>
        <pc:inkChg chg="add mod">
          <ac:chgData name="Pauline Smyth" userId="de5ce227-53e3-42c9-b7e0-2fb7785ba6f5" providerId="ADAL" clId="{6255E3C0-2251-4446-9FA1-F92B6196B021}" dt="2022-10-11T11:52:47.482" v="1198"/>
          <ac:inkMkLst>
            <pc:docMk/>
            <pc:sldMk cId="473623891" sldId="278"/>
            <ac:inkMk id="83" creationId="{DCE8E963-91BA-83F9-BCA1-B8B0D6F6E671}"/>
          </ac:inkMkLst>
        </pc:inkChg>
        <pc:inkChg chg="add mod">
          <ac:chgData name="Pauline Smyth" userId="de5ce227-53e3-42c9-b7e0-2fb7785ba6f5" providerId="ADAL" clId="{6255E3C0-2251-4446-9FA1-F92B6196B021}" dt="2022-10-11T11:56:46.667" v="1232" actId="1076"/>
          <ac:inkMkLst>
            <pc:docMk/>
            <pc:sldMk cId="473623891" sldId="278"/>
            <ac:inkMk id="85" creationId="{7CBE41B8-CC21-DDA8-6DEE-CBF3D9233F9F}"/>
          </ac:inkMkLst>
        </pc:inkChg>
        <pc:inkChg chg="add mod">
          <ac:chgData name="Pauline Smyth" userId="de5ce227-53e3-42c9-b7e0-2fb7785ba6f5" providerId="ADAL" clId="{6255E3C0-2251-4446-9FA1-F92B6196B021}" dt="2022-10-11T11:52:53.171" v="1202"/>
          <ac:inkMkLst>
            <pc:docMk/>
            <pc:sldMk cId="473623891" sldId="278"/>
            <ac:inkMk id="86" creationId="{040F10CE-886A-D9A1-E131-3D22C87E7860}"/>
          </ac:inkMkLst>
        </pc:inkChg>
        <pc:inkChg chg="add mod">
          <ac:chgData name="Pauline Smyth" userId="de5ce227-53e3-42c9-b7e0-2fb7785ba6f5" providerId="ADAL" clId="{6255E3C0-2251-4446-9FA1-F92B6196B021}" dt="2022-10-11T11:52:53.171" v="1202"/>
          <ac:inkMkLst>
            <pc:docMk/>
            <pc:sldMk cId="473623891" sldId="278"/>
            <ac:inkMk id="87" creationId="{F7CB9900-C7F4-1547-5893-75C8B16CC499}"/>
          </ac:inkMkLst>
        </pc:inkChg>
        <pc:inkChg chg="add del">
          <ac:chgData name="Pauline Smyth" userId="de5ce227-53e3-42c9-b7e0-2fb7785ba6f5" providerId="ADAL" clId="{6255E3C0-2251-4446-9FA1-F92B6196B021}" dt="2022-10-11T12:00:56.933" v="1259" actId="9405"/>
          <ac:inkMkLst>
            <pc:docMk/>
            <pc:sldMk cId="473623891" sldId="278"/>
            <ac:inkMk id="109" creationId="{6BDA4E45-6CB3-1B7C-511C-44C65CEA6951}"/>
          </ac:inkMkLst>
        </pc:inkChg>
        <pc:inkChg chg="add del">
          <ac:chgData name="Pauline Smyth" userId="de5ce227-53e3-42c9-b7e0-2fb7785ba6f5" providerId="ADAL" clId="{6255E3C0-2251-4446-9FA1-F92B6196B021}" dt="2022-10-11T12:02:57.795" v="1289" actId="9405"/>
          <ac:inkMkLst>
            <pc:docMk/>
            <pc:sldMk cId="473623891" sldId="278"/>
            <ac:inkMk id="110" creationId="{1280EE9E-DBB2-B323-7B82-4A1E5B95E368}"/>
          </ac:inkMkLst>
        </pc:inkChg>
        <pc:inkChg chg="add del">
          <ac:chgData name="Pauline Smyth" userId="de5ce227-53e3-42c9-b7e0-2fb7785ba6f5" providerId="ADAL" clId="{6255E3C0-2251-4446-9FA1-F92B6196B021}" dt="2022-10-11T12:02:57.500" v="1288" actId="9405"/>
          <ac:inkMkLst>
            <pc:docMk/>
            <pc:sldMk cId="473623891" sldId="278"/>
            <ac:inkMk id="111" creationId="{4986AF0F-0E29-43E3-4BDD-68E720FC83F4}"/>
          </ac:inkMkLst>
        </pc:inkChg>
        <pc:inkChg chg="add del">
          <ac:chgData name="Pauline Smyth" userId="de5ce227-53e3-42c9-b7e0-2fb7785ba6f5" providerId="ADAL" clId="{6255E3C0-2251-4446-9FA1-F92B6196B021}" dt="2022-10-11T12:02:57.344" v="1287" actId="9405"/>
          <ac:inkMkLst>
            <pc:docMk/>
            <pc:sldMk cId="473623891" sldId="278"/>
            <ac:inkMk id="112" creationId="{B9659FBA-A3B4-1BB5-5E4C-C1895C9E5090}"/>
          </ac:inkMkLst>
        </pc:inkChg>
        <pc:inkChg chg="add del">
          <ac:chgData name="Pauline Smyth" userId="de5ce227-53e3-42c9-b7e0-2fb7785ba6f5" providerId="ADAL" clId="{6255E3C0-2251-4446-9FA1-F92B6196B021}" dt="2022-10-11T12:02:57.194" v="1286" actId="9405"/>
          <ac:inkMkLst>
            <pc:docMk/>
            <pc:sldMk cId="473623891" sldId="278"/>
            <ac:inkMk id="113" creationId="{55DADF03-C872-F314-C903-6BF6C6540696}"/>
          </ac:inkMkLst>
        </pc:inkChg>
        <pc:inkChg chg="add del">
          <ac:chgData name="Pauline Smyth" userId="de5ce227-53e3-42c9-b7e0-2fb7785ba6f5" providerId="ADAL" clId="{6255E3C0-2251-4446-9FA1-F92B6196B021}" dt="2022-10-11T12:01:41.273" v="1265" actId="9405"/>
          <ac:inkMkLst>
            <pc:docMk/>
            <pc:sldMk cId="473623891" sldId="278"/>
            <ac:inkMk id="114" creationId="{BB450106-EC59-2052-1C75-AD8D7ECD105D}"/>
          </ac:inkMkLst>
        </pc:inkChg>
        <pc:inkChg chg="add del">
          <ac:chgData name="Pauline Smyth" userId="de5ce227-53e3-42c9-b7e0-2fb7785ba6f5" providerId="ADAL" clId="{6255E3C0-2251-4446-9FA1-F92B6196B021}" dt="2022-10-11T12:02:57.046" v="1285" actId="9405"/>
          <ac:inkMkLst>
            <pc:docMk/>
            <pc:sldMk cId="473623891" sldId="278"/>
            <ac:inkMk id="115" creationId="{39E65DCA-0022-1DF6-450C-4BF06C18ADB7}"/>
          </ac:inkMkLst>
        </pc:inkChg>
        <pc:inkChg chg="add del">
          <ac:chgData name="Pauline Smyth" userId="de5ce227-53e3-42c9-b7e0-2fb7785ba6f5" providerId="ADAL" clId="{6255E3C0-2251-4446-9FA1-F92B6196B021}" dt="2022-10-11T12:01:55.090" v="1270" actId="9405"/>
          <ac:inkMkLst>
            <pc:docMk/>
            <pc:sldMk cId="473623891" sldId="278"/>
            <ac:inkMk id="116" creationId="{616D7BF1-5CF8-8748-D363-F972D1624014}"/>
          </ac:inkMkLst>
        </pc:inkChg>
        <pc:inkChg chg="add del">
          <ac:chgData name="Pauline Smyth" userId="de5ce227-53e3-42c9-b7e0-2fb7785ba6f5" providerId="ADAL" clId="{6255E3C0-2251-4446-9FA1-F92B6196B021}" dt="2022-10-11T12:01:53.870" v="1269" actId="9405"/>
          <ac:inkMkLst>
            <pc:docMk/>
            <pc:sldMk cId="473623891" sldId="278"/>
            <ac:inkMk id="117" creationId="{1051745D-D3B0-23CA-BCCA-18C1F3BEB16B}"/>
          </ac:inkMkLst>
        </pc:inkChg>
        <pc:inkChg chg="add del">
          <ac:chgData name="Pauline Smyth" userId="de5ce227-53e3-42c9-b7e0-2fb7785ba6f5" providerId="ADAL" clId="{6255E3C0-2251-4446-9FA1-F92B6196B021}" dt="2022-10-11T12:02:04.678" v="1272" actId="9405"/>
          <ac:inkMkLst>
            <pc:docMk/>
            <pc:sldMk cId="473623891" sldId="278"/>
            <ac:inkMk id="118" creationId="{88C0B631-2E6E-72A2-5D51-BCA2695DE1C1}"/>
          </ac:inkMkLst>
        </pc:inkChg>
        <pc:inkChg chg="add del">
          <ac:chgData name="Pauline Smyth" userId="de5ce227-53e3-42c9-b7e0-2fb7785ba6f5" providerId="ADAL" clId="{6255E3C0-2251-4446-9FA1-F92B6196B021}" dt="2022-10-11T12:02:56.895" v="1284" actId="9405"/>
          <ac:inkMkLst>
            <pc:docMk/>
            <pc:sldMk cId="473623891" sldId="278"/>
            <ac:inkMk id="119" creationId="{AA78B18D-C9DE-E41A-88E8-938834742FD4}"/>
          </ac:inkMkLst>
        </pc:inkChg>
        <pc:inkChg chg="add del">
          <ac:chgData name="Pauline Smyth" userId="de5ce227-53e3-42c9-b7e0-2fb7785ba6f5" providerId="ADAL" clId="{6255E3C0-2251-4446-9FA1-F92B6196B021}" dt="2022-10-11T12:02:56.740" v="1283" actId="9405"/>
          <ac:inkMkLst>
            <pc:docMk/>
            <pc:sldMk cId="473623891" sldId="278"/>
            <ac:inkMk id="120" creationId="{171E30EC-3414-D728-AAFA-4AD51B3D1DB9}"/>
          </ac:inkMkLst>
        </pc:inkChg>
        <pc:inkChg chg="add del mod">
          <ac:chgData name="Pauline Smyth" userId="de5ce227-53e3-42c9-b7e0-2fb7785ba6f5" providerId="ADAL" clId="{6255E3C0-2251-4446-9FA1-F92B6196B021}" dt="2022-10-11T12:02:56.614" v="1282" actId="9405"/>
          <ac:inkMkLst>
            <pc:docMk/>
            <pc:sldMk cId="473623891" sldId="278"/>
            <ac:inkMk id="121" creationId="{DE6D01C0-F790-4CB1-F38A-5773DA695811}"/>
          </ac:inkMkLst>
        </pc:inkChg>
        <pc:inkChg chg="add del mod">
          <ac:chgData name="Pauline Smyth" userId="de5ce227-53e3-42c9-b7e0-2fb7785ba6f5" providerId="ADAL" clId="{6255E3C0-2251-4446-9FA1-F92B6196B021}" dt="2022-10-11T12:02:56.440" v="1281"/>
          <ac:inkMkLst>
            <pc:docMk/>
            <pc:sldMk cId="473623891" sldId="278"/>
            <ac:inkMk id="122" creationId="{26AC1ED3-A721-3D58-B95B-23DF4D8D36D2}"/>
          </ac:inkMkLst>
        </pc:inkChg>
        <pc:inkChg chg="add del">
          <ac:chgData name="Pauline Smyth" userId="de5ce227-53e3-42c9-b7e0-2fb7785ba6f5" providerId="ADAL" clId="{6255E3C0-2251-4446-9FA1-F92B6196B021}" dt="2022-10-11T12:02:56.260" v="1279" actId="9405"/>
          <ac:inkMkLst>
            <pc:docMk/>
            <pc:sldMk cId="473623891" sldId="278"/>
            <ac:inkMk id="124" creationId="{F80367EE-3CE0-B7AE-D79B-0D99EDC72E5F}"/>
          </ac:inkMkLst>
        </pc:inkChg>
        <pc:inkChg chg="add del">
          <ac:chgData name="Pauline Smyth" userId="de5ce227-53e3-42c9-b7e0-2fb7785ba6f5" providerId="ADAL" clId="{6255E3C0-2251-4446-9FA1-F92B6196B021}" dt="2022-10-11T12:06:01.966" v="1341" actId="478"/>
          <ac:inkMkLst>
            <pc:docMk/>
            <pc:sldMk cId="473623891" sldId="278"/>
            <ac:inkMk id="125" creationId="{79D69568-755B-4718-1808-5FD0A068072D}"/>
          </ac:inkMkLst>
        </pc:inkChg>
        <pc:inkChg chg="add del">
          <ac:chgData name="Pauline Smyth" userId="de5ce227-53e3-42c9-b7e0-2fb7785ba6f5" providerId="ADAL" clId="{6255E3C0-2251-4446-9FA1-F92B6196B021}" dt="2022-10-11T12:05:55.399" v="1339" actId="478"/>
          <ac:inkMkLst>
            <pc:docMk/>
            <pc:sldMk cId="473623891" sldId="278"/>
            <ac:inkMk id="126" creationId="{DB9D915C-EF5D-E77B-0E9F-FECECAAC2FF5}"/>
          </ac:inkMkLst>
        </pc:inkChg>
        <pc:inkChg chg="add del">
          <ac:chgData name="Pauline Smyth" userId="de5ce227-53e3-42c9-b7e0-2fb7785ba6f5" providerId="ADAL" clId="{6255E3C0-2251-4446-9FA1-F92B6196B021}" dt="2022-10-11T12:03:22.470" v="1295" actId="9405"/>
          <ac:inkMkLst>
            <pc:docMk/>
            <pc:sldMk cId="473623891" sldId="278"/>
            <ac:inkMk id="127" creationId="{A43AE1F1-1675-BE64-58B0-49A21C47F1AE}"/>
          </ac:inkMkLst>
        </pc:inkChg>
        <pc:inkChg chg="add del">
          <ac:chgData name="Pauline Smyth" userId="de5ce227-53e3-42c9-b7e0-2fb7785ba6f5" providerId="ADAL" clId="{6255E3C0-2251-4446-9FA1-F92B6196B021}" dt="2022-10-11T12:03:27.297" v="1297" actId="9405"/>
          <ac:inkMkLst>
            <pc:docMk/>
            <pc:sldMk cId="473623891" sldId="278"/>
            <ac:inkMk id="128" creationId="{AC92F00E-3D28-42E6-008D-0FCFE05E7267}"/>
          </ac:inkMkLst>
        </pc:inkChg>
        <pc:inkChg chg="add del">
          <ac:chgData name="Pauline Smyth" userId="de5ce227-53e3-42c9-b7e0-2fb7785ba6f5" providerId="ADAL" clId="{6255E3C0-2251-4446-9FA1-F92B6196B021}" dt="2022-10-11T12:05:57.501" v="1340" actId="478"/>
          <ac:inkMkLst>
            <pc:docMk/>
            <pc:sldMk cId="473623891" sldId="278"/>
            <ac:inkMk id="129" creationId="{37186F39-1B05-11F9-E37B-4441DBCBB864}"/>
          </ac:inkMkLst>
        </pc:inkChg>
        <pc:inkChg chg="add">
          <ac:chgData name="Pauline Smyth" userId="de5ce227-53e3-42c9-b7e0-2fb7785ba6f5" providerId="ADAL" clId="{6255E3C0-2251-4446-9FA1-F92B6196B021}" dt="2022-10-11T12:03:47.235" v="1299" actId="9405"/>
          <ac:inkMkLst>
            <pc:docMk/>
            <pc:sldMk cId="473623891" sldId="278"/>
            <ac:inkMk id="130" creationId="{87D017E2-C46D-D3CE-F1EA-157E9DF97142}"/>
          </ac:inkMkLst>
        </pc:inkChg>
        <pc:inkChg chg="add">
          <ac:chgData name="Pauline Smyth" userId="de5ce227-53e3-42c9-b7e0-2fb7785ba6f5" providerId="ADAL" clId="{6255E3C0-2251-4446-9FA1-F92B6196B021}" dt="2022-10-11T12:03:52.145" v="1300" actId="9405"/>
          <ac:inkMkLst>
            <pc:docMk/>
            <pc:sldMk cId="473623891" sldId="278"/>
            <ac:inkMk id="131" creationId="{3592F085-EB30-C493-9752-0E882B198BD3}"/>
          </ac:inkMkLst>
        </pc:inkChg>
        <pc:cxnChg chg="add del">
          <ac:chgData name="Pauline Smyth" userId="de5ce227-53e3-42c9-b7e0-2fb7785ba6f5" providerId="ADAL" clId="{6255E3C0-2251-4446-9FA1-F92B6196B021}" dt="2022-10-11T11:57:09.205" v="1235" actId="11529"/>
          <ac:cxnSpMkLst>
            <pc:docMk/>
            <pc:sldMk cId="473623891" sldId="278"/>
            <ac:cxnSpMk id="91" creationId="{726875B5-BCD2-39EA-B228-F70F8C8DB2F0}"/>
          </ac:cxnSpMkLst>
        </pc:cxnChg>
        <pc:cxnChg chg="add del mod">
          <ac:chgData name="Pauline Smyth" userId="de5ce227-53e3-42c9-b7e0-2fb7785ba6f5" providerId="ADAL" clId="{6255E3C0-2251-4446-9FA1-F92B6196B021}" dt="2022-10-11T11:58:04.385" v="1242" actId="478"/>
          <ac:cxnSpMkLst>
            <pc:docMk/>
            <pc:sldMk cId="473623891" sldId="278"/>
            <ac:cxnSpMk id="93" creationId="{BA4FDFD6-6A7E-7A67-ECE7-76A789797E7D}"/>
          </ac:cxnSpMkLst>
        </pc:cxnChg>
        <pc:cxnChg chg="add del mod">
          <ac:chgData name="Pauline Smyth" userId="de5ce227-53e3-42c9-b7e0-2fb7785ba6f5" providerId="ADAL" clId="{6255E3C0-2251-4446-9FA1-F92B6196B021}" dt="2022-10-11T11:58:25.912" v="1246" actId="478"/>
          <ac:cxnSpMkLst>
            <pc:docMk/>
            <pc:sldMk cId="473623891" sldId="278"/>
            <ac:cxnSpMk id="98" creationId="{E9A36E9F-0D65-E273-EFD7-099E045B0162}"/>
          </ac:cxnSpMkLst>
        </pc:cxnChg>
        <pc:cxnChg chg="add del mod">
          <ac:chgData name="Pauline Smyth" userId="de5ce227-53e3-42c9-b7e0-2fb7785ba6f5" providerId="ADAL" clId="{6255E3C0-2251-4446-9FA1-F92B6196B021}" dt="2022-10-11T11:59:39.450" v="1255" actId="478"/>
          <ac:cxnSpMkLst>
            <pc:docMk/>
            <pc:sldMk cId="473623891" sldId="278"/>
            <ac:cxnSpMk id="101" creationId="{B7D016AE-DD35-243F-149E-A32B7E867390}"/>
          </ac:cxnSpMkLst>
        </pc:cxnChg>
        <pc:cxnChg chg="add mod">
          <ac:chgData name="Pauline Smyth" userId="de5ce227-53e3-42c9-b7e0-2fb7785ba6f5" providerId="ADAL" clId="{6255E3C0-2251-4446-9FA1-F92B6196B021}" dt="2022-10-11T12:15:51.895" v="1655" actId="14100"/>
          <ac:cxnSpMkLst>
            <pc:docMk/>
            <pc:sldMk cId="473623891" sldId="278"/>
            <ac:cxnSpMk id="136" creationId="{2E7DEC34-7E4F-E6AD-F142-D11998E71B5A}"/>
          </ac:cxnSpMkLst>
        </pc:cxnChg>
        <pc:cxnChg chg="add mod">
          <ac:chgData name="Pauline Smyth" userId="de5ce227-53e3-42c9-b7e0-2fb7785ba6f5" providerId="ADAL" clId="{6255E3C0-2251-4446-9FA1-F92B6196B021}" dt="2022-10-11T12:15:46.709" v="1654" actId="14100"/>
          <ac:cxnSpMkLst>
            <pc:docMk/>
            <pc:sldMk cId="473623891" sldId="278"/>
            <ac:cxnSpMk id="137" creationId="{6F29393D-10E9-239B-ED93-8F5CB11B218D}"/>
          </ac:cxnSpMkLst>
        </pc:cxnChg>
      </pc:sldChg>
      <pc:sldChg chg="addSp delSp modSp add mod">
        <pc:chgData name="Pauline Smyth" userId="de5ce227-53e3-42c9-b7e0-2fb7785ba6f5" providerId="ADAL" clId="{6255E3C0-2251-4446-9FA1-F92B6196B021}" dt="2022-10-11T12:10:01.428" v="1450" actId="2710"/>
        <pc:sldMkLst>
          <pc:docMk/>
          <pc:sldMk cId="2800958136" sldId="279"/>
        </pc:sldMkLst>
        <pc:spChg chg="mod">
          <ac:chgData name="Pauline Smyth" userId="de5ce227-53e3-42c9-b7e0-2fb7785ba6f5" providerId="ADAL" clId="{6255E3C0-2251-4446-9FA1-F92B6196B021}" dt="2022-10-11T12:09:14.715" v="1431" actId="2710"/>
          <ac:spMkLst>
            <pc:docMk/>
            <pc:sldMk cId="2800958136" sldId="279"/>
            <ac:spMk id="2" creationId="{08B27EC4-2CB0-D808-921E-F2F1D9D2F719}"/>
          </ac:spMkLst>
        </pc:spChg>
        <pc:spChg chg="add mod">
          <ac:chgData name="Pauline Smyth" userId="de5ce227-53e3-42c9-b7e0-2fb7785ba6f5" providerId="ADAL" clId="{6255E3C0-2251-4446-9FA1-F92B6196B021}" dt="2022-10-11T12:10:01.428" v="1450" actId="2710"/>
          <ac:spMkLst>
            <pc:docMk/>
            <pc:sldMk cId="2800958136" sldId="279"/>
            <ac:spMk id="3" creationId="{637BE77E-CE09-7119-664F-3886EAE1633D}"/>
          </ac:spMkLst>
        </pc:spChg>
        <pc:picChg chg="del">
          <ac:chgData name="Pauline Smyth" userId="de5ce227-53e3-42c9-b7e0-2fb7785ba6f5" providerId="ADAL" clId="{6255E3C0-2251-4446-9FA1-F92B6196B021}" dt="2022-10-11T12:08:04.526" v="1355" actId="478"/>
          <ac:picMkLst>
            <pc:docMk/>
            <pc:sldMk cId="2800958136" sldId="279"/>
            <ac:picMk id="4" creationId="{99B3A842-D5B4-AF19-D421-DBE97AF351DE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1T21:31:34.008" v="4162" actId="14100"/>
        <pc:sldMkLst>
          <pc:docMk/>
          <pc:sldMk cId="2265512005" sldId="280"/>
        </pc:sldMkLst>
        <pc:picChg chg="add mod">
          <ac:chgData name="Pauline Smyth" userId="de5ce227-53e3-42c9-b7e0-2fb7785ba6f5" providerId="ADAL" clId="{6255E3C0-2251-4446-9FA1-F92B6196B021}" dt="2022-10-11T21:30:06.885" v="4159" actId="14100"/>
          <ac:picMkLst>
            <pc:docMk/>
            <pc:sldMk cId="2265512005" sldId="280"/>
            <ac:picMk id="4" creationId="{8336EFA8-6FA3-61AC-CAFE-8CDFD334A694}"/>
          </ac:picMkLst>
        </pc:picChg>
        <pc:picChg chg="del">
          <ac:chgData name="Pauline Smyth" userId="de5ce227-53e3-42c9-b7e0-2fb7785ba6f5" providerId="ADAL" clId="{6255E3C0-2251-4446-9FA1-F92B6196B021}" dt="2022-10-11T12:29:51.592" v="1765" actId="478"/>
          <ac:picMkLst>
            <pc:docMk/>
            <pc:sldMk cId="2265512005" sldId="280"/>
            <ac:picMk id="4" creationId="{99B3A842-D5B4-AF19-D421-DBE97AF351DE}"/>
          </ac:picMkLst>
        </pc:picChg>
        <pc:picChg chg="add del mod">
          <ac:chgData name="Pauline Smyth" userId="de5ce227-53e3-42c9-b7e0-2fb7785ba6f5" providerId="ADAL" clId="{6255E3C0-2251-4446-9FA1-F92B6196B021}" dt="2022-10-11T21:29:16.056" v="4155" actId="478"/>
          <ac:picMkLst>
            <pc:docMk/>
            <pc:sldMk cId="2265512005" sldId="280"/>
            <ac:picMk id="5" creationId="{81900992-E7C8-CE63-96E8-9751BB4C8D6C}"/>
          </ac:picMkLst>
        </pc:picChg>
        <pc:picChg chg="add del mod">
          <ac:chgData name="Pauline Smyth" userId="de5ce227-53e3-42c9-b7e0-2fb7785ba6f5" providerId="ADAL" clId="{6255E3C0-2251-4446-9FA1-F92B6196B021}" dt="2022-10-11T21:29:17.859" v="4156" actId="478"/>
          <ac:picMkLst>
            <pc:docMk/>
            <pc:sldMk cId="2265512005" sldId="280"/>
            <ac:picMk id="7" creationId="{CEFA5FAD-D187-EE65-AF8C-7C0433C4BBA3}"/>
          </ac:picMkLst>
        </pc:picChg>
        <pc:picChg chg="add mod">
          <ac:chgData name="Pauline Smyth" userId="de5ce227-53e3-42c9-b7e0-2fb7785ba6f5" providerId="ADAL" clId="{6255E3C0-2251-4446-9FA1-F92B6196B021}" dt="2022-10-11T21:31:34.008" v="4162" actId="14100"/>
          <ac:picMkLst>
            <pc:docMk/>
            <pc:sldMk cId="2265512005" sldId="280"/>
            <ac:picMk id="8" creationId="{FA1EDBCD-50AB-DF3C-72E4-4540B2B0316A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1T12:26:24.387" v="1675" actId="1076"/>
        <pc:sldMkLst>
          <pc:docMk/>
          <pc:sldMk cId="421005029" sldId="281"/>
        </pc:sldMkLst>
        <pc:spChg chg="mod">
          <ac:chgData name="Pauline Smyth" userId="de5ce227-53e3-42c9-b7e0-2fb7785ba6f5" providerId="ADAL" clId="{6255E3C0-2251-4446-9FA1-F92B6196B021}" dt="2022-10-11T12:13:18.262" v="1516" actId="20577"/>
          <ac:spMkLst>
            <pc:docMk/>
            <pc:sldMk cId="421005029" sldId="281"/>
            <ac:spMk id="2" creationId="{08B27EC4-2CB0-D808-921E-F2F1D9D2F719}"/>
          </ac:spMkLst>
        </pc:spChg>
        <pc:spChg chg="del mod">
          <ac:chgData name="Pauline Smyth" userId="de5ce227-53e3-42c9-b7e0-2fb7785ba6f5" providerId="ADAL" clId="{6255E3C0-2251-4446-9FA1-F92B6196B021}" dt="2022-10-11T12:26:14.943" v="1671" actId="478"/>
          <ac:spMkLst>
            <pc:docMk/>
            <pc:sldMk cId="421005029" sldId="281"/>
            <ac:spMk id="3" creationId="{637BE77E-CE09-7119-664F-3886EAE1633D}"/>
          </ac:spMkLst>
        </pc:spChg>
        <pc:picChg chg="add mod">
          <ac:chgData name="Pauline Smyth" userId="de5ce227-53e3-42c9-b7e0-2fb7785ba6f5" providerId="ADAL" clId="{6255E3C0-2251-4446-9FA1-F92B6196B021}" dt="2022-10-11T12:26:24.387" v="1675" actId="1076"/>
          <ac:picMkLst>
            <pc:docMk/>
            <pc:sldMk cId="421005029" sldId="281"/>
            <ac:picMk id="1026" creationId="{5ADCAD4C-7354-5D81-F0F5-0803BEB0F5E1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1T12:28:11.532" v="1684" actId="1076"/>
        <pc:sldMkLst>
          <pc:docMk/>
          <pc:sldMk cId="4177055707" sldId="282"/>
        </pc:sldMkLst>
        <pc:spChg chg="del mod">
          <ac:chgData name="Pauline Smyth" userId="de5ce227-53e3-42c9-b7e0-2fb7785ba6f5" providerId="ADAL" clId="{6255E3C0-2251-4446-9FA1-F92B6196B021}" dt="2022-10-11T12:17:09.902" v="1659"/>
          <ac:spMkLst>
            <pc:docMk/>
            <pc:sldMk cId="4177055707" sldId="282"/>
            <ac:spMk id="3" creationId="{637BE77E-CE09-7119-664F-3886EAE1633D}"/>
          </ac:spMkLst>
        </pc:spChg>
        <pc:spChg chg="add mod">
          <ac:chgData name="Pauline Smyth" userId="de5ce227-53e3-42c9-b7e0-2fb7785ba6f5" providerId="ADAL" clId="{6255E3C0-2251-4446-9FA1-F92B6196B021}" dt="2022-10-11T12:22:35.429" v="1670" actId="20577"/>
          <ac:spMkLst>
            <pc:docMk/>
            <pc:sldMk cId="4177055707" sldId="282"/>
            <ac:spMk id="4" creationId="{2EED9219-C120-4284-ECBC-1086C7127706}"/>
          </ac:spMkLst>
        </pc:spChg>
        <pc:picChg chg="add mod">
          <ac:chgData name="Pauline Smyth" userId="de5ce227-53e3-42c9-b7e0-2fb7785ba6f5" providerId="ADAL" clId="{6255E3C0-2251-4446-9FA1-F92B6196B021}" dt="2022-10-11T12:28:08.995" v="1683" actId="1076"/>
          <ac:picMkLst>
            <pc:docMk/>
            <pc:sldMk cId="4177055707" sldId="282"/>
            <ac:picMk id="2050" creationId="{13F1C218-06E7-202A-7EDA-1F5AF9535248}"/>
          </ac:picMkLst>
        </pc:picChg>
        <pc:picChg chg="add mod">
          <ac:chgData name="Pauline Smyth" userId="de5ce227-53e3-42c9-b7e0-2fb7785ba6f5" providerId="ADAL" clId="{6255E3C0-2251-4446-9FA1-F92B6196B021}" dt="2022-10-11T12:28:11.532" v="1684" actId="1076"/>
          <ac:picMkLst>
            <pc:docMk/>
            <pc:sldMk cId="4177055707" sldId="282"/>
            <ac:picMk id="2052" creationId="{10851C23-9E10-55E4-944A-0A673AB39B15}"/>
          </ac:picMkLst>
        </pc:picChg>
      </pc:sldChg>
      <pc:sldChg chg="modSp add mod ord">
        <pc:chgData name="Pauline Smyth" userId="de5ce227-53e3-42c9-b7e0-2fb7785ba6f5" providerId="ADAL" clId="{6255E3C0-2251-4446-9FA1-F92B6196B021}" dt="2022-10-11T12:29:37.802" v="1764" actId="20577"/>
        <pc:sldMkLst>
          <pc:docMk/>
          <pc:sldMk cId="3537713355" sldId="283"/>
        </pc:sldMkLst>
        <pc:spChg chg="mod">
          <ac:chgData name="Pauline Smyth" userId="de5ce227-53e3-42c9-b7e0-2fb7785ba6f5" providerId="ADAL" clId="{6255E3C0-2251-4446-9FA1-F92B6196B021}" dt="2022-10-11T12:28:40.544" v="1719" actId="20577"/>
          <ac:spMkLst>
            <pc:docMk/>
            <pc:sldMk cId="3537713355" sldId="283"/>
            <ac:spMk id="2" creationId="{08B27EC4-2CB0-D808-921E-F2F1D9D2F719}"/>
          </ac:spMkLst>
        </pc:spChg>
        <pc:spChg chg="mod">
          <ac:chgData name="Pauline Smyth" userId="de5ce227-53e3-42c9-b7e0-2fb7785ba6f5" providerId="ADAL" clId="{6255E3C0-2251-4446-9FA1-F92B6196B021}" dt="2022-10-11T12:29:37.802" v="1764" actId="20577"/>
          <ac:spMkLst>
            <pc:docMk/>
            <pc:sldMk cId="3537713355" sldId="283"/>
            <ac:spMk id="3" creationId="{637BE77E-CE09-7119-664F-3886EAE1633D}"/>
          </ac:spMkLst>
        </pc:spChg>
      </pc:sldChg>
      <pc:sldChg chg="modSp add mod ord">
        <pc:chgData name="Pauline Smyth" userId="de5ce227-53e3-42c9-b7e0-2fb7785ba6f5" providerId="ADAL" clId="{6255E3C0-2251-4446-9FA1-F92B6196B021}" dt="2022-10-11T15:22:33.408" v="2580" actId="6549"/>
        <pc:sldMkLst>
          <pc:docMk/>
          <pc:sldMk cId="2344021148" sldId="284"/>
        </pc:sldMkLst>
        <pc:spChg chg="mod">
          <ac:chgData name="Pauline Smyth" userId="de5ce227-53e3-42c9-b7e0-2fb7785ba6f5" providerId="ADAL" clId="{6255E3C0-2251-4446-9FA1-F92B6196B021}" dt="2022-10-11T15:17:29.464" v="2218" actId="1076"/>
          <ac:spMkLst>
            <pc:docMk/>
            <pc:sldMk cId="2344021148" sldId="284"/>
            <ac:spMk id="2" creationId="{08B27EC4-2CB0-D808-921E-F2F1D9D2F719}"/>
          </ac:spMkLst>
        </pc:spChg>
        <pc:spChg chg="mod">
          <ac:chgData name="Pauline Smyth" userId="de5ce227-53e3-42c9-b7e0-2fb7785ba6f5" providerId="ADAL" clId="{6255E3C0-2251-4446-9FA1-F92B6196B021}" dt="2022-10-11T15:22:33.408" v="2580" actId="6549"/>
          <ac:spMkLst>
            <pc:docMk/>
            <pc:sldMk cId="2344021148" sldId="284"/>
            <ac:spMk id="3" creationId="{637BE77E-CE09-7119-664F-3886EAE1633D}"/>
          </ac:spMkLst>
        </pc:spChg>
      </pc:sldChg>
      <pc:sldChg chg="modSp add mod">
        <pc:chgData name="Pauline Smyth" userId="de5ce227-53e3-42c9-b7e0-2fb7785ba6f5" providerId="ADAL" clId="{6255E3C0-2251-4446-9FA1-F92B6196B021}" dt="2022-10-11T15:22:25.111" v="2577" actId="403"/>
        <pc:sldMkLst>
          <pc:docMk/>
          <pc:sldMk cId="3960745667" sldId="285"/>
        </pc:sldMkLst>
        <pc:spChg chg="mod">
          <ac:chgData name="Pauline Smyth" userId="de5ce227-53e3-42c9-b7e0-2fb7785ba6f5" providerId="ADAL" clId="{6255E3C0-2251-4446-9FA1-F92B6196B021}" dt="2022-10-11T15:22:25.111" v="2577" actId="403"/>
          <ac:spMkLst>
            <pc:docMk/>
            <pc:sldMk cId="3960745667" sldId="285"/>
            <ac:spMk id="3" creationId="{637BE77E-CE09-7119-664F-3886EAE1633D}"/>
          </ac:spMkLst>
        </pc:spChg>
      </pc:sldChg>
      <pc:sldChg chg="addSp modSp add mod">
        <pc:chgData name="Pauline Smyth" userId="de5ce227-53e3-42c9-b7e0-2fb7785ba6f5" providerId="ADAL" clId="{6255E3C0-2251-4446-9FA1-F92B6196B021}" dt="2022-10-11T15:28:09.588" v="2874" actId="1076"/>
        <pc:sldMkLst>
          <pc:docMk/>
          <pc:sldMk cId="3704663436" sldId="286"/>
        </pc:sldMkLst>
        <pc:spChg chg="mod">
          <ac:chgData name="Pauline Smyth" userId="de5ce227-53e3-42c9-b7e0-2fb7785ba6f5" providerId="ADAL" clId="{6255E3C0-2251-4446-9FA1-F92B6196B021}" dt="2022-10-11T15:23:18.934" v="2593" actId="20577"/>
          <ac:spMkLst>
            <pc:docMk/>
            <pc:sldMk cId="3704663436" sldId="286"/>
            <ac:spMk id="2" creationId="{08B27EC4-2CB0-D808-921E-F2F1D9D2F719}"/>
          </ac:spMkLst>
        </pc:spChg>
        <pc:spChg chg="mod">
          <ac:chgData name="Pauline Smyth" userId="de5ce227-53e3-42c9-b7e0-2fb7785ba6f5" providerId="ADAL" clId="{6255E3C0-2251-4446-9FA1-F92B6196B021}" dt="2022-10-11T15:26:14.808" v="2870" actId="20577"/>
          <ac:spMkLst>
            <pc:docMk/>
            <pc:sldMk cId="3704663436" sldId="286"/>
            <ac:spMk id="3" creationId="{637BE77E-CE09-7119-664F-3886EAE1633D}"/>
          </ac:spMkLst>
        </pc:spChg>
        <pc:picChg chg="add mod">
          <ac:chgData name="Pauline Smyth" userId="de5ce227-53e3-42c9-b7e0-2fb7785ba6f5" providerId="ADAL" clId="{6255E3C0-2251-4446-9FA1-F92B6196B021}" dt="2022-10-11T15:28:09.588" v="2874" actId="1076"/>
          <ac:picMkLst>
            <pc:docMk/>
            <pc:sldMk cId="3704663436" sldId="286"/>
            <ac:picMk id="5" creationId="{87C68D0A-AAED-B1CF-A876-D2E11BE3BD1E}"/>
          </ac:picMkLst>
        </pc:picChg>
      </pc:sldChg>
      <pc:sldChg chg="delSp modSp add mod">
        <pc:chgData name="Pauline Smyth" userId="de5ce227-53e3-42c9-b7e0-2fb7785ba6f5" providerId="ADAL" clId="{6255E3C0-2251-4446-9FA1-F92B6196B021}" dt="2022-10-11T15:35:36.083" v="3219" actId="20577"/>
        <pc:sldMkLst>
          <pc:docMk/>
          <pc:sldMk cId="3615475912" sldId="287"/>
        </pc:sldMkLst>
        <pc:spChg chg="mod">
          <ac:chgData name="Pauline Smyth" userId="de5ce227-53e3-42c9-b7e0-2fb7785ba6f5" providerId="ADAL" clId="{6255E3C0-2251-4446-9FA1-F92B6196B021}" dt="2022-10-11T15:35:36.083" v="3219" actId="20577"/>
          <ac:spMkLst>
            <pc:docMk/>
            <pc:sldMk cId="3615475912" sldId="287"/>
            <ac:spMk id="3" creationId="{637BE77E-CE09-7119-664F-3886EAE1633D}"/>
          </ac:spMkLst>
        </pc:spChg>
        <pc:picChg chg="del">
          <ac:chgData name="Pauline Smyth" userId="de5ce227-53e3-42c9-b7e0-2fb7785ba6f5" providerId="ADAL" clId="{6255E3C0-2251-4446-9FA1-F92B6196B021}" dt="2022-10-11T15:28:16.513" v="2876" actId="478"/>
          <ac:picMkLst>
            <pc:docMk/>
            <pc:sldMk cId="3615475912" sldId="287"/>
            <ac:picMk id="5" creationId="{87C68D0A-AAED-B1CF-A876-D2E11BE3BD1E}"/>
          </ac:picMkLst>
        </pc:picChg>
      </pc:sldChg>
      <pc:sldChg chg="addSp modSp add mod">
        <pc:chgData name="Pauline Smyth" userId="de5ce227-53e3-42c9-b7e0-2fb7785ba6f5" providerId="ADAL" clId="{6255E3C0-2251-4446-9FA1-F92B6196B021}" dt="2022-10-11T20:39:48.180" v="3245" actId="14100"/>
        <pc:sldMkLst>
          <pc:docMk/>
          <pc:sldMk cId="2625442258" sldId="288"/>
        </pc:sldMkLst>
        <pc:spChg chg="mod">
          <ac:chgData name="Pauline Smyth" userId="de5ce227-53e3-42c9-b7e0-2fb7785ba6f5" providerId="ADAL" clId="{6255E3C0-2251-4446-9FA1-F92B6196B021}" dt="2022-10-11T20:36:43.189" v="3238" actId="20577"/>
          <ac:spMkLst>
            <pc:docMk/>
            <pc:sldMk cId="2625442258" sldId="288"/>
            <ac:spMk id="2" creationId="{08B27EC4-2CB0-D808-921E-F2F1D9D2F719}"/>
          </ac:spMkLst>
        </pc:spChg>
        <pc:spChg chg="mod">
          <ac:chgData name="Pauline Smyth" userId="de5ce227-53e3-42c9-b7e0-2fb7785ba6f5" providerId="ADAL" clId="{6255E3C0-2251-4446-9FA1-F92B6196B021}" dt="2022-10-11T20:36:52.618" v="3239" actId="6549"/>
          <ac:spMkLst>
            <pc:docMk/>
            <pc:sldMk cId="2625442258" sldId="288"/>
            <ac:spMk id="3" creationId="{637BE77E-CE09-7119-664F-3886EAE1633D}"/>
          </ac:spMkLst>
        </pc:spChg>
        <pc:picChg chg="add mod">
          <ac:chgData name="Pauline Smyth" userId="de5ce227-53e3-42c9-b7e0-2fb7785ba6f5" providerId="ADAL" clId="{6255E3C0-2251-4446-9FA1-F92B6196B021}" dt="2022-10-11T20:39:48.180" v="3245" actId="14100"/>
          <ac:picMkLst>
            <pc:docMk/>
            <pc:sldMk cId="2625442258" sldId="288"/>
            <ac:picMk id="5" creationId="{05740861-5E08-2347-965D-F7ECC4F2F866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1T20:40:51.991" v="3247" actId="14100"/>
        <pc:sldMkLst>
          <pc:docMk/>
          <pc:sldMk cId="3984781870" sldId="289"/>
        </pc:sldMkLst>
        <pc:picChg chg="del">
          <ac:chgData name="Pauline Smyth" userId="de5ce227-53e3-42c9-b7e0-2fb7785ba6f5" providerId="ADAL" clId="{6255E3C0-2251-4446-9FA1-F92B6196B021}" dt="2022-10-11T20:39:19.733" v="3242" actId="478"/>
          <ac:picMkLst>
            <pc:docMk/>
            <pc:sldMk cId="3984781870" sldId="289"/>
            <ac:picMk id="5" creationId="{05740861-5E08-2347-965D-F7ECC4F2F866}"/>
          </ac:picMkLst>
        </pc:picChg>
        <pc:picChg chg="add mod">
          <ac:chgData name="Pauline Smyth" userId="de5ce227-53e3-42c9-b7e0-2fb7785ba6f5" providerId="ADAL" clId="{6255E3C0-2251-4446-9FA1-F92B6196B021}" dt="2022-10-11T20:40:51.991" v="3247" actId="14100"/>
          <ac:picMkLst>
            <pc:docMk/>
            <pc:sldMk cId="3984781870" sldId="289"/>
            <ac:picMk id="6" creationId="{989AFCDA-8101-1344-F6D1-23314BF9E38C}"/>
          </ac:picMkLst>
        </pc:picChg>
      </pc:sldChg>
      <pc:sldChg chg="addSp modSp add mod ord">
        <pc:chgData name="Pauline Smyth" userId="de5ce227-53e3-42c9-b7e0-2fb7785ba6f5" providerId="ADAL" clId="{6255E3C0-2251-4446-9FA1-F92B6196B021}" dt="2022-10-11T20:52:03.376" v="3673" actId="20577"/>
        <pc:sldMkLst>
          <pc:docMk/>
          <pc:sldMk cId="1848093287" sldId="290"/>
        </pc:sldMkLst>
        <pc:spChg chg="mod">
          <ac:chgData name="Pauline Smyth" userId="de5ce227-53e3-42c9-b7e0-2fb7785ba6f5" providerId="ADAL" clId="{6255E3C0-2251-4446-9FA1-F92B6196B021}" dt="2022-10-11T20:48:39.737" v="3503" actId="1076"/>
          <ac:spMkLst>
            <pc:docMk/>
            <pc:sldMk cId="1848093287" sldId="290"/>
            <ac:spMk id="2" creationId="{08B27EC4-2CB0-D808-921E-F2F1D9D2F719}"/>
          </ac:spMkLst>
        </pc:spChg>
        <pc:spChg chg="mod">
          <ac:chgData name="Pauline Smyth" userId="de5ce227-53e3-42c9-b7e0-2fb7785ba6f5" providerId="ADAL" clId="{6255E3C0-2251-4446-9FA1-F92B6196B021}" dt="2022-10-11T20:52:03.376" v="3673" actId="20577"/>
          <ac:spMkLst>
            <pc:docMk/>
            <pc:sldMk cId="1848093287" sldId="290"/>
            <ac:spMk id="3" creationId="{637BE77E-CE09-7119-664F-3886EAE1633D}"/>
          </ac:spMkLst>
        </pc:spChg>
        <pc:picChg chg="add mod">
          <ac:chgData name="Pauline Smyth" userId="de5ce227-53e3-42c9-b7e0-2fb7785ba6f5" providerId="ADAL" clId="{6255E3C0-2251-4446-9FA1-F92B6196B021}" dt="2022-10-11T20:48:21.661" v="3501" actId="14100"/>
          <ac:picMkLst>
            <pc:docMk/>
            <pc:sldMk cId="1848093287" sldId="290"/>
            <ac:picMk id="5" creationId="{A6E3FB3C-2651-DFC1-7BAA-CD871EA9D17C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1T21:56:45.425" v="4962" actId="113"/>
        <pc:sldMkLst>
          <pc:docMk/>
          <pc:sldMk cId="836323462" sldId="291"/>
        </pc:sldMkLst>
        <pc:spChg chg="mod">
          <ac:chgData name="Pauline Smyth" userId="de5ce227-53e3-42c9-b7e0-2fb7785ba6f5" providerId="ADAL" clId="{6255E3C0-2251-4446-9FA1-F92B6196B021}" dt="2022-10-11T21:56:45.425" v="4962" actId="113"/>
          <ac:spMkLst>
            <pc:docMk/>
            <pc:sldMk cId="836323462" sldId="291"/>
            <ac:spMk id="3" creationId="{637BE77E-CE09-7119-664F-3886EAE1633D}"/>
          </ac:spMkLst>
        </pc:spChg>
        <pc:graphicFrameChg chg="add del mod modGraphic">
          <ac:chgData name="Pauline Smyth" userId="de5ce227-53e3-42c9-b7e0-2fb7785ba6f5" providerId="ADAL" clId="{6255E3C0-2251-4446-9FA1-F92B6196B021}" dt="2022-10-11T21:49:24.088" v="4443" actId="478"/>
          <ac:graphicFrameMkLst>
            <pc:docMk/>
            <pc:sldMk cId="836323462" sldId="291"/>
            <ac:graphicFrameMk id="7" creationId="{BBF28CAB-8675-ECDD-D932-9BB16B88427D}"/>
          </ac:graphicFrameMkLst>
        </pc:graphicFrameChg>
        <pc:picChg chg="del">
          <ac:chgData name="Pauline Smyth" userId="de5ce227-53e3-42c9-b7e0-2fb7785ba6f5" providerId="ADAL" clId="{6255E3C0-2251-4446-9FA1-F92B6196B021}" dt="2022-10-11T20:49:02.449" v="3505" actId="478"/>
          <ac:picMkLst>
            <pc:docMk/>
            <pc:sldMk cId="836323462" sldId="291"/>
            <ac:picMk id="5" creationId="{A6E3FB3C-2651-DFC1-7BAA-CD871EA9D17C}"/>
          </ac:picMkLst>
        </pc:picChg>
        <pc:picChg chg="add del mod">
          <ac:chgData name="Pauline Smyth" userId="de5ce227-53e3-42c9-b7e0-2fb7785ba6f5" providerId="ADAL" clId="{6255E3C0-2251-4446-9FA1-F92B6196B021}" dt="2022-10-11T20:57:45.335" v="3906" actId="478"/>
          <ac:picMkLst>
            <pc:docMk/>
            <pc:sldMk cId="836323462" sldId="291"/>
            <ac:picMk id="6" creationId="{0C1030F9-A27D-AFCF-DADF-48162EEAEDBE}"/>
          </ac:picMkLst>
        </pc:picChg>
        <pc:picChg chg="add mod">
          <ac:chgData name="Pauline Smyth" userId="de5ce227-53e3-42c9-b7e0-2fb7785ba6f5" providerId="ADAL" clId="{6255E3C0-2251-4446-9FA1-F92B6196B021}" dt="2022-10-11T21:54:32.740" v="4750" actId="1076"/>
          <ac:picMkLst>
            <pc:docMk/>
            <pc:sldMk cId="836323462" sldId="291"/>
            <ac:picMk id="8" creationId="{E57D805B-B269-E049-7BC4-7B4DE1D81324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1T21:27:52.362" v="4153" actId="20577"/>
        <pc:sldMkLst>
          <pc:docMk/>
          <pc:sldMk cId="1299392832" sldId="292"/>
        </pc:sldMkLst>
        <pc:spChg chg="mod">
          <ac:chgData name="Pauline Smyth" userId="de5ce227-53e3-42c9-b7e0-2fb7785ba6f5" providerId="ADAL" clId="{6255E3C0-2251-4446-9FA1-F92B6196B021}" dt="2022-10-11T21:03:28.150" v="4000" actId="20577"/>
          <ac:spMkLst>
            <pc:docMk/>
            <pc:sldMk cId="1299392832" sldId="292"/>
            <ac:spMk id="2" creationId="{08B27EC4-2CB0-D808-921E-F2F1D9D2F719}"/>
          </ac:spMkLst>
        </pc:spChg>
        <pc:spChg chg="del mod">
          <ac:chgData name="Pauline Smyth" userId="de5ce227-53e3-42c9-b7e0-2fb7785ba6f5" providerId="ADAL" clId="{6255E3C0-2251-4446-9FA1-F92B6196B021}" dt="2022-10-11T21:04:36.592" v="4002"/>
          <ac:spMkLst>
            <pc:docMk/>
            <pc:sldMk cId="1299392832" sldId="292"/>
            <ac:spMk id="3" creationId="{637BE77E-CE09-7119-664F-3886EAE1633D}"/>
          </ac:spMkLst>
        </pc:spChg>
        <pc:spChg chg="add mod">
          <ac:chgData name="Pauline Smyth" userId="de5ce227-53e3-42c9-b7e0-2fb7785ba6f5" providerId="ADAL" clId="{6255E3C0-2251-4446-9FA1-F92B6196B021}" dt="2022-10-11T21:27:52.362" v="4153" actId="20577"/>
          <ac:spMkLst>
            <pc:docMk/>
            <pc:sldMk cId="1299392832" sldId="292"/>
            <ac:spMk id="4" creationId="{822E337E-45F3-B3F4-0AE6-BC3E5255D385}"/>
          </ac:spMkLst>
        </pc:spChg>
        <pc:spChg chg="add del">
          <ac:chgData name="Pauline Smyth" userId="de5ce227-53e3-42c9-b7e0-2fb7785ba6f5" providerId="ADAL" clId="{6255E3C0-2251-4446-9FA1-F92B6196B021}" dt="2022-10-11T21:21:17.337" v="4052" actId="22"/>
          <ac:spMkLst>
            <pc:docMk/>
            <pc:sldMk cId="1299392832" sldId="292"/>
            <ac:spMk id="6" creationId="{3BC91BD3-058F-8745-7630-0A53DCE9E66C}"/>
          </ac:spMkLst>
        </pc:spChg>
        <pc:graphicFrameChg chg="mod modGraphic">
          <ac:chgData name="Pauline Smyth" userId="de5ce227-53e3-42c9-b7e0-2fb7785ba6f5" providerId="ADAL" clId="{6255E3C0-2251-4446-9FA1-F92B6196B021}" dt="2022-10-11T21:23:14.854" v="4098" actId="20577"/>
          <ac:graphicFrameMkLst>
            <pc:docMk/>
            <pc:sldMk cId="1299392832" sldId="292"/>
            <ac:graphicFrameMk id="7" creationId="{BBF28CAB-8675-ECDD-D932-9BB16B88427D}"/>
          </ac:graphicFrameMkLst>
        </pc:graphicFrameChg>
        <pc:picChg chg="add mod">
          <ac:chgData name="Pauline Smyth" userId="de5ce227-53e3-42c9-b7e0-2fb7785ba6f5" providerId="ADAL" clId="{6255E3C0-2251-4446-9FA1-F92B6196B021}" dt="2022-10-11T21:21:36.885" v="4054" actId="1076"/>
          <ac:picMkLst>
            <pc:docMk/>
            <pc:sldMk cId="1299392832" sldId="292"/>
            <ac:picMk id="9" creationId="{F2582139-4D34-8639-31C0-D07EA19CF518}"/>
          </ac:picMkLst>
        </pc:picChg>
      </pc:sldChg>
      <pc:sldChg chg="add">
        <pc:chgData name="Pauline Smyth" userId="de5ce227-53e3-42c9-b7e0-2fb7785ba6f5" providerId="ADAL" clId="{6255E3C0-2251-4446-9FA1-F92B6196B021}" dt="2022-10-11T21:28:59.620" v="4154"/>
        <pc:sldMkLst>
          <pc:docMk/>
          <pc:sldMk cId="2526680911" sldId="293"/>
        </pc:sldMkLst>
      </pc:sldChg>
      <pc:sldChg chg="addSp delSp modSp add mod">
        <pc:chgData name="Pauline Smyth" userId="de5ce227-53e3-42c9-b7e0-2fb7785ba6f5" providerId="ADAL" clId="{6255E3C0-2251-4446-9FA1-F92B6196B021}" dt="2022-10-11T21:38:33.197" v="4293" actId="20577"/>
        <pc:sldMkLst>
          <pc:docMk/>
          <pc:sldMk cId="3021145269" sldId="294"/>
        </pc:sldMkLst>
        <pc:spChg chg="mod">
          <ac:chgData name="Pauline Smyth" userId="de5ce227-53e3-42c9-b7e0-2fb7785ba6f5" providerId="ADAL" clId="{6255E3C0-2251-4446-9FA1-F92B6196B021}" dt="2022-10-11T21:33:25.158" v="4188" actId="14100"/>
          <ac:spMkLst>
            <pc:docMk/>
            <pc:sldMk cId="3021145269" sldId="294"/>
            <ac:spMk id="2" creationId="{08B27EC4-2CB0-D808-921E-F2F1D9D2F719}"/>
          </ac:spMkLst>
        </pc:spChg>
        <pc:spChg chg="mod">
          <ac:chgData name="Pauline Smyth" userId="de5ce227-53e3-42c9-b7e0-2fb7785ba6f5" providerId="ADAL" clId="{6255E3C0-2251-4446-9FA1-F92B6196B021}" dt="2022-10-11T21:38:33.197" v="4293" actId="20577"/>
          <ac:spMkLst>
            <pc:docMk/>
            <pc:sldMk cId="3021145269" sldId="294"/>
            <ac:spMk id="4" creationId="{822E337E-45F3-B3F4-0AE6-BC3E5255D385}"/>
          </ac:spMkLst>
        </pc:spChg>
        <pc:graphicFrameChg chg="del">
          <ac:chgData name="Pauline Smyth" userId="de5ce227-53e3-42c9-b7e0-2fb7785ba6f5" providerId="ADAL" clId="{6255E3C0-2251-4446-9FA1-F92B6196B021}" dt="2022-10-11T21:33:17.949" v="4186" actId="478"/>
          <ac:graphicFrameMkLst>
            <pc:docMk/>
            <pc:sldMk cId="3021145269" sldId="294"/>
            <ac:graphicFrameMk id="7" creationId="{BBF28CAB-8675-ECDD-D932-9BB16B88427D}"/>
          </ac:graphicFrameMkLst>
        </pc:graphicFrameChg>
        <pc:picChg chg="add del mod">
          <ac:chgData name="Pauline Smyth" userId="de5ce227-53e3-42c9-b7e0-2fb7785ba6f5" providerId="ADAL" clId="{6255E3C0-2251-4446-9FA1-F92B6196B021}" dt="2022-10-11T21:38:02.836" v="4287" actId="478"/>
          <ac:picMkLst>
            <pc:docMk/>
            <pc:sldMk cId="3021145269" sldId="294"/>
            <ac:picMk id="3" creationId="{7A37D2D1-8372-0AF1-275B-F488ACF0EAB1}"/>
          </ac:picMkLst>
        </pc:picChg>
        <pc:picChg chg="add del mod">
          <ac:chgData name="Pauline Smyth" userId="de5ce227-53e3-42c9-b7e0-2fb7785ba6f5" providerId="ADAL" clId="{6255E3C0-2251-4446-9FA1-F92B6196B021}" dt="2022-10-11T21:37:14.982" v="4283"/>
          <ac:picMkLst>
            <pc:docMk/>
            <pc:sldMk cId="3021145269" sldId="294"/>
            <ac:picMk id="5" creationId="{498C8380-3369-639A-F402-8E2B73578200}"/>
          </ac:picMkLst>
        </pc:picChg>
        <pc:picChg chg="del">
          <ac:chgData name="Pauline Smyth" userId="de5ce227-53e3-42c9-b7e0-2fb7785ba6f5" providerId="ADAL" clId="{6255E3C0-2251-4446-9FA1-F92B6196B021}" dt="2022-10-11T21:33:20.076" v="4187" actId="478"/>
          <ac:picMkLst>
            <pc:docMk/>
            <pc:sldMk cId="3021145269" sldId="294"/>
            <ac:picMk id="9" creationId="{F2582139-4D34-8639-31C0-D07EA19CF518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1T22:18:19.612" v="5215" actId="14100"/>
        <pc:sldMkLst>
          <pc:docMk/>
          <pc:sldMk cId="3028137123" sldId="295"/>
        </pc:sldMkLst>
        <pc:spChg chg="mod">
          <ac:chgData name="Pauline Smyth" userId="de5ce227-53e3-42c9-b7e0-2fb7785ba6f5" providerId="ADAL" clId="{6255E3C0-2251-4446-9FA1-F92B6196B021}" dt="2022-10-11T21:40:48.270" v="4326" actId="20577"/>
          <ac:spMkLst>
            <pc:docMk/>
            <pc:sldMk cId="3028137123" sldId="295"/>
            <ac:spMk id="4" creationId="{822E337E-45F3-B3F4-0AE6-BC3E5255D385}"/>
          </ac:spMkLst>
        </pc:spChg>
        <pc:grpChg chg="del mod">
          <ac:chgData name="Pauline Smyth" userId="de5ce227-53e3-42c9-b7e0-2fb7785ba6f5" providerId="ADAL" clId="{6255E3C0-2251-4446-9FA1-F92B6196B021}" dt="2022-10-11T21:43:01.956" v="4347"/>
          <ac:grpSpMkLst>
            <pc:docMk/>
            <pc:sldMk cId="3028137123" sldId="295"/>
            <ac:grpSpMk id="14" creationId="{3DDB3AC9-00D0-6B2D-08B2-DD3D65C2A29C}"/>
          </ac:grpSpMkLst>
        </pc:grpChg>
        <pc:grpChg chg="del mod">
          <ac:chgData name="Pauline Smyth" userId="de5ce227-53e3-42c9-b7e0-2fb7785ba6f5" providerId="ADAL" clId="{6255E3C0-2251-4446-9FA1-F92B6196B021}" dt="2022-10-11T21:44:04.495" v="4373"/>
          <ac:grpSpMkLst>
            <pc:docMk/>
            <pc:sldMk cId="3028137123" sldId="295"/>
            <ac:grpSpMk id="18" creationId="{93CC0725-2CC7-0032-02F9-6187F0611110}"/>
          </ac:grpSpMkLst>
        </pc:grpChg>
        <pc:grpChg chg="add del mod">
          <ac:chgData name="Pauline Smyth" userId="de5ce227-53e3-42c9-b7e0-2fb7785ba6f5" providerId="ADAL" clId="{6255E3C0-2251-4446-9FA1-F92B6196B021}" dt="2022-10-11T21:43:31.815" v="4357"/>
          <ac:grpSpMkLst>
            <pc:docMk/>
            <pc:sldMk cId="3028137123" sldId="295"/>
            <ac:grpSpMk id="22" creationId="{275A771B-DAD6-DA3F-8DE0-E7EB97DB9B6B}"/>
          </ac:grpSpMkLst>
        </pc:grpChg>
        <pc:grpChg chg="mod">
          <ac:chgData name="Pauline Smyth" userId="de5ce227-53e3-42c9-b7e0-2fb7785ba6f5" providerId="ADAL" clId="{6255E3C0-2251-4446-9FA1-F92B6196B021}" dt="2022-10-11T21:43:31.565" v="4355"/>
          <ac:grpSpMkLst>
            <pc:docMk/>
            <pc:sldMk cId="3028137123" sldId="295"/>
            <ac:grpSpMk id="24" creationId="{FCAE8FDB-FBAB-F2C1-4D49-30EC84ACE40E}"/>
          </ac:grpSpMkLst>
        </pc:grpChg>
        <pc:grpChg chg="del mod">
          <ac:chgData name="Pauline Smyth" userId="de5ce227-53e3-42c9-b7e0-2fb7785ba6f5" providerId="ADAL" clId="{6255E3C0-2251-4446-9FA1-F92B6196B021}" dt="2022-10-11T21:44:04.495" v="4373"/>
          <ac:grpSpMkLst>
            <pc:docMk/>
            <pc:sldMk cId="3028137123" sldId="295"/>
            <ac:grpSpMk id="27" creationId="{121B8932-5BA4-5A9D-94A9-A16880544082}"/>
          </ac:grpSpMkLst>
        </pc:grpChg>
        <pc:grpChg chg="del mod">
          <ac:chgData name="Pauline Smyth" userId="de5ce227-53e3-42c9-b7e0-2fb7785ba6f5" providerId="ADAL" clId="{6255E3C0-2251-4446-9FA1-F92B6196B021}" dt="2022-10-11T21:43:55.825" v="4367"/>
          <ac:grpSpMkLst>
            <pc:docMk/>
            <pc:sldMk cId="3028137123" sldId="295"/>
            <ac:grpSpMk id="30" creationId="{DC2BC71F-4E30-2E70-6D44-771800CB4A1A}"/>
          </ac:grpSpMkLst>
        </pc:grpChg>
        <pc:grpChg chg="del mod">
          <ac:chgData name="Pauline Smyth" userId="de5ce227-53e3-42c9-b7e0-2fb7785ba6f5" providerId="ADAL" clId="{6255E3C0-2251-4446-9FA1-F92B6196B021}" dt="2022-10-11T21:43:58.730" v="4369"/>
          <ac:grpSpMkLst>
            <pc:docMk/>
            <pc:sldMk cId="3028137123" sldId="295"/>
            <ac:grpSpMk id="32" creationId="{2B53E56A-4AC9-3438-7465-3E7307B349BD}"/>
          </ac:grpSpMkLst>
        </pc:grpChg>
        <pc:grpChg chg="mod">
          <ac:chgData name="Pauline Smyth" userId="de5ce227-53e3-42c9-b7e0-2fb7785ba6f5" providerId="ADAL" clId="{6255E3C0-2251-4446-9FA1-F92B6196B021}" dt="2022-10-11T21:43:58.730" v="4369"/>
          <ac:grpSpMkLst>
            <pc:docMk/>
            <pc:sldMk cId="3028137123" sldId="295"/>
            <ac:grpSpMk id="34" creationId="{E3BB038B-6D3F-FE06-ADE9-C7C99FE7AD2C}"/>
          </ac:grpSpMkLst>
        </pc:grpChg>
        <pc:grpChg chg="mod">
          <ac:chgData name="Pauline Smyth" userId="de5ce227-53e3-42c9-b7e0-2fb7785ba6f5" providerId="ADAL" clId="{6255E3C0-2251-4446-9FA1-F92B6196B021}" dt="2022-10-11T21:44:04.495" v="4373"/>
          <ac:grpSpMkLst>
            <pc:docMk/>
            <pc:sldMk cId="3028137123" sldId="295"/>
            <ac:grpSpMk id="38" creationId="{02B4003F-E05A-C995-B2D3-AD7ACB2BC408}"/>
          </ac:grpSpMkLst>
        </pc:grpChg>
        <pc:grpChg chg="mod">
          <ac:chgData name="Pauline Smyth" userId="de5ce227-53e3-42c9-b7e0-2fb7785ba6f5" providerId="ADAL" clId="{6255E3C0-2251-4446-9FA1-F92B6196B021}" dt="2022-10-11T21:44:19.967" v="4380"/>
          <ac:grpSpMkLst>
            <pc:docMk/>
            <pc:sldMk cId="3028137123" sldId="295"/>
            <ac:grpSpMk id="45" creationId="{FBE80483-D7A5-440A-6260-CE999352E3A2}"/>
          </ac:grpSpMkLst>
        </pc:grpChg>
        <pc:grpChg chg="add del mod">
          <ac:chgData name="Pauline Smyth" userId="de5ce227-53e3-42c9-b7e0-2fb7785ba6f5" providerId="ADAL" clId="{6255E3C0-2251-4446-9FA1-F92B6196B021}" dt="2022-10-11T21:44:57.663" v="4398"/>
          <ac:grpSpMkLst>
            <pc:docMk/>
            <pc:sldMk cId="3028137123" sldId="295"/>
            <ac:grpSpMk id="51" creationId="{2B50DAB2-400B-64CE-D40E-AC026D194C97}"/>
          </ac:grpSpMkLst>
        </pc:grpChg>
        <pc:grpChg chg="add del mod">
          <ac:chgData name="Pauline Smyth" userId="de5ce227-53e3-42c9-b7e0-2fb7785ba6f5" providerId="ADAL" clId="{6255E3C0-2251-4446-9FA1-F92B6196B021}" dt="2022-10-11T21:44:53.107" v="4394"/>
          <ac:grpSpMkLst>
            <pc:docMk/>
            <pc:sldMk cId="3028137123" sldId="295"/>
            <ac:grpSpMk id="53" creationId="{69F7D5C3-5981-B201-0286-ABC0DF4C71F4}"/>
          </ac:grpSpMkLst>
        </pc:grpChg>
        <pc:grpChg chg="mod">
          <ac:chgData name="Pauline Smyth" userId="de5ce227-53e3-42c9-b7e0-2fb7785ba6f5" providerId="ADAL" clId="{6255E3C0-2251-4446-9FA1-F92B6196B021}" dt="2022-10-11T21:44:52.841" v="4392"/>
          <ac:grpSpMkLst>
            <pc:docMk/>
            <pc:sldMk cId="3028137123" sldId="295"/>
            <ac:grpSpMk id="55" creationId="{57A48545-5E7D-78F6-F152-30107F36334F}"/>
          </ac:grpSpMkLst>
        </pc:grpChg>
        <pc:grpChg chg="mod">
          <ac:chgData name="Pauline Smyth" userId="de5ce227-53e3-42c9-b7e0-2fb7785ba6f5" providerId="ADAL" clId="{6255E3C0-2251-4446-9FA1-F92B6196B021}" dt="2022-10-11T21:44:57.663" v="4398"/>
          <ac:grpSpMkLst>
            <pc:docMk/>
            <pc:sldMk cId="3028137123" sldId="295"/>
            <ac:grpSpMk id="59" creationId="{D6652036-DC44-41BF-A3B4-E720F75DC03A}"/>
          </ac:grpSpMkLst>
        </pc:grpChg>
        <pc:grpChg chg="del mod">
          <ac:chgData name="Pauline Smyth" userId="de5ce227-53e3-42c9-b7e0-2fb7785ba6f5" providerId="ADAL" clId="{6255E3C0-2251-4446-9FA1-F92B6196B021}" dt="2022-10-11T21:46:00.219" v="4408"/>
          <ac:grpSpMkLst>
            <pc:docMk/>
            <pc:sldMk cId="3028137123" sldId="295"/>
            <ac:grpSpMk id="65" creationId="{C9B11BF0-36CB-07AE-D6B4-C5FFFFF82FA9}"/>
          </ac:grpSpMkLst>
        </pc:grpChg>
        <pc:grpChg chg="del mod">
          <ac:chgData name="Pauline Smyth" userId="de5ce227-53e3-42c9-b7e0-2fb7785ba6f5" providerId="ADAL" clId="{6255E3C0-2251-4446-9FA1-F92B6196B021}" dt="2022-10-11T21:46:02.203" v="4411"/>
          <ac:grpSpMkLst>
            <pc:docMk/>
            <pc:sldMk cId="3028137123" sldId="295"/>
            <ac:grpSpMk id="67" creationId="{223E2D1F-3603-8D08-12E7-F6811790D065}"/>
          </ac:grpSpMkLst>
        </pc:grpChg>
        <pc:grpChg chg="mod">
          <ac:chgData name="Pauline Smyth" userId="de5ce227-53e3-42c9-b7e0-2fb7785ba6f5" providerId="ADAL" clId="{6255E3C0-2251-4446-9FA1-F92B6196B021}" dt="2022-10-11T21:46:02.203" v="4411"/>
          <ac:grpSpMkLst>
            <pc:docMk/>
            <pc:sldMk cId="3028137123" sldId="295"/>
            <ac:grpSpMk id="70" creationId="{8FD98807-073C-28C8-80F2-B326FF718D69}"/>
          </ac:grpSpMkLst>
        </pc:grpChg>
        <pc:grpChg chg="mod">
          <ac:chgData name="Pauline Smyth" userId="de5ce227-53e3-42c9-b7e0-2fb7785ba6f5" providerId="ADAL" clId="{6255E3C0-2251-4446-9FA1-F92B6196B021}" dt="2022-10-11T21:46:04.015" v="4414"/>
          <ac:grpSpMkLst>
            <pc:docMk/>
            <pc:sldMk cId="3028137123" sldId="295"/>
            <ac:grpSpMk id="73" creationId="{AC836732-CF50-9F95-220B-2ED8E379FD26}"/>
          </ac:grpSpMkLst>
        </pc:grpChg>
        <pc:grpChg chg="del mod">
          <ac:chgData name="Pauline Smyth" userId="de5ce227-53e3-42c9-b7e0-2fb7785ba6f5" providerId="ADAL" clId="{6255E3C0-2251-4446-9FA1-F92B6196B021}" dt="2022-10-11T21:46:11.623" v="4421"/>
          <ac:grpSpMkLst>
            <pc:docMk/>
            <pc:sldMk cId="3028137123" sldId="295"/>
            <ac:grpSpMk id="78" creationId="{7B5BC57C-E608-7BA7-4C79-A2090AEE9E0D}"/>
          </ac:grpSpMkLst>
        </pc:grpChg>
        <pc:grpChg chg="del mod">
          <ac:chgData name="Pauline Smyth" userId="de5ce227-53e3-42c9-b7e0-2fb7785ba6f5" providerId="ADAL" clId="{6255E3C0-2251-4446-9FA1-F92B6196B021}" dt="2022-10-11T21:46:13.419" v="4423"/>
          <ac:grpSpMkLst>
            <pc:docMk/>
            <pc:sldMk cId="3028137123" sldId="295"/>
            <ac:grpSpMk id="80" creationId="{4C420BA3-2B21-B7B7-09A7-0283C9B61DD4}"/>
          </ac:grpSpMkLst>
        </pc:grpChg>
        <pc:grpChg chg="mod">
          <ac:chgData name="Pauline Smyth" userId="de5ce227-53e3-42c9-b7e0-2fb7785ba6f5" providerId="ADAL" clId="{6255E3C0-2251-4446-9FA1-F92B6196B021}" dt="2022-10-11T21:46:13.419" v="4423"/>
          <ac:grpSpMkLst>
            <pc:docMk/>
            <pc:sldMk cId="3028137123" sldId="295"/>
            <ac:grpSpMk id="82" creationId="{A30890C1-9A53-8FF9-9E26-BB744A4A1E54}"/>
          </ac:grpSpMkLst>
        </pc:grpChg>
        <pc:grpChg chg="mod">
          <ac:chgData name="Pauline Smyth" userId="de5ce227-53e3-42c9-b7e0-2fb7785ba6f5" providerId="ADAL" clId="{6255E3C0-2251-4446-9FA1-F92B6196B021}" dt="2022-10-11T21:46:30.338" v="4427"/>
          <ac:grpSpMkLst>
            <pc:docMk/>
            <pc:sldMk cId="3028137123" sldId="295"/>
            <ac:grpSpMk id="86" creationId="{51C2E721-8EF3-7925-B23F-BB90D3D41B12}"/>
          </ac:grpSpMkLst>
        </pc:grpChg>
        <pc:picChg chg="add mod">
          <ac:chgData name="Pauline Smyth" userId="de5ce227-53e3-42c9-b7e0-2fb7785ba6f5" providerId="ADAL" clId="{6255E3C0-2251-4446-9FA1-F92B6196B021}" dt="2022-10-11T22:18:19.612" v="5215" actId="14100"/>
          <ac:picMkLst>
            <pc:docMk/>
            <pc:sldMk cId="3028137123" sldId="295"/>
            <ac:picMk id="3" creationId="{98EE83BF-31D9-9AD8-632F-02B8380A98C6}"/>
          </ac:picMkLst>
        </pc:picChg>
        <pc:inkChg chg="add del">
          <ac:chgData name="Pauline Smyth" userId="de5ce227-53e3-42c9-b7e0-2fb7785ba6f5" providerId="ADAL" clId="{6255E3C0-2251-4446-9FA1-F92B6196B021}" dt="2022-10-11T21:41:48.096" v="4330" actId="9405"/>
          <ac:inkMkLst>
            <pc:docMk/>
            <pc:sldMk cId="3028137123" sldId="295"/>
            <ac:inkMk id="5" creationId="{DD0B925A-C60C-46C7-4A2E-125C45CDC19D}"/>
          </ac:inkMkLst>
        </pc:inkChg>
        <pc:inkChg chg="add del">
          <ac:chgData name="Pauline Smyth" userId="de5ce227-53e3-42c9-b7e0-2fb7785ba6f5" providerId="ADAL" clId="{6255E3C0-2251-4446-9FA1-F92B6196B021}" dt="2022-10-11T21:42:02.228" v="4332" actId="9405"/>
          <ac:inkMkLst>
            <pc:docMk/>
            <pc:sldMk cId="3028137123" sldId="295"/>
            <ac:inkMk id="6" creationId="{12D30FB9-3226-0768-10D0-0E282A643B4F}"/>
          </ac:inkMkLst>
        </pc:inkChg>
        <pc:inkChg chg="add del">
          <ac:chgData name="Pauline Smyth" userId="de5ce227-53e3-42c9-b7e0-2fb7785ba6f5" providerId="ADAL" clId="{6255E3C0-2251-4446-9FA1-F92B6196B021}" dt="2022-10-11T21:42:14.950" v="4334" actId="9405"/>
          <ac:inkMkLst>
            <pc:docMk/>
            <pc:sldMk cId="3028137123" sldId="295"/>
            <ac:inkMk id="7" creationId="{75AE1963-C604-DCD5-CA39-1F5699CB0E82}"/>
          </ac:inkMkLst>
        </pc:inkChg>
        <pc:inkChg chg="add">
          <ac:chgData name="Pauline Smyth" userId="de5ce227-53e3-42c9-b7e0-2fb7785ba6f5" providerId="ADAL" clId="{6255E3C0-2251-4446-9FA1-F92B6196B021}" dt="2022-10-11T21:42:23.593" v="4335" actId="9405"/>
          <ac:inkMkLst>
            <pc:docMk/>
            <pc:sldMk cId="3028137123" sldId="295"/>
            <ac:inkMk id="8" creationId="{DDF4B901-895C-92A9-2747-2B744BC05DD9}"/>
          </ac:inkMkLst>
        </pc:inkChg>
        <pc:inkChg chg="add del">
          <ac:chgData name="Pauline Smyth" userId="de5ce227-53e3-42c9-b7e0-2fb7785ba6f5" providerId="ADAL" clId="{6255E3C0-2251-4446-9FA1-F92B6196B021}" dt="2022-10-11T21:42:48.597" v="4339" actId="9405"/>
          <ac:inkMkLst>
            <pc:docMk/>
            <pc:sldMk cId="3028137123" sldId="295"/>
            <ac:inkMk id="9" creationId="{ADEE4052-6E93-95E5-A2DF-4F0C06598036}"/>
          </ac:inkMkLst>
        </pc:inkChg>
        <pc:inkChg chg="add del">
          <ac:chgData name="Pauline Smyth" userId="de5ce227-53e3-42c9-b7e0-2fb7785ba6f5" providerId="ADAL" clId="{6255E3C0-2251-4446-9FA1-F92B6196B021}" dt="2022-10-11T21:42:48.206" v="4338" actId="9405"/>
          <ac:inkMkLst>
            <pc:docMk/>
            <pc:sldMk cId="3028137123" sldId="295"/>
            <ac:inkMk id="10" creationId="{055DDF1C-D1F7-0CC4-290C-B4FE8276DAC1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11" creationId="{C1DEE893-5754-057F-62B5-0A04960D28DE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12" creationId="{30C55F94-90D2-E199-9A46-EFD8FE7104CA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13" creationId="{4914FBA3-FB0B-F894-3CDB-1BEEB71334A5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15" creationId="{5DF98734-36D7-A9F4-7A0B-375C40FCB828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16" creationId="{3DBB786E-A463-D5DC-9795-E1D0A472F862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17" creationId="{7770F852-8985-8497-719D-5CFA44F272E8}"/>
          </ac:inkMkLst>
        </pc:inkChg>
        <pc:inkChg chg="add del">
          <ac:chgData name="Pauline Smyth" userId="de5ce227-53e3-42c9-b7e0-2fb7785ba6f5" providerId="ADAL" clId="{6255E3C0-2251-4446-9FA1-F92B6196B021}" dt="2022-10-11T21:43:32.908" v="4359" actId="9405"/>
          <ac:inkMkLst>
            <pc:docMk/>
            <pc:sldMk cId="3028137123" sldId="295"/>
            <ac:inkMk id="19" creationId="{6DBCF1FC-B83A-5D89-3D11-92C776128AF9}"/>
          </ac:inkMkLst>
        </pc:inkChg>
        <pc:inkChg chg="add del mod">
          <ac:chgData name="Pauline Smyth" userId="de5ce227-53e3-42c9-b7e0-2fb7785ba6f5" providerId="ADAL" clId="{6255E3C0-2251-4446-9FA1-F92B6196B021}" dt="2022-10-11T21:43:32.767" v="4358" actId="9405"/>
          <ac:inkMkLst>
            <pc:docMk/>
            <pc:sldMk cId="3028137123" sldId="295"/>
            <ac:inkMk id="20" creationId="{FD9D971E-DEE8-D955-D1A1-5D96B09EC71C}"/>
          </ac:inkMkLst>
        </pc:inkChg>
        <pc:inkChg chg="add del mod">
          <ac:chgData name="Pauline Smyth" userId="de5ce227-53e3-42c9-b7e0-2fb7785ba6f5" providerId="ADAL" clId="{6255E3C0-2251-4446-9FA1-F92B6196B021}" dt="2022-10-11T21:43:31.815" v="4357"/>
          <ac:inkMkLst>
            <pc:docMk/>
            <pc:sldMk cId="3028137123" sldId="295"/>
            <ac:inkMk id="21" creationId="{B66995F0-2EA8-C42D-0563-9AAF628393C7}"/>
          </ac:inkMkLst>
        </pc:inkChg>
        <pc:inkChg chg="add del mod">
          <ac:chgData name="Pauline Smyth" userId="de5ce227-53e3-42c9-b7e0-2fb7785ba6f5" providerId="ADAL" clId="{6255E3C0-2251-4446-9FA1-F92B6196B021}" dt="2022-10-11T21:43:31.565" v="4355"/>
          <ac:inkMkLst>
            <pc:docMk/>
            <pc:sldMk cId="3028137123" sldId="295"/>
            <ac:inkMk id="23" creationId="{D2EB16C2-FB0A-2D47-6120-B0424B6C61FB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25" creationId="{04ABCF88-822F-C225-BE85-B9B2614BE4DA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26" creationId="{51E8562E-0B6C-1ADE-CB1E-5C34EC24EA66}"/>
          </ac:inkMkLst>
        </pc:inkChg>
        <pc:inkChg chg="add mod">
          <ac:chgData name="Pauline Smyth" userId="de5ce227-53e3-42c9-b7e0-2fb7785ba6f5" providerId="ADAL" clId="{6255E3C0-2251-4446-9FA1-F92B6196B021}" dt="2022-10-11T21:43:58.730" v="4369"/>
          <ac:inkMkLst>
            <pc:docMk/>
            <pc:sldMk cId="3028137123" sldId="295"/>
            <ac:inkMk id="28" creationId="{4AF80662-C64F-C0DB-5B8C-F0F83A2FB265}"/>
          </ac:inkMkLst>
        </pc:inkChg>
        <pc:inkChg chg="add mod">
          <ac:chgData name="Pauline Smyth" userId="de5ce227-53e3-42c9-b7e0-2fb7785ba6f5" providerId="ADAL" clId="{6255E3C0-2251-4446-9FA1-F92B6196B021}" dt="2022-10-11T21:43:58.730" v="4369"/>
          <ac:inkMkLst>
            <pc:docMk/>
            <pc:sldMk cId="3028137123" sldId="295"/>
            <ac:inkMk id="29" creationId="{7C5C87C6-EE1F-ACF4-3FA5-396688F0FE22}"/>
          </ac:inkMkLst>
        </pc:inkChg>
        <pc:inkChg chg="add mod">
          <ac:chgData name="Pauline Smyth" userId="de5ce227-53e3-42c9-b7e0-2fb7785ba6f5" providerId="ADAL" clId="{6255E3C0-2251-4446-9FA1-F92B6196B021}" dt="2022-10-11T21:43:58.730" v="4369"/>
          <ac:inkMkLst>
            <pc:docMk/>
            <pc:sldMk cId="3028137123" sldId="295"/>
            <ac:inkMk id="31" creationId="{35B5ABF2-82F5-3C37-B8E6-DE716BFA0BA5}"/>
          </ac:inkMkLst>
        </pc:inkChg>
        <pc:inkChg chg="add mod">
          <ac:chgData name="Pauline Smyth" userId="de5ce227-53e3-42c9-b7e0-2fb7785ba6f5" providerId="ADAL" clId="{6255E3C0-2251-4446-9FA1-F92B6196B021}" dt="2022-10-11T21:43:58.730" v="4369"/>
          <ac:inkMkLst>
            <pc:docMk/>
            <pc:sldMk cId="3028137123" sldId="295"/>
            <ac:inkMk id="33" creationId="{38957B22-93B1-6324-C185-0165BEB1381E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35" creationId="{FC68FFCB-AF2C-8AB4-345A-8162E47E6EF1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36" creationId="{139941FE-103C-6ECB-5082-6E2FD607122F}"/>
          </ac:inkMkLst>
        </pc:inkChg>
        <pc:inkChg chg="add mod">
          <ac:chgData name="Pauline Smyth" userId="de5ce227-53e3-42c9-b7e0-2fb7785ba6f5" providerId="ADAL" clId="{6255E3C0-2251-4446-9FA1-F92B6196B021}" dt="2022-10-11T21:44:04.495" v="4373"/>
          <ac:inkMkLst>
            <pc:docMk/>
            <pc:sldMk cId="3028137123" sldId="295"/>
            <ac:inkMk id="37" creationId="{702F908C-036E-A087-A47D-090A62757DE7}"/>
          </ac:inkMkLst>
        </pc:inkChg>
        <pc:inkChg chg="add">
          <ac:chgData name="Pauline Smyth" userId="de5ce227-53e3-42c9-b7e0-2fb7785ba6f5" providerId="ADAL" clId="{6255E3C0-2251-4446-9FA1-F92B6196B021}" dt="2022-10-11T21:44:08.360" v="4374" actId="9405"/>
          <ac:inkMkLst>
            <pc:docMk/>
            <pc:sldMk cId="3028137123" sldId="295"/>
            <ac:inkMk id="39" creationId="{8A706D13-9E31-CD29-F5C2-CD0E64190856}"/>
          </ac:inkMkLst>
        </pc:inkChg>
        <pc:inkChg chg="add">
          <ac:chgData name="Pauline Smyth" userId="de5ce227-53e3-42c9-b7e0-2fb7785ba6f5" providerId="ADAL" clId="{6255E3C0-2251-4446-9FA1-F92B6196B021}" dt="2022-10-11T21:44:10.063" v="4375" actId="9405"/>
          <ac:inkMkLst>
            <pc:docMk/>
            <pc:sldMk cId="3028137123" sldId="295"/>
            <ac:inkMk id="40" creationId="{068FE7FF-AC0B-AE5D-C4E9-AB976525CC12}"/>
          </ac:inkMkLst>
        </pc:inkChg>
        <pc:inkChg chg="add">
          <ac:chgData name="Pauline Smyth" userId="de5ce227-53e3-42c9-b7e0-2fb7785ba6f5" providerId="ADAL" clId="{6255E3C0-2251-4446-9FA1-F92B6196B021}" dt="2022-10-11T21:44:11.906" v="4376" actId="9405"/>
          <ac:inkMkLst>
            <pc:docMk/>
            <pc:sldMk cId="3028137123" sldId="295"/>
            <ac:inkMk id="41" creationId="{28E866DA-F245-54FD-483E-6B3BD52F7F95}"/>
          </ac:inkMkLst>
        </pc:inkChg>
        <pc:inkChg chg="add mod">
          <ac:chgData name="Pauline Smyth" userId="de5ce227-53e3-42c9-b7e0-2fb7785ba6f5" providerId="ADAL" clId="{6255E3C0-2251-4446-9FA1-F92B6196B021}" dt="2022-10-11T21:44:19.967" v="4380"/>
          <ac:inkMkLst>
            <pc:docMk/>
            <pc:sldMk cId="3028137123" sldId="295"/>
            <ac:inkMk id="42" creationId="{C5FF4EBE-C798-9CCC-E190-6AF36DD4D879}"/>
          </ac:inkMkLst>
        </pc:inkChg>
        <pc:inkChg chg="add mod">
          <ac:chgData name="Pauline Smyth" userId="de5ce227-53e3-42c9-b7e0-2fb7785ba6f5" providerId="ADAL" clId="{6255E3C0-2251-4446-9FA1-F92B6196B021}" dt="2022-10-11T21:44:19.967" v="4380"/>
          <ac:inkMkLst>
            <pc:docMk/>
            <pc:sldMk cId="3028137123" sldId="295"/>
            <ac:inkMk id="43" creationId="{12B178BC-8D71-36C2-387A-5303AAA6A688}"/>
          </ac:inkMkLst>
        </pc:inkChg>
        <pc:inkChg chg="add mod">
          <ac:chgData name="Pauline Smyth" userId="de5ce227-53e3-42c9-b7e0-2fb7785ba6f5" providerId="ADAL" clId="{6255E3C0-2251-4446-9FA1-F92B6196B021}" dt="2022-10-11T21:44:19.967" v="4380"/>
          <ac:inkMkLst>
            <pc:docMk/>
            <pc:sldMk cId="3028137123" sldId="295"/>
            <ac:inkMk id="44" creationId="{461DC20C-EDFA-261B-8683-ED09B7A08344}"/>
          </ac:inkMkLst>
        </pc:inkChg>
        <pc:inkChg chg="add">
          <ac:chgData name="Pauline Smyth" userId="de5ce227-53e3-42c9-b7e0-2fb7785ba6f5" providerId="ADAL" clId="{6255E3C0-2251-4446-9FA1-F92B6196B021}" dt="2022-10-11T21:44:22.682" v="4381" actId="9405"/>
          <ac:inkMkLst>
            <pc:docMk/>
            <pc:sldMk cId="3028137123" sldId="295"/>
            <ac:inkMk id="46" creationId="{864D1868-2032-447B-43AE-D706C5037C19}"/>
          </ac:inkMkLst>
        </pc:inkChg>
        <pc:inkChg chg="add">
          <ac:chgData name="Pauline Smyth" userId="de5ce227-53e3-42c9-b7e0-2fb7785ba6f5" providerId="ADAL" clId="{6255E3C0-2251-4446-9FA1-F92B6196B021}" dt="2022-10-11T21:44:24.401" v="4382" actId="9405"/>
          <ac:inkMkLst>
            <pc:docMk/>
            <pc:sldMk cId="3028137123" sldId="295"/>
            <ac:inkMk id="47" creationId="{1D869BD5-75C3-5414-E44A-5221A35D5248}"/>
          </ac:inkMkLst>
        </pc:inkChg>
        <pc:inkChg chg="add">
          <ac:chgData name="Pauline Smyth" userId="de5ce227-53e3-42c9-b7e0-2fb7785ba6f5" providerId="ADAL" clId="{6255E3C0-2251-4446-9FA1-F92B6196B021}" dt="2022-10-11T21:44:26.916" v="4383" actId="9405"/>
          <ac:inkMkLst>
            <pc:docMk/>
            <pc:sldMk cId="3028137123" sldId="295"/>
            <ac:inkMk id="48" creationId="{40D658D4-316E-C96A-3821-D3D6343715A7}"/>
          </ac:inkMkLst>
        </pc:inkChg>
        <pc:inkChg chg="add mod">
          <ac:chgData name="Pauline Smyth" userId="de5ce227-53e3-42c9-b7e0-2fb7785ba6f5" providerId="ADAL" clId="{6255E3C0-2251-4446-9FA1-F92B6196B021}" dt="2022-10-11T21:44:57.663" v="4398"/>
          <ac:inkMkLst>
            <pc:docMk/>
            <pc:sldMk cId="3028137123" sldId="295"/>
            <ac:inkMk id="49" creationId="{462DCD6F-A1E5-DA4F-E8AC-578349612862}"/>
          </ac:inkMkLst>
        </pc:inkChg>
        <pc:inkChg chg="add mod">
          <ac:chgData name="Pauline Smyth" userId="de5ce227-53e3-42c9-b7e0-2fb7785ba6f5" providerId="ADAL" clId="{6255E3C0-2251-4446-9FA1-F92B6196B021}" dt="2022-10-11T21:44:57.663" v="4398"/>
          <ac:inkMkLst>
            <pc:docMk/>
            <pc:sldMk cId="3028137123" sldId="295"/>
            <ac:inkMk id="50" creationId="{D86B993E-26F1-B79A-3BC0-19D0B725AAA4}"/>
          </ac:inkMkLst>
        </pc:inkChg>
        <pc:inkChg chg="add del mod">
          <ac:chgData name="Pauline Smyth" userId="de5ce227-53e3-42c9-b7e0-2fb7785ba6f5" providerId="ADAL" clId="{6255E3C0-2251-4446-9FA1-F92B6196B021}" dt="2022-10-11T21:44:53.107" v="4394"/>
          <ac:inkMkLst>
            <pc:docMk/>
            <pc:sldMk cId="3028137123" sldId="295"/>
            <ac:inkMk id="52" creationId="{8748F6FE-76B5-8235-6315-6D00C791D351}"/>
          </ac:inkMkLst>
        </pc:inkChg>
        <pc:inkChg chg="add del mod">
          <ac:chgData name="Pauline Smyth" userId="de5ce227-53e3-42c9-b7e0-2fb7785ba6f5" providerId="ADAL" clId="{6255E3C0-2251-4446-9FA1-F92B6196B021}" dt="2022-10-11T21:44:52.841" v="4392"/>
          <ac:inkMkLst>
            <pc:docMk/>
            <pc:sldMk cId="3028137123" sldId="295"/>
            <ac:inkMk id="54" creationId="{BE657FD8-5F3D-F9D2-CEB8-54FB9F175243}"/>
          </ac:inkMkLst>
        </pc:inkChg>
        <pc:inkChg chg="add mod">
          <ac:chgData name="Pauline Smyth" userId="de5ce227-53e3-42c9-b7e0-2fb7785ba6f5" providerId="ADAL" clId="{6255E3C0-2251-4446-9FA1-F92B6196B021}" dt="2022-10-11T21:44:57.663" v="4398"/>
          <ac:inkMkLst>
            <pc:docMk/>
            <pc:sldMk cId="3028137123" sldId="295"/>
            <ac:inkMk id="56" creationId="{75EE1735-3CDB-84AF-814A-F1A2F8A05B28}"/>
          </ac:inkMkLst>
        </pc:inkChg>
        <pc:inkChg chg="add mod">
          <ac:chgData name="Pauline Smyth" userId="de5ce227-53e3-42c9-b7e0-2fb7785ba6f5" providerId="ADAL" clId="{6255E3C0-2251-4446-9FA1-F92B6196B021}" dt="2022-10-11T21:44:57.663" v="4398"/>
          <ac:inkMkLst>
            <pc:docMk/>
            <pc:sldMk cId="3028137123" sldId="295"/>
            <ac:inkMk id="57" creationId="{19296BC4-586D-6EDE-32B8-D208C0DDFEB9}"/>
          </ac:inkMkLst>
        </pc:inkChg>
        <pc:inkChg chg="add mod">
          <ac:chgData name="Pauline Smyth" userId="de5ce227-53e3-42c9-b7e0-2fb7785ba6f5" providerId="ADAL" clId="{6255E3C0-2251-4446-9FA1-F92B6196B021}" dt="2022-10-11T21:44:57.663" v="4398"/>
          <ac:inkMkLst>
            <pc:docMk/>
            <pc:sldMk cId="3028137123" sldId="295"/>
            <ac:inkMk id="58" creationId="{50622B79-03CE-8454-931A-FD892138D1D7}"/>
          </ac:inkMkLst>
        </pc:inkChg>
        <pc:inkChg chg="add del">
          <ac:chgData name="Pauline Smyth" userId="de5ce227-53e3-42c9-b7e0-2fb7785ba6f5" providerId="ADAL" clId="{6255E3C0-2251-4446-9FA1-F92B6196B021}" dt="2022-10-11T21:45:34.730" v="4400" actId="9405"/>
          <ac:inkMkLst>
            <pc:docMk/>
            <pc:sldMk cId="3028137123" sldId="295"/>
            <ac:inkMk id="60" creationId="{1D4A2CA0-F404-6886-CB7A-43562C583EFC}"/>
          </ac:inkMkLst>
        </pc:inkChg>
        <pc:inkChg chg="add del">
          <ac:chgData name="Pauline Smyth" userId="de5ce227-53e3-42c9-b7e0-2fb7785ba6f5" providerId="ADAL" clId="{6255E3C0-2251-4446-9FA1-F92B6196B021}" dt="2022-10-11T21:45:37.663" v="4402" actId="9405"/>
          <ac:inkMkLst>
            <pc:docMk/>
            <pc:sldMk cId="3028137123" sldId="295"/>
            <ac:inkMk id="61" creationId="{3BD87C4A-58A6-F002-B204-8F46624BF5DD}"/>
          </ac:inkMkLst>
        </pc:inkChg>
        <pc:inkChg chg="add">
          <ac:chgData name="Pauline Smyth" userId="de5ce227-53e3-42c9-b7e0-2fb7785ba6f5" providerId="ADAL" clId="{6255E3C0-2251-4446-9FA1-F92B6196B021}" dt="2022-10-11T21:45:54.049" v="4403" actId="9405"/>
          <ac:inkMkLst>
            <pc:docMk/>
            <pc:sldMk cId="3028137123" sldId="295"/>
            <ac:inkMk id="62" creationId="{8E5E1EAD-2771-E01F-E730-829FFAA06E41}"/>
          </ac:inkMkLst>
        </pc:inkChg>
        <pc:inkChg chg="add mod">
          <ac:chgData name="Pauline Smyth" userId="de5ce227-53e3-42c9-b7e0-2fb7785ba6f5" providerId="ADAL" clId="{6255E3C0-2251-4446-9FA1-F92B6196B021}" dt="2022-10-11T21:46:02.203" v="4411"/>
          <ac:inkMkLst>
            <pc:docMk/>
            <pc:sldMk cId="3028137123" sldId="295"/>
            <ac:inkMk id="63" creationId="{8A0046B7-4658-1682-1537-062A09EE9543}"/>
          </ac:inkMkLst>
        </pc:inkChg>
        <pc:inkChg chg="add mod">
          <ac:chgData name="Pauline Smyth" userId="de5ce227-53e3-42c9-b7e0-2fb7785ba6f5" providerId="ADAL" clId="{6255E3C0-2251-4446-9FA1-F92B6196B021}" dt="2022-10-11T21:46:02.203" v="4411"/>
          <ac:inkMkLst>
            <pc:docMk/>
            <pc:sldMk cId="3028137123" sldId="295"/>
            <ac:inkMk id="64" creationId="{3F2D4A6F-8168-6DDD-E728-60E042C29FC4}"/>
          </ac:inkMkLst>
        </pc:inkChg>
        <pc:inkChg chg="add mod">
          <ac:chgData name="Pauline Smyth" userId="de5ce227-53e3-42c9-b7e0-2fb7785ba6f5" providerId="ADAL" clId="{6255E3C0-2251-4446-9FA1-F92B6196B021}" dt="2022-10-11T21:46:02.203" v="4411"/>
          <ac:inkMkLst>
            <pc:docMk/>
            <pc:sldMk cId="3028137123" sldId="295"/>
            <ac:inkMk id="66" creationId="{6762CC70-C922-2093-8427-EE8ABE59FE1E}"/>
          </ac:inkMkLst>
        </pc:inkChg>
        <pc:inkChg chg="add mod">
          <ac:chgData name="Pauline Smyth" userId="de5ce227-53e3-42c9-b7e0-2fb7785ba6f5" providerId="ADAL" clId="{6255E3C0-2251-4446-9FA1-F92B6196B021}" dt="2022-10-11T21:46:02.203" v="4411"/>
          <ac:inkMkLst>
            <pc:docMk/>
            <pc:sldMk cId="3028137123" sldId="295"/>
            <ac:inkMk id="68" creationId="{9554B69E-9B9F-04F0-78DC-C507C31C04C1}"/>
          </ac:inkMkLst>
        </pc:inkChg>
        <pc:inkChg chg="add mod">
          <ac:chgData name="Pauline Smyth" userId="de5ce227-53e3-42c9-b7e0-2fb7785ba6f5" providerId="ADAL" clId="{6255E3C0-2251-4446-9FA1-F92B6196B021}" dt="2022-10-11T21:46:02.203" v="4411"/>
          <ac:inkMkLst>
            <pc:docMk/>
            <pc:sldMk cId="3028137123" sldId="295"/>
            <ac:inkMk id="69" creationId="{7FA210BA-1C41-F3E4-A00B-86476C4B2773}"/>
          </ac:inkMkLst>
        </pc:inkChg>
        <pc:inkChg chg="add mod">
          <ac:chgData name="Pauline Smyth" userId="de5ce227-53e3-42c9-b7e0-2fb7785ba6f5" providerId="ADAL" clId="{6255E3C0-2251-4446-9FA1-F92B6196B021}" dt="2022-10-11T21:46:04.015" v="4414"/>
          <ac:inkMkLst>
            <pc:docMk/>
            <pc:sldMk cId="3028137123" sldId="295"/>
            <ac:inkMk id="71" creationId="{9B827857-F514-DFEA-4BAA-669BF14293A0}"/>
          </ac:inkMkLst>
        </pc:inkChg>
        <pc:inkChg chg="add mod">
          <ac:chgData name="Pauline Smyth" userId="de5ce227-53e3-42c9-b7e0-2fb7785ba6f5" providerId="ADAL" clId="{6255E3C0-2251-4446-9FA1-F92B6196B021}" dt="2022-10-11T21:46:04.015" v="4414"/>
          <ac:inkMkLst>
            <pc:docMk/>
            <pc:sldMk cId="3028137123" sldId="295"/>
            <ac:inkMk id="72" creationId="{7B2C3B93-F5D0-4127-9941-9A8013B907B6}"/>
          </ac:inkMkLst>
        </pc:inkChg>
        <pc:inkChg chg="add mod">
          <ac:chgData name="Pauline Smyth" userId="de5ce227-53e3-42c9-b7e0-2fb7785ba6f5" providerId="ADAL" clId="{6255E3C0-2251-4446-9FA1-F92B6196B021}" dt="2022-10-11T21:46:13.419" v="4423"/>
          <ac:inkMkLst>
            <pc:docMk/>
            <pc:sldMk cId="3028137123" sldId="295"/>
            <ac:inkMk id="74" creationId="{069E068E-2F31-9E7A-A8E7-8940BEE9966D}"/>
          </ac:inkMkLst>
        </pc:inkChg>
        <pc:inkChg chg="add mod">
          <ac:chgData name="Pauline Smyth" userId="de5ce227-53e3-42c9-b7e0-2fb7785ba6f5" providerId="ADAL" clId="{6255E3C0-2251-4446-9FA1-F92B6196B021}" dt="2022-10-11T21:46:13.419" v="4423"/>
          <ac:inkMkLst>
            <pc:docMk/>
            <pc:sldMk cId="3028137123" sldId="295"/>
            <ac:inkMk id="75" creationId="{55A0CD5F-DEFD-AF25-3EAA-DA2236A76CA0}"/>
          </ac:inkMkLst>
        </pc:inkChg>
        <pc:inkChg chg="add mod">
          <ac:chgData name="Pauline Smyth" userId="de5ce227-53e3-42c9-b7e0-2fb7785ba6f5" providerId="ADAL" clId="{6255E3C0-2251-4446-9FA1-F92B6196B021}" dt="2022-10-11T21:46:13.419" v="4423"/>
          <ac:inkMkLst>
            <pc:docMk/>
            <pc:sldMk cId="3028137123" sldId="295"/>
            <ac:inkMk id="76" creationId="{D563C3C2-7799-7F65-FA40-06E1704C9F9F}"/>
          </ac:inkMkLst>
        </pc:inkChg>
        <pc:inkChg chg="add mod">
          <ac:chgData name="Pauline Smyth" userId="de5ce227-53e3-42c9-b7e0-2fb7785ba6f5" providerId="ADAL" clId="{6255E3C0-2251-4446-9FA1-F92B6196B021}" dt="2022-10-11T21:46:13.419" v="4423"/>
          <ac:inkMkLst>
            <pc:docMk/>
            <pc:sldMk cId="3028137123" sldId="295"/>
            <ac:inkMk id="77" creationId="{2B0B5010-2A2F-2EA1-666A-A6644D8C5E94}"/>
          </ac:inkMkLst>
        </pc:inkChg>
        <pc:inkChg chg="add mod">
          <ac:chgData name="Pauline Smyth" userId="de5ce227-53e3-42c9-b7e0-2fb7785ba6f5" providerId="ADAL" clId="{6255E3C0-2251-4446-9FA1-F92B6196B021}" dt="2022-10-11T21:46:13.419" v="4423"/>
          <ac:inkMkLst>
            <pc:docMk/>
            <pc:sldMk cId="3028137123" sldId="295"/>
            <ac:inkMk id="79" creationId="{78FB245B-C755-BBAB-0F85-B5ABA3FD402C}"/>
          </ac:inkMkLst>
        </pc:inkChg>
        <pc:inkChg chg="add mod">
          <ac:chgData name="Pauline Smyth" userId="de5ce227-53e3-42c9-b7e0-2fb7785ba6f5" providerId="ADAL" clId="{6255E3C0-2251-4446-9FA1-F92B6196B021}" dt="2022-10-11T21:46:13.419" v="4423"/>
          <ac:inkMkLst>
            <pc:docMk/>
            <pc:sldMk cId="3028137123" sldId="295"/>
            <ac:inkMk id="81" creationId="{767DA6D9-8909-6C77-4F30-CCA323B05B5D}"/>
          </ac:inkMkLst>
        </pc:inkChg>
        <pc:inkChg chg="add mod">
          <ac:chgData name="Pauline Smyth" userId="de5ce227-53e3-42c9-b7e0-2fb7785ba6f5" providerId="ADAL" clId="{6255E3C0-2251-4446-9FA1-F92B6196B021}" dt="2022-10-11T21:46:30.338" v="4427"/>
          <ac:inkMkLst>
            <pc:docMk/>
            <pc:sldMk cId="3028137123" sldId="295"/>
            <ac:inkMk id="83" creationId="{2BB0DE38-E442-8F98-967E-61DE1C11883E}"/>
          </ac:inkMkLst>
        </pc:inkChg>
        <pc:inkChg chg="add mod">
          <ac:chgData name="Pauline Smyth" userId="de5ce227-53e3-42c9-b7e0-2fb7785ba6f5" providerId="ADAL" clId="{6255E3C0-2251-4446-9FA1-F92B6196B021}" dt="2022-10-11T21:46:30.338" v="4427"/>
          <ac:inkMkLst>
            <pc:docMk/>
            <pc:sldMk cId="3028137123" sldId="295"/>
            <ac:inkMk id="84" creationId="{EA412EC6-4AE5-50A3-1715-0D59C825616D}"/>
          </ac:inkMkLst>
        </pc:inkChg>
        <pc:inkChg chg="add mod">
          <ac:chgData name="Pauline Smyth" userId="de5ce227-53e3-42c9-b7e0-2fb7785ba6f5" providerId="ADAL" clId="{6255E3C0-2251-4446-9FA1-F92B6196B021}" dt="2022-10-11T21:46:30.338" v="4427"/>
          <ac:inkMkLst>
            <pc:docMk/>
            <pc:sldMk cId="3028137123" sldId="295"/>
            <ac:inkMk id="85" creationId="{F09F207B-1298-3B47-6A02-B163BE0E3973}"/>
          </ac:inkMkLst>
        </pc:inkChg>
        <pc:inkChg chg="add">
          <ac:chgData name="Pauline Smyth" userId="de5ce227-53e3-42c9-b7e0-2fb7785ba6f5" providerId="ADAL" clId="{6255E3C0-2251-4446-9FA1-F92B6196B021}" dt="2022-10-11T21:47:12.722" v="4429" actId="9405"/>
          <ac:inkMkLst>
            <pc:docMk/>
            <pc:sldMk cId="3028137123" sldId="295"/>
            <ac:inkMk id="87" creationId="{6CED4296-9750-1883-4E80-258454331DD6}"/>
          </ac:inkMkLst>
        </pc:inkChg>
        <pc:inkChg chg="add">
          <ac:chgData name="Pauline Smyth" userId="de5ce227-53e3-42c9-b7e0-2fb7785ba6f5" providerId="ADAL" clId="{6255E3C0-2251-4446-9FA1-F92B6196B021}" dt="2022-10-11T21:47:13.784" v="4430" actId="9405"/>
          <ac:inkMkLst>
            <pc:docMk/>
            <pc:sldMk cId="3028137123" sldId="295"/>
            <ac:inkMk id="88" creationId="{63843E41-2DBD-ED89-8C11-EE1CCF2F31A8}"/>
          </ac:inkMkLst>
        </pc:inkChg>
        <pc:inkChg chg="add">
          <ac:chgData name="Pauline Smyth" userId="de5ce227-53e3-42c9-b7e0-2fb7785ba6f5" providerId="ADAL" clId="{6255E3C0-2251-4446-9FA1-F92B6196B021}" dt="2022-10-11T21:47:14.752" v="4431" actId="9405"/>
          <ac:inkMkLst>
            <pc:docMk/>
            <pc:sldMk cId="3028137123" sldId="295"/>
            <ac:inkMk id="89" creationId="{84B2C369-E897-AF07-94AA-36EAD525C6A6}"/>
          </ac:inkMkLst>
        </pc:inkChg>
        <pc:inkChg chg="add">
          <ac:chgData name="Pauline Smyth" userId="de5ce227-53e3-42c9-b7e0-2fb7785ba6f5" providerId="ADAL" clId="{6255E3C0-2251-4446-9FA1-F92B6196B021}" dt="2022-10-11T21:47:15.705" v="4432" actId="9405"/>
          <ac:inkMkLst>
            <pc:docMk/>
            <pc:sldMk cId="3028137123" sldId="295"/>
            <ac:inkMk id="90" creationId="{53C7530D-6B57-63E8-DF04-3D652F125BB7}"/>
          </ac:inkMkLst>
        </pc:inkChg>
        <pc:inkChg chg="add">
          <ac:chgData name="Pauline Smyth" userId="de5ce227-53e3-42c9-b7e0-2fb7785ba6f5" providerId="ADAL" clId="{6255E3C0-2251-4446-9FA1-F92B6196B021}" dt="2022-10-11T21:47:16.752" v="4433" actId="9405"/>
          <ac:inkMkLst>
            <pc:docMk/>
            <pc:sldMk cId="3028137123" sldId="295"/>
            <ac:inkMk id="91" creationId="{C8FC93E4-07A4-F191-B367-DD9407EF240D}"/>
          </ac:inkMkLst>
        </pc:inkChg>
        <pc:inkChg chg="add">
          <ac:chgData name="Pauline Smyth" userId="de5ce227-53e3-42c9-b7e0-2fb7785ba6f5" providerId="ADAL" clId="{6255E3C0-2251-4446-9FA1-F92B6196B021}" dt="2022-10-11T21:47:17.752" v="4434" actId="9405"/>
          <ac:inkMkLst>
            <pc:docMk/>
            <pc:sldMk cId="3028137123" sldId="295"/>
            <ac:inkMk id="92" creationId="{0D085F63-BA23-9AEF-6E5A-D8D005831616}"/>
          </ac:inkMkLst>
        </pc:inkChg>
      </pc:sldChg>
      <pc:sldChg chg="addSp delSp modSp add del mod">
        <pc:chgData name="Pauline Smyth" userId="de5ce227-53e3-42c9-b7e0-2fb7785ba6f5" providerId="ADAL" clId="{6255E3C0-2251-4446-9FA1-F92B6196B021}" dt="2022-10-11T22:11:38.859" v="5170" actId="47"/>
        <pc:sldMkLst>
          <pc:docMk/>
          <pc:sldMk cId="1250116742" sldId="296"/>
        </pc:sldMkLst>
        <pc:grpChg chg="del">
          <ac:chgData name="Pauline Smyth" userId="de5ce227-53e3-42c9-b7e0-2fb7785ba6f5" providerId="ADAL" clId="{6255E3C0-2251-4446-9FA1-F92B6196B021}" dt="2022-10-11T21:47:40.826" v="4436" actId="478"/>
          <ac:grpSpMkLst>
            <pc:docMk/>
            <pc:sldMk cId="1250116742" sldId="296"/>
            <ac:grpSpMk id="34" creationId="{E3BB038B-6D3F-FE06-ADE9-C7C99FE7AD2C}"/>
          </ac:grpSpMkLst>
        </pc:grpChg>
        <pc:grpChg chg="del">
          <ac:chgData name="Pauline Smyth" userId="de5ce227-53e3-42c9-b7e0-2fb7785ba6f5" providerId="ADAL" clId="{6255E3C0-2251-4446-9FA1-F92B6196B021}" dt="2022-10-11T21:47:40.826" v="4436" actId="478"/>
          <ac:grpSpMkLst>
            <pc:docMk/>
            <pc:sldMk cId="1250116742" sldId="296"/>
            <ac:grpSpMk id="38" creationId="{02B4003F-E05A-C995-B2D3-AD7ACB2BC408}"/>
          </ac:grpSpMkLst>
        </pc:grpChg>
        <pc:grpChg chg="del">
          <ac:chgData name="Pauline Smyth" userId="de5ce227-53e3-42c9-b7e0-2fb7785ba6f5" providerId="ADAL" clId="{6255E3C0-2251-4446-9FA1-F92B6196B021}" dt="2022-10-11T21:47:40.826" v="4436" actId="478"/>
          <ac:grpSpMkLst>
            <pc:docMk/>
            <pc:sldMk cId="1250116742" sldId="296"/>
            <ac:grpSpMk id="45" creationId="{FBE80483-D7A5-440A-6260-CE999352E3A2}"/>
          </ac:grpSpMkLst>
        </pc:grpChg>
        <pc:grpChg chg="del">
          <ac:chgData name="Pauline Smyth" userId="de5ce227-53e3-42c9-b7e0-2fb7785ba6f5" providerId="ADAL" clId="{6255E3C0-2251-4446-9FA1-F92B6196B021}" dt="2022-10-11T21:47:40.826" v="4436" actId="478"/>
          <ac:grpSpMkLst>
            <pc:docMk/>
            <pc:sldMk cId="1250116742" sldId="296"/>
            <ac:grpSpMk id="59" creationId="{D6652036-DC44-41BF-A3B4-E720F75DC03A}"/>
          </ac:grpSpMkLst>
        </pc:grpChg>
        <pc:grpChg chg="del">
          <ac:chgData name="Pauline Smyth" userId="de5ce227-53e3-42c9-b7e0-2fb7785ba6f5" providerId="ADAL" clId="{6255E3C0-2251-4446-9FA1-F92B6196B021}" dt="2022-10-11T21:47:40.826" v="4436" actId="478"/>
          <ac:grpSpMkLst>
            <pc:docMk/>
            <pc:sldMk cId="1250116742" sldId="296"/>
            <ac:grpSpMk id="70" creationId="{8FD98807-073C-28C8-80F2-B326FF718D69}"/>
          </ac:grpSpMkLst>
        </pc:grpChg>
        <pc:grpChg chg="del">
          <ac:chgData name="Pauline Smyth" userId="de5ce227-53e3-42c9-b7e0-2fb7785ba6f5" providerId="ADAL" clId="{6255E3C0-2251-4446-9FA1-F92B6196B021}" dt="2022-10-11T21:47:40.826" v="4436" actId="478"/>
          <ac:grpSpMkLst>
            <pc:docMk/>
            <pc:sldMk cId="1250116742" sldId="296"/>
            <ac:grpSpMk id="73" creationId="{AC836732-CF50-9F95-220B-2ED8E379FD26}"/>
          </ac:grpSpMkLst>
        </pc:grpChg>
        <pc:grpChg chg="del">
          <ac:chgData name="Pauline Smyth" userId="de5ce227-53e3-42c9-b7e0-2fb7785ba6f5" providerId="ADAL" clId="{6255E3C0-2251-4446-9FA1-F92B6196B021}" dt="2022-10-11T21:47:40.826" v="4436" actId="478"/>
          <ac:grpSpMkLst>
            <pc:docMk/>
            <pc:sldMk cId="1250116742" sldId="296"/>
            <ac:grpSpMk id="82" creationId="{A30890C1-9A53-8FF9-9E26-BB744A4A1E54}"/>
          </ac:grpSpMkLst>
        </pc:grpChg>
        <pc:grpChg chg="del">
          <ac:chgData name="Pauline Smyth" userId="de5ce227-53e3-42c9-b7e0-2fb7785ba6f5" providerId="ADAL" clId="{6255E3C0-2251-4446-9FA1-F92B6196B021}" dt="2022-10-11T21:47:40.826" v="4436" actId="478"/>
          <ac:grpSpMkLst>
            <pc:docMk/>
            <pc:sldMk cId="1250116742" sldId="296"/>
            <ac:grpSpMk id="86" creationId="{51C2E721-8EF3-7925-B23F-BB90D3D41B12}"/>
          </ac:grpSpMkLst>
        </pc:grpChg>
        <pc:picChg chg="add del">
          <ac:chgData name="Pauline Smyth" userId="de5ce227-53e3-42c9-b7e0-2fb7785ba6f5" providerId="ADAL" clId="{6255E3C0-2251-4446-9FA1-F92B6196B021}" dt="2022-10-11T21:47:55.582" v="4439" actId="478"/>
          <ac:picMkLst>
            <pc:docMk/>
            <pc:sldMk cId="1250116742" sldId="296"/>
            <ac:picMk id="3" creationId="{98EE83BF-31D9-9AD8-632F-02B8380A98C6}"/>
          </ac:picMkLst>
        </pc:picChg>
        <pc:picChg chg="add mod">
          <ac:chgData name="Pauline Smyth" userId="de5ce227-53e3-42c9-b7e0-2fb7785ba6f5" providerId="ADAL" clId="{6255E3C0-2251-4446-9FA1-F92B6196B021}" dt="2022-10-11T21:48:09.339" v="4441" actId="14100"/>
          <ac:picMkLst>
            <pc:docMk/>
            <pc:sldMk cId="1250116742" sldId="296"/>
            <ac:picMk id="5" creationId="{9828E502-D916-10D0-B22C-694ABFABBF37}"/>
          </ac:picMkLst>
        </pc:picChg>
        <pc:inkChg chg="del">
          <ac:chgData name="Pauline Smyth" userId="de5ce227-53e3-42c9-b7e0-2fb7785ba6f5" providerId="ADAL" clId="{6255E3C0-2251-4446-9FA1-F92B6196B021}" dt="2022-10-11T21:47:40.826" v="4436" actId="478"/>
          <ac:inkMkLst>
            <pc:docMk/>
            <pc:sldMk cId="1250116742" sldId="296"/>
            <ac:inkMk id="8" creationId="{DDF4B901-895C-92A9-2747-2B744BC05DD9}"/>
          </ac:inkMkLst>
        </pc:inkChg>
        <pc:inkChg chg="del">
          <ac:chgData name="Pauline Smyth" userId="de5ce227-53e3-42c9-b7e0-2fb7785ba6f5" providerId="ADAL" clId="{6255E3C0-2251-4446-9FA1-F92B6196B021}" dt="2022-10-11T21:47:40.826" v="4436" actId="478"/>
          <ac:inkMkLst>
            <pc:docMk/>
            <pc:sldMk cId="1250116742" sldId="296"/>
            <ac:inkMk id="39" creationId="{8A706D13-9E31-CD29-F5C2-CD0E64190856}"/>
          </ac:inkMkLst>
        </pc:inkChg>
        <pc:inkChg chg="del">
          <ac:chgData name="Pauline Smyth" userId="de5ce227-53e3-42c9-b7e0-2fb7785ba6f5" providerId="ADAL" clId="{6255E3C0-2251-4446-9FA1-F92B6196B021}" dt="2022-10-11T21:47:40.826" v="4436" actId="478"/>
          <ac:inkMkLst>
            <pc:docMk/>
            <pc:sldMk cId="1250116742" sldId="296"/>
            <ac:inkMk id="40" creationId="{068FE7FF-AC0B-AE5D-C4E9-AB976525CC12}"/>
          </ac:inkMkLst>
        </pc:inkChg>
        <pc:inkChg chg="del">
          <ac:chgData name="Pauline Smyth" userId="de5ce227-53e3-42c9-b7e0-2fb7785ba6f5" providerId="ADAL" clId="{6255E3C0-2251-4446-9FA1-F92B6196B021}" dt="2022-10-11T21:47:40.826" v="4436" actId="478"/>
          <ac:inkMkLst>
            <pc:docMk/>
            <pc:sldMk cId="1250116742" sldId="296"/>
            <ac:inkMk id="41" creationId="{28E866DA-F245-54FD-483E-6B3BD52F7F95}"/>
          </ac:inkMkLst>
        </pc:inkChg>
        <pc:inkChg chg="del">
          <ac:chgData name="Pauline Smyth" userId="de5ce227-53e3-42c9-b7e0-2fb7785ba6f5" providerId="ADAL" clId="{6255E3C0-2251-4446-9FA1-F92B6196B021}" dt="2022-10-11T21:47:40.826" v="4436" actId="478"/>
          <ac:inkMkLst>
            <pc:docMk/>
            <pc:sldMk cId="1250116742" sldId="296"/>
            <ac:inkMk id="46" creationId="{864D1868-2032-447B-43AE-D706C5037C19}"/>
          </ac:inkMkLst>
        </pc:inkChg>
        <pc:inkChg chg="del">
          <ac:chgData name="Pauline Smyth" userId="de5ce227-53e3-42c9-b7e0-2fb7785ba6f5" providerId="ADAL" clId="{6255E3C0-2251-4446-9FA1-F92B6196B021}" dt="2022-10-11T21:47:40.826" v="4436" actId="478"/>
          <ac:inkMkLst>
            <pc:docMk/>
            <pc:sldMk cId="1250116742" sldId="296"/>
            <ac:inkMk id="47" creationId="{1D869BD5-75C3-5414-E44A-5221A35D5248}"/>
          </ac:inkMkLst>
        </pc:inkChg>
        <pc:inkChg chg="del">
          <ac:chgData name="Pauline Smyth" userId="de5ce227-53e3-42c9-b7e0-2fb7785ba6f5" providerId="ADAL" clId="{6255E3C0-2251-4446-9FA1-F92B6196B021}" dt="2022-10-11T21:47:40.826" v="4436" actId="478"/>
          <ac:inkMkLst>
            <pc:docMk/>
            <pc:sldMk cId="1250116742" sldId="296"/>
            <ac:inkMk id="48" creationId="{40D658D4-316E-C96A-3821-D3D6343715A7}"/>
          </ac:inkMkLst>
        </pc:inkChg>
        <pc:inkChg chg="del">
          <ac:chgData name="Pauline Smyth" userId="de5ce227-53e3-42c9-b7e0-2fb7785ba6f5" providerId="ADAL" clId="{6255E3C0-2251-4446-9FA1-F92B6196B021}" dt="2022-10-11T21:47:40.826" v="4436" actId="478"/>
          <ac:inkMkLst>
            <pc:docMk/>
            <pc:sldMk cId="1250116742" sldId="296"/>
            <ac:inkMk id="62" creationId="{8E5E1EAD-2771-E01F-E730-829FFAA06E41}"/>
          </ac:inkMkLst>
        </pc:inkChg>
      </pc:sldChg>
      <pc:sldChg chg="addSp delSp modSp add mod ord">
        <pc:chgData name="Pauline Smyth" userId="de5ce227-53e3-42c9-b7e0-2fb7785ba6f5" providerId="ADAL" clId="{6255E3C0-2251-4446-9FA1-F92B6196B021}" dt="2022-10-11T22:10:47.829" v="5168" actId="20577"/>
        <pc:sldMkLst>
          <pc:docMk/>
          <pc:sldMk cId="3428830628" sldId="297"/>
        </pc:sldMkLst>
        <pc:spChg chg="mod">
          <ac:chgData name="Pauline Smyth" userId="de5ce227-53e3-42c9-b7e0-2fb7785ba6f5" providerId="ADAL" clId="{6255E3C0-2251-4446-9FA1-F92B6196B021}" dt="2022-10-11T22:10:47.829" v="5168" actId="20577"/>
          <ac:spMkLst>
            <pc:docMk/>
            <pc:sldMk cId="3428830628" sldId="297"/>
            <ac:spMk id="2" creationId="{08B27EC4-2CB0-D808-921E-F2F1D9D2F719}"/>
          </ac:spMkLst>
        </pc:spChg>
        <pc:spChg chg="mod">
          <ac:chgData name="Pauline Smyth" userId="de5ce227-53e3-42c9-b7e0-2fb7785ba6f5" providerId="ADAL" clId="{6255E3C0-2251-4446-9FA1-F92B6196B021}" dt="2022-10-11T22:10:08.847" v="5153" actId="2710"/>
          <ac:spMkLst>
            <pc:docMk/>
            <pc:sldMk cId="3428830628" sldId="297"/>
            <ac:spMk id="4" creationId="{822E337E-45F3-B3F4-0AE6-BC3E5255D385}"/>
          </ac:spMkLst>
        </pc:spChg>
        <pc:graphicFrameChg chg="del mod">
          <ac:chgData name="Pauline Smyth" userId="de5ce227-53e3-42c9-b7e0-2fb7785ba6f5" providerId="ADAL" clId="{6255E3C0-2251-4446-9FA1-F92B6196B021}" dt="2022-10-11T21:59:36.781" v="4967" actId="478"/>
          <ac:graphicFrameMkLst>
            <pc:docMk/>
            <pc:sldMk cId="3428830628" sldId="297"/>
            <ac:graphicFrameMk id="7" creationId="{BBF28CAB-8675-ECDD-D932-9BB16B88427D}"/>
          </ac:graphicFrameMkLst>
        </pc:graphicFrameChg>
        <pc:picChg chg="add mod">
          <ac:chgData name="Pauline Smyth" userId="de5ce227-53e3-42c9-b7e0-2fb7785ba6f5" providerId="ADAL" clId="{6255E3C0-2251-4446-9FA1-F92B6196B021}" dt="2022-10-11T22:10:27.613" v="5157" actId="1076"/>
          <ac:picMkLst>
            <pc:docMk/>
            <pc:sldMk cId="3428830628" sldId="297"/>
            <ac:picMk id="5" creationId="{BB4392DE-E031-704A-C911-F16CD58207DE}"/>
          </ac:picMkLst>
        </pc:picChg>
        <pc:picChg chg="del mod">
          <ac:chgData name="Pauline Smyth" userId="de5ce227-53e3-42c9-b7e0-2fb7785ba6f5" providerId="ADAL" clId="{6255E3C0-2251-4446-9FA1-F92B6196B021}" dt="2022-10-11T22:10:22.762" v="5156" actId="478"/>
          <ac:picMkLst>
            <pc:docMk/>
            <pc:sldMk cId="3428830628" sldId="297"/>
            <ac:picMk id="9" creationId="{F2582139-4D34-8639-31C0-D07EA19CF518}"/>
          </ac:picMkLst>
        </pc:picChg>
      </pc:sldChg>
      <pc:sldChg chg="addSp delSp modSp add mod setBg setClrOvrMap">
        <pc:chgData name="Pauline Smyth" userId="de5ce227-53e3-42c9-b7e0-2fb7785ba6f5" providerId="ADAL" clId="{6255E3C0-2251-4446-9FA1-F92B6196B021}" dt="2022-10-11T22:15:26.544" v="5211" actId="14100"/>
        <pc:sldMkLst>
          <pc:docMk/>
          <pc:sldMk cId="2868536463" sldId="298"/>
        </pc:sldMkLst>
        <pc:spChg chg="mod">
          <ac:chgData name="Pauline Smyth" userId="de5ce227-53e3-42c9-b7e0-2fb7785ba6f5" providerId="ADAL" clId="{6255E3C0-2251-4446-9FA1-F92B6196B021}" dt="2022-10-11T22:14:59.543" v="5203" actId="26606"/>
          <ac:spMkLst>
            <pc:docMk/>
            <pc:sldMk cId="2868536463" sldId="298"/>
            <ac:spMk id="2" creationId="{08B27EC4-2CB0-D808-921E-F2F1D9D2F719}"/>
          </ac:spMkLst>
        </pc:spChg>
        <pc:spChg chg="mod ord">
          <ac:chgData name="Pauline Smyth" userId="de5ce227-53e3-42c9-b7e0-2fb7785ba6f5" providerId="ADAL" clId="{6255E3C0-2251-4446-9FA1-F92B6196B021}" dt="2022-10-11T22:15:19.842" v="5210" actId="27636"/>
          <ac:spMkLst>
            <pc:docMk/>
            <pc:sldMk cId="2868536463" sldId="298"/>
            <ac:spMk id="4" creationId="{822E337E-45F3-B3F4-0AE6-BC3E5255D385}"/>
          </ac:spMkLst>
        </pc:spChg>
        <pc:spChg chg="add">
          <ac:chgData name="Pauline Smyth" userId="de5ce227-53e3-42c9-b7e0-2fb7785ba6f5" providerId="ADAL" clId="{6255E3C0-2251-4446-9FA1-F92B6196B021}" dt="2022-10-11T22:14:59.543" v="5203" actId="26606"/>
          <ac:spMkLst>
            <pc:docMk/>
            <pc:sldMk cId="2868536463" sldId="298"/>
            <ac:spMk id="11" creationId="{B4AAD3FD-83A5-4B89-9F8F-01B8870865BE}"/>
          </ac:spMkLst>
        </pc:spChg>
        <pc:spChg chg="add">
          <ac:chgData name="Pauline Smyth" userId="de5ce227-53e3-42c9-b7e0-2fb7785ba6f5" providerId="ADAL" clId="{6255E3C0-2251-4446-9FA1-F92B6196B021}" dt="2022-10-11T22:14:59.543" v="5203" actId="26606"/>
          <ac:spMkLst>
            <pc:docMk/>
            <pc:sldMk cId="2868536463" sldId="298"/>
            <ac:spMk id="13" creationId="{61752F1D-FC0F-4103-9584-630E643CCDA6}"/>
          </ac:spMkLst>
        </pc:spChg>
        <pc:spChg chg="add">
          <ac:chgData name="Pauline Smyth" userId="de5ce227-53e3-42c9-b7e0-2fb7785ba6f5" providerId="ADAL" clId="{6255E3C0-2251-4446-9FA1-F92B6196B021}" dt="2022-10-11T22:14:59.543" v="5203" actId="26606"/>
          <ac:spMkLst>
            <pc:docMk/>
            <pc:sldMk cId="2868536463" sldId="298"/>
            <ac:spMk id="15" creationId="{70151CB7-E7DE-4917-B831-01DF9CE01306}"/>
          </ac:spMkLst>
        </pc:spChg>
        <pc:spChg chg="add">
          <ac:chgData name="Pauline Smyth" userId="de5ce227-53e3-42c9-b7e0-2fb7785ba6f5" providerId="ADAL" clId="{6255E3C0-2251-4446-9FA1-F92B6196B021}" dt="2022-10-11T22:14:59.543" v="5203" actId="26606"/>
          <ac:spMkLst>
            <pc:docMk/>
            <pc:sldMk cId="2868536463" sldId="298"/>
            <ac:spMk id="17" creationId="{A92A1116-1C84-41DF-B803-1F7B0883EC82}"/>
          </ac:spMkLst>
        </pc:spChg>
        <pc:picChg chg="del">
          <ac:chgData name="Pauline Smyth" userId="de5ce227-53e3-42c9-b7e0-2fb7785ba6f5" providerId="ADAL" clId="{6255E3C0-2251-4446-9FA1-F92B6196B021}" dt="2022-10-11T22:11:53.580" v="5179" actId="478"/>
          <ac:picMkLst>
            <pc:docMk/>
            <pc:sldMk cId="2868536463" sldId="298"/>
            <ac:picMk id="5" creationId="{BB4392DE-E031-704A-C911-F16CD58207DE}"/>
          </ac:picMkLst>
        </pc:picChg>
        <pc:picChg chg="add mod">
          <ac:chgData name="Pauline Smyth" userId="de5ce227-53e3-42c9-b7e0-2fb7785ba6f5" providerId="ADAL" clId="{6255E3C0-2251-4446-9FA1-F92B6196B021}" dt="2022-10-11T22:15:26.544" v="5211" actId="14100"/>
          <ac:picMkLst>
            <pc:docMk/>
            <pc:sldMk cId="2868536463" sldId="298"/>
            <ac:picMk id="6" creationId="{52C53957-31A7-D6FD-4DF5-EE55580364C8}"/>
          </ac:picMkLst>
        </pc:picChg>
      </pc:sldChg>
      <pc:sldChg chg="addSp delSp modSp new mod">
        <pc:chgData name="Pauline Smyth" userId="de5ce227-53e3-42c9-b7e0-2fb7785ba6f5" providerId="ADAL" clId="{6255E3C0-2251-4446-9FA1-F92B6196B021}" dt="2022-10-16T18:28:36.064" v="5244" actId="14100"/>
        <pc:sldMkLst>
          <pc:docMk/>
          <pc:sldMk cId="1302001378" sldId="299"/>
        </pc:sldMkLst>
        <pc:spChg chg="mod">
          <ac:chgData name="Pauline Smyth" userId="de5ce227-53e3-42c9-b7e0-2fb7785ba6f5" providerId="ADAL" clId="{6255E3C0-2251-4446-9FA1-F92B6196B021}" dt="2022-10-16T18:24:47.189" v="5239" actId="20577"/>
          <ac:spMkLst>
            <pc:docMk/>
            <pc:sldMk cId="1302001378" sldId="299"/>
            <ac:spMk id="2" creationId="{E1837035-41C2-119C-DF49-4322226131A2}"/>
          </ac:spMkLst>
        </pc:spChg>
        <pc:spChg chg="del">
          <ac:chgData name="Pauline Smyth" userId="de5ce227-53e3-42c9-b7e0-2fb7785ba6f5" providerId="ADAL" clId="{6255E3C0-2251-4446-9FA1-F92B6196B021}" dt="2022-10-16T18:28:21.742" v="5240" actId="22"/>
          <ac:spMkLst>
            <pc:docMk/>
            <pc:sldMk cId="1302001378" sldId="299"/>
            <ac:spMk id="3" creationId="{0575DF75-EA37-F33B-A211-4D1C376B0DD7}"/>
          </ac:spMkLst>
        </pc:spChg>
        <pc:picChg chg="add mod ord">
          <ac:chgData name="Pauline Smyth" userId="de5ce227-53e3-42c9-b7e0-2fb7785ba6f5" providerId="ADAL" clId="{6255E3C0-2251-4446-9FA1-F92B6196B021}" dt="2022-10-16T18:28:36.064" v="5244" actId="14100"/>
          <ac:picMkLst>
            <pc:docMk/>
            <pc:sldMk cId="1302001378" sldId="299"/>
            <ac:picMk id="5" creationId="{8838778C-14D7-235B-104D-D381BCB5D1B3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6T18:31:49.866" v="5252" actId="1076"/>
        <pc:sldMkLst>
          <pc:docMk/>
          <pc:sldMk cId="61567568" sldId="300"/>
        </pc:sldMkLst>
        <pc:spChg chg="add del mod">
          <ac:chgData name="Pauline Smyth" userId="de5ce227-53e3-42c9-b7e0-2fb7785ba6f5" providerId="ADAL" clId="{6255E3C0-2251-4446-9FA1-F92B6196B021}" dt="2022-10-16T18:30:59.943" v="5249" actId="22"/>
          <ac:spMkLst>
            <pc:docMk/>
            <pc:sldMk cId="61567568" sldId="300"/>
            <ac:spMk id="4" creationId="{71DC62BE-7F21-3914-109C-35A5EBDC8104}"/>
          </ac:spMkLst>
        </pc:spChg>
        <pc:picChg chg="del">
          <ac:chgData name="Pauline Smyth" userId="de5ce227-53e3-42c9-b7e0-2fb7785ba6f5" providerId="ADAL" clId="{6255E3C0-2251-4446-9FA1-F92B6196B021}" dt="2022-10-16T18:30:14.677" v="5246" actId="478"/>
          <ac:picMkLst>
            <pc:docMk/>
            <pc:sldMk cId="61567568" sldId="300"/>
            <ac:picMk id="5" creationId="{8838778C-14D7-235B-104D-D381BCB5D1B3}"/>
          </ac:picMkLst>
        </pc:picChg>
        <pc:picChg chg="add mod">
          <ac:chgData name="Pauline Smyth" userId="de5ce227-53e3-42c9-b7e0-2fb7785ba6f5" providerId="ADAL" clId="{6255E3C0-2251-4446-9FA1-F92B6196B021}" dt="2022-10-16T18:30:40.334" v="5248" actId="1076"/>
          <ac:picMkLst>
            <pc:docMk/>
            <pc:sldMk cId="61567568" sldId="300"/>
            <ac:picMk id="7" creationId="{CBE99D42-E222-8129-D81D-FEFADC1EEBB1}"/>
          </ac:picMkLst>
        </pc:picChg>
        <pc:picChg chg="add mod ord">
          <ac:chgData name="Pauline Smyth" userId="de5ce227-53e3-42c9-b7e0-2fb7785ba6f5" providerId="ADAL" clId="{6255E3C0-2251-4446-9FA1-F92B6196B021}" dt="2022-10-16T18:31:06.711" v="5250" actId="1076"/>
          <ac:picMkLst>
            <pc:docMk/>
            <pc:sldMk cId="61567568" sldId="300"/>
            <ac:picMk id="9" creationId="{9B3BC2EA-ACD3-06B4-237A-C06EBFBDC05B}"/>
          </ac:picMkLst>
        </pc:picChg>
        <pc:picChg chg="add mod">
          <ac:chgData name="Pauline Smyth" userId="de5ce227-53e3-42c9-b7e0-2fb7785ba6f5" providerId="ADAL" clId="{6255E3C0-2251-4446-9FA1-F92B6196B021}" dt="2022-10-16T18:31:49.866" v="5252" actId="1076"/>
          <ac:picMkLst>
            <pc:docMk/>
            <pc:sldMk cId="61567568" sldId="300"/>
            <ac:picMk id="11" creationId="{E817501C-A0CE-6A2E-1427-9AEF4C2CCF98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6T18:49:29.942" v="5271" actId="14100"/>
        <pc:sldMkLst>
          <pc:docMk/>
          <pc:sldMk cId="166178725" sldId="301"/>
        </pc:sldMkLst>
        <pc:spChg chg="add mod">
          <ac:chgData name="Pauline Smyth" userId="de5ce227-53e3-42c9-b7e0-2fb7785ba6f5" providerId="ADAL" clId="{6255E3C0-2251-4446-9FA1-F92B6196B021}" dt="2022-10-16T18:33:10.447" v="5256" actId="478"/>
          <ac:spMkLst>
            <pc:docMk/>
            <pc:sldMk cId="166178725" sldId="301"/>
            <ac:spMk id="4" creationId="{F9812DEB-123A-72D9-320D-714F27434329}"/>
          </ac:spMkLst>
        </pc:spChg>
        <pc:picChg chg="add mod">
          <ac:chgData name="Pauline Smyth" userId="de5ce227-53e3-42c9-b7e0-2fb7785ba6f5" providerId="ADAL" clId="{6255E3C0-2251-4446-9FA1-F92B6196B021}" dt="2022-10-16T18:49:29.942" v="5271" actId="14100"/>
          <ac:picMkLst>
            <pc:docMk/>
            <pc:sldMk cId="166178725" sldId="301"/>
            <ac:picMk id="6" creationId="{849A3193-3C43-672C-50AA-1500C68853C1}"/>
          </ac:picMkLst>
        </pc:picChg>
        <pc:picChg chg="del">
          <ac:chgData name="Pauline Smyth" userId="de5ce227-53e3-42c9-b7e0-2fb7785ba6f5" providerId="ADAL" clId="{6255E3C0-2251-4446-9FA1-F92B6196B021}" dt="2022-10-16T18:33:07.089" v="5254" actId="478"/>
          <ac:picMkLst>
            <pc:docMk/>
            <pc:sldMk cId="166178725" sldId="301"/>
            <ac:picMk id="7" creationId="{CBE99D42-E222-8129-D81D-FEFADC1EEBB1}"/>
          </ac:picMkLst>
        </pc:picChg>
        <pc:picChg chg="del">
          <ac:chgData name="Pauline Smyth" userId="de5ce227-53e3-42c9-b7e0-2fb7785ba6f5" providerId="ADAL" clId="{6255E3C0-2251-4446-9FA1-F92B6196B021}" dt="2022-10-16T18:33:10.447" v="5256" actId="478"/>
          <ac:picMkLst>
            <pc:docMk/>
            <pc:sldMk cId="166178725" sldId="301"/>
            <ac:picMk id="9" creationId="{9B3BC2EA-ACD3-06B4-237A-C06EBFBDC05B}"/>
          </ac:picMkLst>
        </pc:picChg>
        <pc:picChg chg="del">
          <ac:chgData name="Pauline Smyth" userId="de5ce227-53e3-42c9-b7e0-2fb7785ba6f5" providerId="ADAL" clId="{6255E3C0-2251-4446-9FA1-F92B6196B021}" dt="2022-10-16T18:33:08.834" v="5255" actId="478"/>
          <ac:picMkLst>
            <pc:docMk/>
            <pc:sldMk cId="166178725" sldId="301"/>
            <ac:picMk id="11" creationId="{E817501C-A0CE-6A2E-1427-9AEF4C2CCF98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6T18:38:51.124" v="5264" actId="14100"/>
        <pc:sldMkLst>
          <pc:docMk/>
          <pc:sldMk cId="276211871" sldId="302"/>
        </pc:sldMkLst>
        <pc:picChg chg="add mod">
          <ac:chgData name="Pauline Smyth" userId="de5ce227-53e3-42c9-b7e0-2fb7785ba6f5" providerId="ADAL" clId="{6255E3C0-2251-4446-9FA1-F92B6196B021}" dt="2022-10-16T18:38:51.124" v="5264" actId="14100"/>
          <ac:picMkLst>
            <pc:docMk/>
            <pc:sldMk cId="276211871" sldId="302"/>
            <ac:picMk id="5" creationId="{9B6F950A-86F8-7615-76BF-140E229F77D0}"/>
          </ac:picMkLst>
        </pc:picChg>
        <pc:picChg chg="del">
          <ac:chgData name="Pauline Smyth" userId="de5ce227-53e3-42c9-b7e0-2fb7785ba6f5" providerId="ADAL" clId="{6255E3C0-2251-4446-9FA1-F92B6196B021}" dt="2022-10-16T18:38:41.646" v="5260" actId="478"/>
          <ac:picMkLst>
            <pc:docMk/>
            <pc:sldMk cId="276211871" sldId="302"/>
            <ac:picMk id="6" creationId="{849A3193-3C43-672C-50AA-1500C68853C1}"/>
          </ac:picMkLst>
        </pc:picChg>
      </pc:sldChg>
      <pc:sldChg chg="addSp delSp modSp add mod">
        <pc:chgData name="Pauline Smyth" userId="de5ce227-53e3-42c9-b7e0-2fb7785ba6f5" providerId="ADAL" clId="{6255E3C0-2251-4446-9FA1-F92B6196B021}" dt="2022-10-16T19:10:00.802" v="5274" actId="14100"/>
        <pc:sldMkLst>
          <pc:docMk/>
          <pc:sldMk cId="4257021432" sldId="303"/>
        </pc:sldMkLst>
        <pc:spChg chg="del">
          <ac:chgData name="Pauline Smyth" userId="de5ce227-53e3-42c9-b7e0-2fb7785ba6f5" providerId="ADAL" clId="{6255E3C0-2251-4446-9FA1-F92B6196B021}" dt="2022-10-16T18:40:24.754" v="5268" actId="22"/>
          <ac:spMkLst>
            <pc:docMk/>
            <pc:sldMk cId="4257021432" sldId="303"/>
            <ac:spMk id="4" creationId="{F9812DEB-123A-72D9-320D-714F27434329}"/>
          </ac:spMkLst>
        </pc:spChg>
        <pc:picChg chg="del">
          <ac:chgData name="Pauline Smyth" userId="de5ce227-53e3-42c9-b7e0-2fb7785ba6f5" providerId="ADAL" clId="{6255E3C0-2251-4446-9FA1-F92B6196B021}" dt="2022-10-16T18:39:03.319" v="5267" actId="478"/>
          <ac:picMkLst>
            <pc:docMk/>
            <pc:sldMk cId="4257021432" sldId="303"/>
            <ac:picMk id="5" creationId="{9B6F950A-86F8-7615-76BF-140E229F77D0}"/>
          </ac:picMkLst>
        </pc:picChg>
        <pc:picChg chg="add mod ord">
          <ac:chgData name="Pauline Smyth" userId="de5ce227-53e3-42c9-b7e0-2fb7785ba6f5" providerId="ADAL" clId="{6255E3C0-2251-4446-9FA1-F92B6196B021}" dt="2022-10-16T19:10:00.802" v="5274" actId="14100"/>
          <ac:picMkLst>
            <pc:docMk/>
            <pc:sldMk cId="4257021432" sldId="303"/>
            <ac:picMk id="6" creationId="{4550A285-D4D8-D6AF-3AF6-FC0273B7810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49:53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24575,'5'160'0,"43"264"0,-23-297 0,59 177 0,-76-291-1365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0:5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30 224 24575,'-7'-13'0,"4"7"0,-1 0 0,1-1 0,0 1 0,1-1 0,-1 0 0,-1-12 0,3 16 0,1 0 0,1 0 0,-1 0 0,0 0 0,1 0 0,0 0 0,-1 0 0,1 0 0,1 0 0,-1 1 0,0-1 0,1 0 0,-1 1 0,1-1 0,0 1 0,-1-1 0,1 1 0,1 0 0,2-4 0,6-2 0,-1-1 0,1 1 0,0 1 0,1 0 0,0 0 0,0 2 0,1-1 0,-1 1 0,24-5 0,-4 3 0,0 1 0,62-3 0,-85 8 0,0 1 0,0 0 0,0 1 0,0 0 0,-1 0 0,1 1 0,0 0 0,15 7 0,-19-7 0,0 0 0,-1 1 0,1 0 0,-1 0 0,0 1 0,0-1 0,0 1 0,-1 0 0,1 0 0,-1 0 0,0 0 0,0 0 0,0 1 0,-1-1 0,0 1 0,3 7 0,3 12 0,-2 0 0,0 0 0,-2 1 0,-1-1 0,0 1 0,-2 28 0,-15 149 0,12-180 0,-1 1 0,-1-1 0,-1 0 0,-1-1 0,0 1 0,-2-1 0,-1 0 0,0-1 0,-2 0 0,-25 36 0,8-21 0,18-23 0,0 0 0,0 1 0,-11 20 0,21-33 0,0 0 0,0 0 0,0 1 0,0-1 0,0 0 0,0 0 0,0 0 0,0 0 0,0 1 0,0-1 0,0 0 0,0 0 0,0 0 0,0 1 0,0-1 0,0 0 0,0 0 0,0 0 0,0 0 0,1 1 0,-1-1 0,0 0 0,0 0 0,0 0 0,0 0 0,0 0 0,0 1 0,1-1 0,-1 0 0,0 0 0,0 0 0,0 0 0,0 0 0,0 0 0,1 0 0,-1 0 0,0 1 0,0-1 0,0 0 0,1 0 0,-1 0 0,0 0 0,0 0 0,0 0 0,16 1 0,18-3 0,-32 2 0,61-7-195,-1 3 0,1 2 0,0 3 0,0 3 0,0 3 0,88 21 0,-127-21-6631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0:59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24575,'35'-19'0,"-5"3"0,0 1 0,0 1 0,52-15 0,-17 12 0,0 3 0,0 3 0,1 3 0,1 3 0,80 3 0,-138 3 0,1 0 0,0 1 0,0 0 0,-1 0 0,1 1 0,-1 0 0,0 1 0,11 5 0,-18-8 0,0 0 0,0 0 0,-1 1 0,1-1 0,0 0 0,0 1 0,-1-1 0,1 1 0,-1 0 0,1 0 0,-1-1 0,0 1 0,1 0 0,-1 0 0,0 0 0,0 0 0,-1 1 0,1-1 0,0 0 0,-1 0 0,1 0 0,-1 1 0,0-1 0,0 0 0,0 0 0,0 1 0,0-1 0,0 0 0,0 0 0,-1 1 0,1-1 0,-1 0 0,0 0 0,0 0 0,1 0 0,-1 0 0,-1 0 0,1 0 0,0 0 0,-3 3 0,-8 12 0,-2-1 0,0 0 0,-1 0 0,-1-2 0,0 0 0,-26 17 0,-5 5 0,47-36 0,-1 0 0,1 0 0,0 1 0,-1-1 0,1 0 0,0 0 0,-1 1 0,1-1 0,0 0 0,-1 1 0,1-1 0,0 1 0,0-1 0,0 0 0,-1 1 0,1-1 0,0 1 0,0-1 0,0 0 0,0 1 0,0-1 0,0 1 0,-1-1 0,1 1 0,0-1 0,0 1 0,0-1 0,1 0 0,-1 1 0,0-1 0,0 1 0,0-1 0,0 1 0,0-1 0,0 0 0,1 1 0,-1-1 0,0 1 0,0-1 0,1 0 0,-1 1 0,0-1 0,1 0 0,-1 1 0,0-1 0,1 0 0,-1 0 0,0 1 0,1-1 0,-1 0 0,1 0 0,-1 1 0,0-1 0,1 0 0,30 11 0,-24-8 0,38 13 0,-2 2 0,0 2 0,44 28 0,-68-36 0,0 1 0,0 1 0,-1 1 0,-1 0 0,-1 2 0,0-1 0,-1 2 0,18 27 0,-30-39 0,1 0 0,-1 0 0,0 0 0,0 1 0,0-1 0,-1 1 0,0 0 0,-1-1 0,0 1 0,0 0 0,0 0 0,-1 0 0,0 0 0,0 0 0,0 0 0,-1 0 0,0 0 0,-1 0 0,1-1 0,-1 1 0,-1 0 0,1-1 0,-1 1 0,0-1 0,-1 0 0,0 0 0,0 0 0,0-1 0,0 0 0,-1 1 0,0-1 0,0-1 0,0 1 0,-1-1 0,1 0 0,-12 6 0,-1 0 0,-1 0 0,-1-2 0,0 0 0,0-1 0,-29 6 0,-111 12 0,92-15 0,-33 5-1365,59-10-5461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0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24575,'-4'10'0,"-1"1"0,1 0 0,1 0 0,0 1 0,0-1 0,2 0 0,-1 1 0,1 0 0,1-1 0,0 1 0,3 22 0,4 3 0,1-1 0,19 49 0,-12-37 0,28 95 0,24 154 0,-53-202 0,-3 0 0,-4 169 0,-18-59 0,-1 194 0,12-397 0,1-1 0,-1 1 0,0 0 0,1-1 0,-1 1 0,1-1 0,-1 1 0,1-1 0,0 1 0,-1-1 0,1 1 0,0-1 0,0 0 0,0 0 0,0 1 0,0-1 0,1 0 0,-1 0 0,0 0 0,0 0 0,1 0 0,-1 0 0,1-1 0,-1 1 0,0 0 0,1-1 0,0 1 0,-1-1 0,1 1 0,2-1 0,6 2 0,0-1 0,0 0 0,0-1 0,10-1 0,-4 0 0,651-36 0,-60 1 0,3 51 0,-489-2 0,78 6 0,-157-17 0,1-3 0,72-9 0,-52 0 0,0-3 0,119-42 0,-167 51 0,0 0 0,0 1 0,0 0 0,1 2 0,-1-1 0,21 2 0,45-4 0,284-75 0,-60 10 0,-227 52-1365,-62 12-5461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0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332 448 24575,'-27'0'0,"1"-1"0,-1-1 0,1-1 0,-1-2 0,1 0 0,0-2 0,-48-19 0,69 23 0,1 0 0,-1 0 0,0 0 0,1 0 0,0-1 0,0 1 0,0-1 0,1 0 0,-1 0 0,1-1 0,0 1 0,0-1 0,0 0 0,1 1 0,-3-8 0,2 4 0,1-1 0,0 1 0,0-1 0,1 0 0,0 1 0,0-1 0,1 0 0,2-17 0,0 12 0,1 1 0,0-1 0,0 1 0,2-1 0,0 1 0,0 0 0,1 1 0,1-1 0,0 1 0,0 0 0,18-20 0,-19 26 0,0 1 0,1-1 0,0 1 0,0 0 0,0 1 0,0-1 0,1 2 0,0-1 0,0 1 0,0 0 0,0 0 0,0 1 0,0 0 0,1 1 0,-1 0 0,1 0 0,-1 1 0,1 0 0,-1 0 0,1 1 0,-1 0 0,1 1 0,-1 0 0,0 0 0,0 0 0,13 7 0,-4-1 0,0 0 0,0 2 0,-1 0 0,0 0 0,-1 2 0,0 0 0,-1 0 0,0 2 0,-1-1 0,22 32 0,-24-28 0,0 0 0,-2 1 0,0 0 0,-1 0 0,-1 1 0,0 0 0,5 28 0,-9-32 0,-1 1 0,-1 0 0,-1-1 0,0 1 0,0 0 0,-2 0 0,0-1 0,-1 1 0,0-1 0,-7 16 0,-5 7 0,-1 0 0,-2-1 0,-2-1 0,-2 0 0,-1-2 0,-28 32 0,-8 2 0,-115 101 0,161-154 0,13-14 0,0-1 0,0 0 0,0 0 0,0 1 0,0-1 0,0 0 0,0 0 0,0 1 0,0-1 0,0 0 0,0 0 0,0 1 0,0-1 0,0 0 0,0 0 0,0 1 0,0-1 0,0 0 0,1 0 0,-1 1 0,0-1 0,0 0 0,0 0 0,0 1 0,0-1 0,1 0 0,-1 0 0,0 0 0,0 0 0,0 1 0,1-1 0,-1 0 0,0 0 0,1 0 0,33 4 0,-26-4 0,521 33 0,-450-26 0,-57-5-1365,-4-1-5461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18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28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24575,'52'-79'0,"-52"78"0,0 1 0,1 0 0,-1 0 0,0-1 0,0 1 0,1 0 0,-1 0 0,0 0 0,0-1 0,1 1 0,-1 0 0,0 0 0,1 0 0,-1 0 0,0 0 0,1 0 0,-1 0 0,0 0 0,1-1 0,-1 1 0,0 0 0,1 0 0,-1 0 0,0 0 0,0 1 0,1-1 0,-1 0 0,0 0 0,1 0 0,-1 0 0,0 0 0,1 0 0,-1 0 0,0 1 0,1-1 0,-1 0 0,0 0 0,0 0 0,1 1 0,-1-1 0,0 0 0,0 0 0,1 1 0,9 12 0,-10-13 0,151 257 0,-59-91 0,-74-137 0,-8-15 0,-2 0 0,11 22 0,-90-184 0,62 127 0,-5-13 0,-12-40 0,24 65 0,0 0 0,0 0 0,0 0 0,1 0 0,1 0 0,-1 0 0,2-1 0,-1 1 0,1 0 0,2-10 0,-1 15 0,0-1 0,1 0 0,-1 1 0,1-1 0,-1 1 0,1 0 0,1 0 0,-1 0 0,1 0 0,-1 1 0,1-1 0,0 1 0,0 0 0,1 0 0,-1 1 0,0-1 0,6-1 0,11-6 0,1 2 0,32-9 0,-33 11 0,261-71-1365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3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24575,'0'0'0,"-5"-1"0,0 1 0,0 1 0,0-1 0,0 0 0,0 1 0,0 0 0,-7 2 0,11-2 0,-1 0 0,1 0 0,0 0 0,0 0 0,-1 0 0,1 0 0,0 0 0,0 1 0,0-1 0,0 0 0,0 1 0,1-1 0,-1 0 0,0 1 0,1-1 0,-1 1 0,1-1 0,-1 1 0,1-1 0,0 1 0,0-1 0,-1 1 0,1 0 0,0-1 0,0 1 0,1-1 0,-1 3 0,3 25 0,0 1 0,3-1 0,15 53 0,40 83 0,-50-136 0,27 64 0,46 127 0,-72-183 0,-2 2 0,-2-1 0,7 75 0,-7-10 0,-9-87 0,0-13 0,1 0 0,-1 0 0,1 0 0,0 0 0,0 1 0,1-1 0,-1 0 0,1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55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24575,'-1'5'0,"1"0"0,0 0 0,0 0 0,1 0 0,-1 0 0,1 0 0,0-1 0,0 1 0,1 0 0,-1 0 0,1-1 0,0 1 0,1-1 0,-1 0 0,1 1 0,4 5 0,38 49 0,46 78 0,-75-107 0,0 1 0,-3 0 0,0 0 0,-2 1 0,7 35 0,-9-25 0,-2 0 0,-2 0 0,0 46 0,-12-91 0,-35-61 0,3-2 0,2-1 0,-49-130 0,84 192 0,0 0 0,0 0 0,1 0 0,0 0 0,0 0 0,0 0 0,0 0 0,1-1 0,0 1 0,0 0 0,1 0 0,-1 0 0,1-1 0,0 1 0,1 0 0,-1 0 0,1 0 0,0 0 0,0 1 0,1-1 0,-1 1 0,1-1 0,0 1 0,0 0 0,0 0 0,1 0 0,-1 0 0,8-5 0,11-6 0,1 2 0,1 0 0,0 1 0,1 2 0,0 0 0,0 2 0,1 0 0,0 2 0,1 1 0,51-3 0,-74 8-1365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56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24575,'-80'0'0,"80"40"0,20 62 0,51 155 0,-9-74 0,-27-87 0,42 184 0,-76-226 8,-1-33-1381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0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51 24575,'-23'5'0,"16"-3"0,-1-1 0,0 2 0,1-1 0,0 1 0,-13 6 0,18-7 0,0-1 0,0 1 0,0 0 0,0 0 0,0-1 0,0 1 0,1 0 0,-1 1 0,1-1 0,0 0 0,0 0 0,-1 1 0,1-1 0,1 0 0,-1 1 0,0-1 0,0 1 0,1-1 0,0 1 0,-1-1 0,1 1 0,0 3 0,4 44 0,1 0 0,3 0 0,22 78 0,-16-70 0,9 22 0,5 27 0,-27-106 0,-1-1 0,0 1 0,0-1 0,1 0 0,-1 1 0,0-1 0,0 1 0,0-1 0,0 1 0,0-1 0,0 1 0,0-1 0,0 1 0,0-1 0,0 1 0,0-1 0,0 1 0,0-1 0,0 1 0,0-1 0,-1 1 0,1-1 0,0 1 0,0-1 0,-1 1 0,1-1 0,0 0 0,-1 1 0,1-1 0,0 1 0,-1-1 0,1 0 0,0 1 0,-1-1 0,1 0 0,-1 0 0,1 1 0,-1-1 0,0 0 0,0 0 0,1-1 0,-1 1 0,0 0 0,0-1 0,1 1 0,-1-1 0,0 1 0,0-1 0,1 1 0,-1-1 0,1 0 0,-1 1 0,1-1 0,-1 1 0,1-1 0,-1 0 0,1 0 0,-1 1 0,1-1 0,0 0 0,-1 0 0,1-1 0,-11-28 0,2 0 0,1-1 0,2 0 0,1 0 0,-2-55 0,6 70 0,2 0 0,-1 0 0,2 0 0,0 0 0,1 0 0,1 1 0,0-1 0,1 1 0,1 0 0,0 0 0,1 1 0,1 0 0,12-18 0,-12 23 0,0 1 0,1 0 0,0 0 0,0 0 0,1 1 0,-1 1 0,2-1 0,-1 2 0,1 0 0,0 0 0,20-6 0,12-1 0,81-10 0,-61 12 0,6-1 0,-31 6 0,-1-2 0,61-18 0,-89 20-1365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0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600 10 24575,'-9'-3'0,"0"1"0,1 1 0,-1-1 0,0 1 0,0 1 0,0-1 0,0 2 0,0-1 0,0 1 0,0 0 0,1 1 0,-1 0 0,0 1 0,1 0 0,-1 0 0,1 1 0,0 0 0,0 0 0,1 0 0,-10 8 0,-13 12 0,1 0 0,0 2 0,-34 42 0,48-52 0,-38 40 0,25-29 0,2 1 0,0 1 0,2 2 0,2 0 0,-20 37 0,38-60 0,0 1 0,1 0 0,0 0 0,0 0 0,1 0 0,0 1 0,1-1 0,0 1 0,1-1 0,0 1 0,0-1 0,4 19 0,-1-14 0,1 0 0,1 0 0,0-1 0,0 0 0,1 0 0,1-1 0,16 24 0,-2-11 0,0 0 0,2-1 0,1-2 0,1 0 0,0-2 0,52 32 0,-47-34 0,1-1 0,1-1 0,0-2 0,1-1 0,1-2 0,0-1 0,0-2 0,48 5 0,-66-12 0,1 0 0,0-1 0,0-1 0,0-1 0,-1-1 0,1 0 0,-1-1 0,23-8 0,-26 6 0,-1 0 0,1 0 0,-1-1 0,0-1 0,-1 0 0,0-1 0,0 0 0,-1-1 0,-1 0 0,1 0 0,9-15 0,-4 3 0,-1-1 0,-1 0 0,-2-1 0,0 0 0,15-50 0,-21 56 0,-1 0 0,-1 0 0,0 0 0,-1-1 0,-1 0 0,-1 1 0,-1-1 0,0 1 0,-6-25 0,3 31 0,0-1 0,-1 1 0,-1 0 0,0 1 0,-1 0 0,0 0 0,0 0 0,-1 1 0,-1 0 0,0 0 0,0 1 0,-1 0 0,0 1 0,0 0 0,-22-11 0,0 0 0,-1 2 0,0 2 0,-2 1 0,-48-13 0,50 19-341,-1 1 0,-1 1-1,-37-1 1,18 6-6485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40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24575,'-30'9'0,"1"1"0,-29 14 0,-22 9 0,71-32 0,17-9 0,15-7 0,-4 6 0,1 1 0,0 1 0,0 0 0,0 2 0,1 0 0,0 1 0,0 1 0,0 1 0,1 1 0,-1 1 0,0 1 0,22 4 0,-25-3 0,-1 1 0,0 1 0,0 1 0,-1 0 0,1 1 0,-1 1 0,0 1 0,-1 0 0,0 1 0,0 0 0,-1 1 0,0 1 0,-1 0 0,0 1 0,12 15 0,-22-23 0,0-1 0,0 1 0,-1-1 0,1 1 0,-1 0 0,0 0 0,0 0 0,0 0 0,-1 1 0,0-1 0,1 0 0,-1 1 0,-1-1 0,1 9 0,-1-9 0,-1 0 0,0-1 0,0 1 0,0 0 0,-1 0 0,1-1 0,-1 1 0,0-1 0,0 1 0,0-1 0,0 0 0,-1 0 0,1 0 0,-1 0 0,0 0 0,-6 4 0,-4 2 0,10-7 0,1-1 0,-1 1 0,0 0 0,0 0 0,1 0 0,-1 0 0,1 0 0,0 1 0,-1-1 0,1 1 0,-2 4 0,5-6 0,-1 1 0,1-1 0,0 0 0,1 0 0,-1 0 0,0 0 0,0 0 0,0 0 0,1 0 0,-1 0 0,0-1 0,1 1 0,-1 0 0,0-1 0,1 1 0,-1-1 0,1 0 0,-1 1 0,3-1 0,2 2 0,17 6 0,-1 2 0,0 1 0,-1 0 0,0 2 0,0 0 0,-2 2 0,0 0 0,29 29 0,-35-31 0,-1 1 0,0 0 0,-1 1 0,-1 1 0,-1-1 0,0 2 0,0-1 0,-2 1 0,0 0 0,-1 1 0,-1-1 0,4 21 0,-9-34 0,1 1 0,-1 0 0,0 0 0,0 0 0,-1 0 0,1 0 0,-1 0 0,0-1 0,-1 1 0,1 0 0,-1-1 0,0 1 0,0-1 0,-3 6 0,0-3 0,0 0 0,0-1 0,-1 0 0,1 0 0,-1 0 0,-1-1 0,-12 9 0,0-3 0,-1 0 0,0-2 0,-1 0 0,0-1 0,-30 7 0,-4-3-227,-1-3-1,-1-2 1,0-2-1,1-3 1,-90-8-1,127 3-6598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41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478 332 24575,'-5'-7'0,"0"-1"0,-1 1 0,0 0 0,0 1 0,0-1 0,-1 1 0,0 1 0,0-1 0,-1 1 0,1 0 0,-1 1 0,0 0 0,-1 0 0,1 0 0,-1 1 0,1 1 0,-1-1 0,0 2 0,0-1 0,0 1 0,0 0 0,0 1 0,-15 1 0,1 1 0,1 1 0,0 1 0,0 1 0,0 1 0,1 1 0,0 0 0,0 2 0,-30 17 0,47-24 0,0 0 0,0 1 0,0-1 0,0 1 0,1 0 0,-1 0 0,1 0 0,-1 1 0,1-1 0,0 1 0,0 0 0,1 0 0,-3 4 0,4-4 0,0-1 0,0 0 0,1 0 0,-1 1 0,1-1 0,0 0 0,0 1 0,0-1 0,1 0 0,-1 1 0,1-1 0,0 0 0,0 0 0,0 1 0,0-1 0,0 0 0,1 0 0,-1 0 0,4 3 0,13 23 0,1-1 0,2-1 0,42 43 0,84 61 0,-126-114 0,1-1 0,1-1 0,1-1 0,0 0 0,1-2 0,0-1 0,0-1 0,48 11 0,-58-18 0,0-1 0,0 0 0,1-1 0,-1 0 0,0-1 0,1-1 0,-1-1 0,0 0 0,0-1 0,0-1 0,0 0 0,-1-1 0,1 0 0,-1-1 0,-1-1 0,1 0 0,14-11 0,-18 11 0,0-1 0,-1 1 0,0-2 0,0 1 0,-1-1 0,0-1 0,-1 1 0,0-1 0,0-1 0,-1 1 0,7-16 0,-10 16 0,0 1 0,0-1 0,-1 1 0,-1-1 0,1 0 0,-2 0 0,1 0 0,-1 0 0,-1 0 0,0 0 0,0 1 0,-1-1 0,0 0 0,-5-14 0,-7-12 0,-1 1 0,-2 0 0,-1 1 0,-2 1 0,-1 1 0,-45-53 0,47 63 0,0 2 0,-2 1 0,0 0 0,-1 2 0,-1 0 0,0 2 0,-1 0 0,-1 2 0,0 0 0,-28-8 0,44 18-136,0 0-1,-1 1 1,1 0-1,0 0 1,-1 1-1,0 1 1,1 0-1,-1 0 0,-11 2 1,-6 4-6690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20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724 1 24575,'-9'7'0,"0"0"0,0-1 0,-1 0 0,0 0 0,0-1 0,-1-1 0,1 0 0,-16 4 0,-13 2 0,-42 3 0,-2 1 0,75-12 0,-35 7 0,0 2 0,0 2 0,-53 23 0,85-30 0,0-1 0,0 1 0,0 1 0,1 0 0,0 0 0,1 1 0,-1 1 0,2-1 0,-1 1 0,1 1 0,1 0 0,-1 0 0,2 0 0,-1 1 0,2 0 0,-9 21 0,7-11 0,1 1 0,1 0 0,1-1 0,1 1 0,1 1 0,1-1 0,3 39 0,-1-48 0,1 0 0,1 0 0,0 0 0,0 0 0,2-1 0,-1 1 0,2-1 0,-1 0 0,2-1 0,0 1 0,0-1 0,1-1 0,0 1 0,13 11 0,-2-5 0,1-2 0,1 0 0,0-2 0,1 0 0,0-2 0,0 0 0,2-1 0,-1-2 0,1 0 0,0-1 0,1-2 0,0 0 0,-1-2 0,1-1 0,0-1 0,1 0 0,36-6 0,-53 4 0,0-1 0,0 0 0,0-1 0,-1 0 0,11-5 0,-16 7 0,0-1 0,0 0 0,0 0 0,0 0 0,-1 0 0,1 0 0,0-1 0,-1 1 0,0-1 0,0 0 0,1 1 0,-2-1 0,1 0 0,0 0 0,-1 0 0,3-6 0,-4 7 0,0 0 0,0 0 0,0 0 0,0 0 0,-1 1 0,1-1 0,0 0 0,-1 0 0,0 0 0,1 0 0,-1 1 0,0-1 0,0 0 0,0 1 0,0-1 0,0 1 0,0-1 0,0 1 0,-1-1 0,1 1 0,-2-2 0,-33-26 0,36 29 0,-15-10 5,-1 1-1,0 0 0,0 1 1,-1 1-1,0 1 0,0 0 0,0 2 1,-1-1-1,0 2 0,0 1 1,-20-1-1,-24 2-153,-118 15-1,69-3-968,90-10-5708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2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24575,'1'17'0,"0"0"0,1 0 0,0 0 0,1 0 0,2-1 0,7 24 0,1 1 0,154 765 0,-163-751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3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0 24575,'-170'80'0,"149"-70"0,17-8 0,0 0 0,0 0 0,0 0 0,0 1 0,0 0 0,1-1 0,-1 1 0,1 0 0,0 1 0,0-1 0,0 1 0,0-1 0,1 1 0,-1 0 0,1 0 0,0 0 0,0 0 0,1 0 0,-1 1 0,1-1 0,-1 5 0,0 7 0,0 0 0,2-1 0,0 1 0,4 28 0,-1 1 0,-11 427 0,-4-104 0,12-354 0,0 0 0,0 0 0,2 0 0,0 0 0,0 0 0,1 0 0,9 23 0,-8-24 0,0 0 0,-1 0 0,0 1 0,-1-1 0,-1 1 0,0 0 0,-2 18 0,4 36 0,-3-66 0,1-1 0,-1 1 0,1 0 0,-1-1 0,1 1 0,0-1 0,0 1 0,0-1 0,0 1 0,0-1 0,0 0 0,0 0 0,0 1 0,0-1 0,1 0 0,-1 0 0,1 0 0,-1 0 0,0 0 0,1 0 0,0-1 0,-1 1 0,1 0 0,-1-1 0,1 1 0,0-1 0,2 1 0,7 0 0,-1 0 0,0 0 0,14-1 0,-18 0 0,380-16 0,-163 3 0,877 2 0,-1019 13 0,235-1 0,-301-7-1365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36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307 607 24575,'-15'-2'0,"0"0"0,0 0 0,0-1 0,0-1 0,1-1 0,-1 0 0,1-1 0,0 0 0,1-1 0,-20-13 0,23 12 0,0 0 0,1 0 0,-1-1 0,2-1 0,-1 0 0,2 0 0,-1 0 0,1-1 0,1 0 0,0-1 0,0 1 0,-6-22 0,7 18 0,1 0 0,0 0 0,1 0 0,1 0 0,1 0 0,0-1 0,1-17 0,1 24 0,0-1 0,1 1 0,0 0 0,1 0 0,0 1 0,0-1 0,1 0 0,0 1 0,0 0 0,1 0 0,0 0 0,1 1 0,7-9 0,-1 3 0,1 0 0,1 1 0,0 1 0,0 0 0,2 1 0,-1 0 0,1 1 0,0 1 0,1 1 0,22-8 0,-31 13 0,0 0 0,1 1 0,-1-1 0,1 1 0,-1 1 0,1 0 0,-1 0 0,1 1 0,-1 0 0,12 3 0,-13-2 0,-1 0 0,0 0 0,0 1 0,0 0 0,0 1 0,0-1 0,-1 1 0,1 0 0,-1 1 0,0-1 0,0 1 0,-1 0 0,1 0 0,5 9 0,-3-1 0,0 0 0,-1 1 0,0 0 0,-1 0 0,-1 0 0,0 0 0,-1 0 0,-1 1 0,0 0 0,-1-1 0,0 1 0,-1 0 0,-1 0 0,-5 27 0,-1-5 0,-2 1 0,-1-1 0,-2-1 0,-25 55 0,21-60 0,-2 0 0,-1-1 0,-1-1 0,-1-1 0,-47 49 0,-144 105 0,212-182 0,0 0 0,0 0 0,0 0 0,0 0 0,-1 0 0,1 0 0,0 0 0,0 0 0,0 0 0,0 0 0,0 0 0,0 1 0,0-1 0,0 0 0,0 0 0,0 0 0,-1 0 0,1 0 0,0 0 0,0 0 0,0 0 0,0 0 0,0 1 0,0-1 0,0 0 0,0 0 0,0 0 0,0 0 0,0 0 0,0 0 0,0 0 0,0 1 0,0-1 0,0 0 0,0 0 0,0 0 0,0 0 0,0 0 0,0 0 0,0 0 0,0 0 0,0 1 0,0-1 0,0 0 0,1 0 0,-1 0 0,0 0 0,0 0 0,0 0 0,0 0 0,0 0 0,0 0 0,0 1 0,0-1 0,0 0 0,0 0 0,1 0 0,11 2 0,26-2 0,-23 0 0,42 4 0,0 1 0,-1 3 0,82 23 0,161 66 0,-241-77 0,-46-16-1365,-3-1-5461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5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24575,'0'0'0,"4"7"0,2 6 0,-1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1:59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24575,'-4'49'0,"3"-1"0,1 0 0,11 72 0,-5-53 0,21 227 0,32 597 0,-59-890 0,0 3 0,0 0 0,0 0 0,0 0 0,1 0 0,0 0 0,-1 0 0,1 0 0,2 4 0,-2-7 0,0 0 0,0 0 0,-1 0 0,1 0 0,0 0 0,0 0 0,0 0 0,1-1 0,-1 1 0,0 0 0,0-1 0,0 1 0,1-1 0,-1 1 0,0-1 0,0 0 0,1 1 0,-1-1 0,0 0 0,1 0 0,-1 0 0,0 0 0,1 0 0,-1 0 0,0 0 0,0-1 0,1 1 0,1-1 0,80-12 0,251-31 0,428 47 0,-236 10 0,-143-48 0,-179 11 0,-171 23-17,-26 2-133,-1-1 0,1 0 0,0-1 1,-1 0-1,1 0 0,-1 0 0,1 0 1,7-4-1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0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327 671 24575,'-126'-14'0,"108"11"0,0-1 0,0-1 0,0 0 0,-30-15 0,42 17 0,1 0 0,0 0 0,0-1 0,0 0 0,0 0 0,1 0 0,-1 0 0,1-1 0,0 1 0,1-1 0,-1 0 0,1 0 0,0-1 0,-3-6 0,3 4 0,1 0 0,-1-1 0,1 1 0,1-1 0,0 1 0,0-1 0,0 0 0,1 1 0,2-11 0,0 1 0,2-1 0,0 1 0,1 0 0,1 0 0,0 1 0,1 0 0,1 0 0,18-27 0,-9 21 0,0 1 0,2 1 0,1 0 0,0 2 0,2 0 0,0 1 0,1 2 0,0 0 0,2 1 0,-1 2 0,2 0 0,0 2 0,0 1 0,1 0 0,37-6 0,-58 15 0,1-1 0,0 2 0,-1-1 0,1 1 0,0 0 0,-1 0 0,1 1 0,-1 0 0,1 0 0,0 1 0,-1-1 0,0 2 0,1-1 0,-1 1 0,9 4 0,-10-3 0,1 1 0,-1-1 0,0 1 0,0 0 0,-1 0 0,1 1 0,-1 0 0,0-1 0,-1 1 0,1 0 0,-1 1 0,-1-1 0,1 0 0,2 13 0,0 0 0,-2 1 0,0 0 0,-2 0 0,0 0 0,-1 0 0,-1 0 0,-1 0 0,0 0 0,-2-1 0,-9 30 0,1-10 0,-2-1 0,-1-1 0,-3 0 0,-26 42 0,20-43 0,-47 51 0,51-66 0,1 1 0,1 1 0,2 1 0,0 0 0,-24 50 0,40-73 0,-1 1 0,0-1 0,1 0 0,-1 1 0,1-1 0,-1 1 0,1-1 0,0 0 0,0 1 0,-1-1 0,1 1 0,0-1 0,0 1 0,0-1 0,1 1 0,-1-1 0,0 1 0,0-1 0,1 1 0,-1-1 0,1 0 0,0 1 0,-1-1 0,1 0 0,0 1 0,0-1 0,-1 0 0,1 0 0,0 0 0,0 0 0,0 0 0,1 0 0,-1 0 0,0 0 0,0 0 0,0 0 0,1-1 0,-1 1 0,0 0 0,1-1 0,-1 1 0,1-1 0,2 1 0,7 1 0,1 0 0,0-1 0,0-1 0,20-1 0,-7 0 0,39 4 0,-1 3 0,-1 3 0,1 2 0,-2 4 0,0 1 0,0 4 0,68 32 0,-114-46-1365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0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24575,'-18'80'0,"12"-58"0,0-1 0,2 1 0,1 0 0,0 0 0,2 0 0,2 31 0,88 598 0,-56-477 0,-28-166-1365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0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695 1 24575,'-78'4'0,"-111"19"0,-53 3 0,179-29 0,46 1 0,-1 1 0,-30 2 0,47 0 0,0-1 0,0 0 0,0 1 0,0-1 0,0 1 0,0-1 0,0 1 0,0-1 0,0 1 0,1 0 0,-1-1 0,0 1 0,0 0 0,1 0 0,-1 0 0,0 0 0,1 0 0,-1 0 0,1-1 0,-1 1 0,1 0 0,-1 1 0,1-1 0,0 0 0,-1 0 0,1 2 0,-4 35 0,3-23 0,-5 25 0,3-27 0,1 0 0,0 0 0,0 0 0,2 1 0,0-1 0,0 0 0,3 14 0,-3-26 0,0 0 0,1 0 0,-1-1 0,0 1 0,1 0 0,-1 0 0,1-1 0,-1 1 0,1 0 0,-1-1 0,1 1 0,0-1 0,-1 1 0,1 0 0,0-1 0,-1 1 0,1-1 0,0 0 0,0 1 0,-1-1 0,1 0 0,0 1 0,0-1 0,0 0 0,-1 0 0,1 0 0,0 1 0,0-1 0,0 0 0,0 0 0,0 0 0,1-1 0,31-6 0,-21 4 0,10-3 0,178-35 0,-177 38 0,1 1 0,-1 1 0,1 1 0,-1 1 0,1 0 0,35 9 0,-46-6 0,0 1 0,0 1 0,-1 0 0,0 0 0,0 1 0,0 1 0,-1 0 0,0 0 0,-1 1 0,0 1 0,0-1 0,-1 2 0,0-1 0,13 22 0,-11-13 0,0 0 0,-1 1 0,-1 0 0,0 0 0,-2 1 0,-1 0 0,0 0 0,4 35 0,-10-50 0,1 0 0,-1 0 0,-1 0 0,1 0 0,-1 0 0,0 0 0,-1 0 0,1 0 0,-1 0 0,0 0 0,-1-1 0,-3 7 0,0-2 0,0-1 0,-1 0 0,1-1 0,-2 1 0,1-1 0,-12 8 0,-1 0 0,-1-1 0,-1-1 0,0-2 0,-48 21 0,53-27-97,0-1-1,0-1 1,0-1-1,0 0 1,-1-2-1,1 0 1,-1 0-1,1-2 1,-1 0-1,1-1 1,-1-1-1,1 0 0,-19-8 1,22 8-6729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12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2 139 24575,'3'-19'0,"6"-43"0,-8 58 0,-1-1 0,0 0 0,0 0 0,-1 0 0,0 0 0,0 0 0,0 1 0,0-1 0,-1 0 0,-1-4 0,3 12 0,0-1 0,1 1 0,-1 0 0,0-1 0,0 1 0,-1 0 0,1 0 0,-2 4 0,1 6 0,0 174 0,30 249 0,-6-177 0,-17-145 0,13 125 0,-13-195 0,2 1 0,1-1 0,21 54 0,-27-93 0,0 0 0,0 1 0,1-2 0,-1 1 0,1 0 0,0-1 0,1 1 0,-1-1 0,1 0 0,0-1 0,0 1 0,0-1 0,0 0 0,0 0 0,1-1 0,0 1 0,-1-1 0,10 2 0,14 3 0,0 0 0,40 3 0,-65-10 0,327 16 0,7 0 0,-8 40 0,-52-8 0,-193-37 0,112 0 0,200-25 0,55 1 0,-408 13-1365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1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1 387 24575,'0'-28'0,"1"-1"0,1 0 0,1 1 0,2-1 0,15-52 0,-17 72 0,1-1 0,0 1 0,1 0 0,0 0 0,0 1 0,1-1 0,0 1 0,0 0 0,1 1 0,0-1 0,0 1 0,1 1 0,0-1 0,0 2 0,1-1 0,0 1 0,0 0 0,0 1 0,0 0 0,11-3 0,-6 3 0,0 1 0,1 1 0,0 0 0,-1 1 0,1 1 0,0 0 0,-1 1 0,1 0 0,-1 2 0,1-1 0,-1 2 0,18 6 0,-4 0 0,-2 2 0,1 0 0,-2 2 0,0 1 0,30 22 0,-50-32 0,1 1 0,0-1 0,-1 1 0,0 0 0,-1 1 0,1-1 0,-1 1 0,0 0 0,-1 0 0,0 0 0,0 0 0,0 1 0,-1-1 0,0 1 0,0 0 0,-1-1 0,0 1 0,-1 0 0,0 0 0,0 0 0,-1 10 0,-4 17 0,0-1 0,-2 1 0,-17 46 0,21-70 0,-11 33 0,-2-1 0,-1-1 0,-33 55 0,34-70 0,-2-1 0,-1 0 0,0-1 0,-2-2 0,-43 39 0,-108 73 0,178-137 0,0-1 0,0 1 0,1 1 0,-1-1 0,8 0 0,6-2 0,25-5 0,0 2 0,1 1 0,-1 3 0,1 1 0,0 3 0,0 2 0,0 1 0,70 17 0,-83-13-116,4-2-134,0 3 0,-1 1 0,0 2 1,65 31-1,-90-36-6576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2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38 286 24575,'-5'7'0,"1"1"0,-1-1 0,1 1 0,1 0 0,-1 0 0,1 0 0,1 0 0,0 0 0,0 1 0,0-1 0,1 1 0,0-1 0,1 1 0,0 0 0,0-1 0,1 1 0,0-1 0,1 1 0,0-1 0,3 12 0,7 15 0,2 0 0,1-1 0,26 44 0,-28-55 0,16 26 0,-15-26 0,-1-1 0,16 43 0,-27-54 0,-8-13 0,-11-16 0,6 1 0,1 0 0,0-1 0,1 0 0,1-1 0,1 0 0,1 0 0,0-1 0,2 0 0,0 0 0,1 0 0,1 0 0,1 0 0,3-35 0,-1 35 0,1 0 0,2 1 0,0 0 0,0-1 0,2 2 0,1-1 0,0 1 0,1 0 0,1 0 0,1 1 0,0 0 0,1 1 0,1 0 0,17-18 0,-13 20 0,0 1 0,1 0 0,0 1 0,1 1 0,0 1 0,1 1 0,37-13 0,147-34 0,-165 48 0,34-8 0,-27 8 0,67-23 0,-93 21-1365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21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24575,'-4'40'0,"1"0"0,1 1 0,5 40 0,20 122 0,-9-92 0,47 555 0,-61-593-1365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31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24575,'18'17'0,"0"2"0,-2 0 0,0 1 0,-1 1 0,19 32 0,50 120 0,-68-136 0,24 48 0,63 155 0,-103-239 0,1 0 0,-1-1 0,1 1 0,-1 0 0,1 0 0,-1 0 0,0 0 0,0 0 0,0 0 0,1 0 0,-1 0 0,0 0 0,0 0 0,0 0 0,-1 0 0,1 0 0,0 0 0,0 0 0,0 0 0,-1 1 0,0-2 0,1 1 0,-1-1 0,0 0 0,1 0 0,-1 0 0,1 0 0,-1 0 0,0 0 0,1 0 0,-1 0 0,0 0 0,1 0 0,-1-1 0,1 1 0,-1 0 0,1 0 0,-1-1 0,0 1 0,1 0 0,-1-1 0,1 1 0,-1-1 0,-35-28 0,21 12 0,1 0 0,0 0 0,1-1 0,1-1 0,1 0 0,1 0 0,0-1 0,2-1 0,0 0 0,-7-31 0,12 41 0,1 0 0,0 0 0,1 0 0,0-1 0,1 1 0,0 0 0,0-1 0,2 1 0,-1 0 0,1 0 0,1 0 0,0 0 0,1 0 0,0 0 0,0 1 0,1 0 0,1 0 0,0 0 0,0 1 0,0 0 0,1 0 0,10-9 0,-3 5-6,1 1 0,0 1 0,1 0 0,0 1-1,26-12 1,90-28 165,-90 36-655,-1-2 0,44-23 1,-73 32-6331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3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24575,'-1'25'0,"0"0"0,1 0 0,7 44 0,22 76 0,-15-79 0,125 533 0,-106-468 0,-30-118-273,-1 0 0,0-1 0,-1 1 0,0 19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18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 24575,'-19'-1'0,"-20"0"0,39 1 0,0 0 0,0 0 0,0 0 0,0 0 0,-1 0 0,1 0 0,0 0 0,0 0 0,0 0 0,0 0 0,0 0 0,0 0 0,0 0 0,-1 0 0,1 0 0,0 0 0,0 0 0,0 0 0,0 0 0,0 0 0,0 0 0,0 0 0,-1 0 0,1 0 0,0 0 0,0 0 0,0 0 0,0 1 0,0-1 0,0 0 0,0 0 0,0 0 0,0 0 0,-1 0 0,1 0 0,0 0 0,0 0 0,0 0 0,0 1 0,0-1 0,0 0 0,0 0 0,0 0 0,0 0 0,0 0 0,0 0 0,0 0 0,0 1 0,0-1 0,0 0 0,0 0 0,0 0 0,0 0 0,0 0 0,0 0 0,0 0 0,0 1 0,0-1 0,0 0 0,0 0 0,0 0 0,0 0 0,1 0 0,17 10 0,18 1 0,0 0 0,0-3 0,1-1 0,-1-1 0,69 1 0,-24-8 0,128-17 0,-108-1 0,23-2 0,-123 21 0,0 0 0,0 0 0,0 0 0,0 0 0,0 1 0,1-1 0,-1 0 0,0 1 0,0-1 0,0 0 0,0 1 0,0 0 0,0-1 0,0 1 0,0-1 0,-1 1 0,1 0 0,0 0 0,0 0 0,0-1 0,-1 1 0,1 0 0,0 0 0,-1 0 0,1 0 0,-1 0 0,1 0 0,-1 0 0,0 0 0,1 1 0,-1-1 0,0 0 0,0 0 0,0 0 0,1 0 0,-1 0 0,-1 2 0,2 8 0,-1 1 0,-2 23 0,1-16 0,-7 110 0,-6 1 0,-6-2 0,-5 0 0,-52 155 0,14-113 0,36-105 0,3 1 0,-15 69 0,39-133-104,-1-1 52,1 0-1,0 0 1,-1-1-1,1 1 1,0 0-1,0 0 0,0 0 1,0 0-1,0 0 1,0 0-1,0 0 1,0-1-1,0 1 1,0 0-1,0 0 0,0 0 1,1 0-1,-1 0 1,0 0-1,1-1 1,-1 1-1,0 0 1,2 1-1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18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24575,'0'0'0,"-2"4"0,2 0 0,-1-1 0,0 1 0,1 0 0,-1 0 0,1-1 0,0 1 0,1 0 0,0 5 0,0-8 0,0 1 0,0-1 0,0 0 0,0 0 0,0 0 0,0 0 0,0 0 0,0 0 0,1 0 0,-1 0 0,0 0 0,1-1 0,-1 1 0,1 0 0,-1-1 0,1 1 0,-1-1 0,1 0 0,-1 1 0,1-1 0,0 0 0,-1 0 0,1 0 0,-1 0 0,4-1 0,83 0 0,92-13 0,-24 1 0,299 6 0,-361 8 0,-83-2-1365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24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50 24575,'-17'-15'0,"13"12"0,1 0 0,0-1 0,-1 1 0,1 0 0,-1 1 0,0-1 0,0 1 0,0-1 0,-1 1 0,1 0 0,0 1 0,-6-2 0,9 3 0,1 0 0,-1 0 0,1 1 0,-1-1 0,1 0 0,-1 1 0,1-1 0,0 0 0,-1 1 0,1-1 0,-1 1 0,1-1 0,0 0 0,-1 1 0,1-1 0,0 1 0,0-1 0,-1 1 0,1-1 0,0 1 0,0-1 0,0 1 0,0 0 0,0-1 0,-1 1 0,1-1 0,0 1 0,0-1 0,1 2 0,-2 21 0,2-16 0,55 667 0,-1 25 0,-57-657 0,1-30 0,0 1 0,0 0 0,2 0 0,3 25 0,-4-37 0,1 0 0,0 1 0,-1-1 0,1 0 0,0 0 0,0 0 0,0 0 0,0 0 0,0 0 0,0 0 0,0 0 0,0 0 0,0 0 0,0-1 0,1 1 0,-1 0 0,2 0 0,27 10 0,-17-7 0,180 63 0,253 55 0,-295-93 0,1-6 0,208 5 0,-38-36 0,-47-1 0,-230 10-1365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27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253 411 24575,'-14'-2'0,"-1"0"0,1-1 0,-1-1 0,1 0 0,0-1 0,0-1 0,1 0 0,0-1 0,0 0 0,-17-13 0,23 15 0,0-1 0,1 0 0,0 0 0,0 0 0,0-1 0,0 0 0,1 0 0,1-1 0,-1 1 0,1-1 0,0 0 0,1 0 0,0-1 0,0 1 0,1-1 0,0 1 0,0-1 0,0-15 0,2 18 0,0 1 0,0 0 0,1 0 0,0 0 0,0 0 0,0 0 0,1 0 0,0 0 0,0 1 0,0-1 0,0 0 0,1 1 0,5-8 0,-2 4 0,0 2 0,1-1 0,0 1 0,0 0 0,0 0 0,1 1 0,10-6 0,1 2 0,1 0 0,0 1 0,0 1 0,0 1 0,43-7 0,-34 10 0,0 1 0,1 2 0,-1 1 0,1 1 0,29 6 0,142 39 0,-173-39 0,0 0 0,0 2 0,-1 1 0,31 17 0,-50-23 0,-1-1 0,1 1 0,-1 0 0,0 1 0,-1 0 0,1 0 0,-1 1 0,0-1 0,-1 1 0,0 0 0,0 1 0,0-1 0,-1 1 0,0 0 0,-1 0 0,0 1 0,0-1 0,2 12 0,-3 1 0,0 0 0,-2 0 0,0 0 0,-1 0 0,-2 0 0,0 0 0,-1-1 0,-11 36 0,-3-7 0,-1-2 0,-36 65 0,26-62 0,-3-1 0,-1-2 0,-3-1 0,-62 63 0,21-37 0,-136 100 0,212-172 0,0 1 0,0-1 0,0 1 0,0 0 0,0-1 0,0 1 0,0 0 0,0 0 0,0 0 0,0 0 0,0 0 0,0 0 0,1 0 0,-1 0 0,0 0 0,1 0 0,-1 0 0,1 1 0,-1-1 0,1 0 0,0 0 0,-1 2 0,2-1 0,0-1 0,0 1 0,0-1 0,0 1 0,1-1 0,-1 0 0,0 0 0,1 1 0,-1-1 0,1 0 0,-1 0 0,1 0 0,-1 0 0,5 1 0,237 117 0,-209-106 0,2-1 0,0-2 0,0-1 0,0-2 0,49 3 0,-43-9-341,1-3 0,-1-1-1,73-15 1,-103 16-6485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29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63 535 24575,'-6'-3'0,"-29"-16"0,34 18 0,-1 0 0,0 0 0,1 0 0,-1 0 0,1-1 0,-1 1 0,1-1 0,0 1 0,0-1 0,-1 1 0,1-1 0,0 0 0,0 0 0,1 1 0,-2-4 0,2 2 0,1 0 0,0 0 0,0 0 0,0 0 0,0 0 0,1 1 0,-1-1 0,1 0 0,0 1 0,-1-1 0,4-2 0,1-3 0,20-28 0,1 1 0,2 1 0,1 2 0,1 1 0,2 1 0,44-30 0,-35 31 0,0 2 0,2 2 0,1 1 0,1 3 0,57-18 0,-88 34 0,0 1 0,0 0 0,0 2 0,0-1 0,0 2 0,0 0 0,26 2 0,-32 0 0,-1 1 0,0 0 0,1 0 0,-1 0 0,0 1 0,0 0 0,0 1 0,-1 0 0,1 0 0,-1 1 0,0 0 0,0 0 0,-1 0 0,1 1 0,5 7 0,-2-2 0,-1 1 0,0 0 0,-1 1 0,0 0 0,-1 0 0,-1 1 0,0 0 0,-1 0 0,0 0 0,4 21 0,-7-23 0,-1 0 0,1 0 0,-2 1 0,0-1 0,0 0 0,-1 0 0,-1 1 0,0-1 0,-1 0 0,0 0 0,-1-1 0,0 1 0,-6 12 0,-6 3 0,-1 0 0,-1-1 0,-2 0 0,0-2 0,-1 0 0,-2-2 0,0 0 0,-1-2 0,-1 0 0,-44 25 0,83-51 0,0 1 0,0 0 0,1 1 0,0 1 0,-1 0 0,1 1 0,0 1 0,0 0 0,1 1 0,21 2 0,1 2 0,-1 1 0,1 2 0,52 16 0,-55-11 0,0 2 0,-1 1 0,-1 1 0,51 34 0,-67-38 0,-1 0 0,-1 0 0,0 2 0,-1 0 0,0 0 0,-1 1 0,0 1 0,-2 0 0,0 1 0,12 23 0,-21-35 0,0 0 0,0-1 0,-1 1 0,1 0 0,-1 0 0,0 0 0,0 0 0,-1 0 0,0 0 0,0 0 0,0 0 0,0 0 0,-1 0 0,1 0 0,-1 0 0,-1 0 0,1-1 0,-1 1 0,1 0 0,-1 0 0,-4 4 0,0 0 0,0 0 0,-1-1 0,-1 0 0,1-1 0,-1 0 0,0 0 0,-1 0 0,-18 10 0,5-5 0,0 0 0,-1-2 0,-1-1 0,0-1 0,0-1 0,0 0 0,-1-2 0,0-1 0,-48 1 0,23-5 0,1-3 0,-1-2 0,0-2 0,-50-13 0,29-3-1365,56 17-5461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35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24575,'-7'17'0,"2"0"0,0 0 0,1 1 0,-4 34 0,3 75 0,5-92 0,-2 172 0,9-1 0,62 378 0,-68-579 0,0 0 0,0 0 0,0-1 0,1 1 0,-1-1 0,1 1 0,0-1 0,0 0 0,1 1 0,2 3 0,-3-6 0,0-1 0,0 1 0,0-1 0,0 0 0,1 1 0,-1-1 0,0 0 0,1 0 0,-1 0 0,0-1 0,1 1 0,-1-1 0,1 1 0,-1-1 0,1 0 0,-1 0 0,1 0 0,-1 0 0,1 0 0,4-1 0,125-12 0,2 7 0,-1 5 0,236 29 0,-28 29 0,176 19 0,-426-72 0,131-11 0,88-27 0,-206 21 0,-65 11-1365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36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76 527 24575,'-10'-9'0,"0"-2"0,1 1 0,0-1 0,0-1 0,-7-13 0,14 21 0,0-1 0,0 1 0,1-1 0,-1 1 0,1-1 0,0 1 0,0-1 0,1 0 0,-1 0 0,1 1 0,0-1 0,0 0 0,1 0 0,-1 1 0,1-1 0,0 0 0,1 1 0,3-10 0,4-5 0,2-1 0,0 2 0,2-1 0,0 2 0,0-1 0,2 2 0,21-20 0,0 4 0,1 2 0,54-32 0,-76 51 0,1 2 0,0 0 0,0 1 0,1 1 0,29-9 0,-41 15 0,-1 0 0,1 0 0,0 0 0,-1 1 0,1-1 0,0 1 0,0 1 0,-1-1 0,1 1 0,0-1 0,-1 1 0,1 1 0,-1-1 0,1 1 0,-1 0 0,0-1 0,1 2 0,-1-1 0,0 1 0,-1-1 0,1 1 0,0 0 0,-1 0 0,1 1 0,-1-1 0,5 8 0,1 2 0,-1 1 0,-1 1 0,0 0 0,-1 0 0,0 0 0,-2 0 0,0 1 0,0 0 0,-1 0 0,-1 0 0,-1 0 0,0 0 0,-3 24 0,-4 21 0,-2 0 0,-19 69 0,21-101 0,-11 33 0,10-39 0,1 1 0,1 1 0,1-1 0,-1 25 0,5-48 0,0 0 0,0 0 0,0 0 0,0 0 0,0 0 0,0 0 0,1 0 0,-1 0 0,0 0 0,1 0 0,-1 0 0,1 0 0,-1-1 0,1 1 0,-1 0 0,1 0 0,0-1 0,-1 1 0,1 0 0,0-1 0,-1 1 0,1 0 0,0-1 0,0 1 0,0-1 0,0 1 0,0-1 0,0 0 0,-1 1 0,1-1 0,0 0 0,0 0 0,0 0 0,0 1 0,0-1 0,0 0 0,0 0 0,0 0 0,2-1 0,5 0 0,1 0 0,-1 0 0,15-5 0,-10 2 0,65-14 60,113-11 0,-165 27-225,0 1 0,0 1 0,-1 1 0,1 1 0,0 2 0,-1 0 0,1 2 0,37 13 0,-42-10-6661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40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24575,'25'336'0,"-6"-150"0,10 185 0,-30-87-1365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4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1 268 24575,'3'21'0,"2"0"0,0 0 0,2-1 0,11 26 0,44 77 0,-35-73 0,18 35 0,11 20 0,50 131 0,-106-235 0,-3-8 0,-12-25 0,-18-47 0,33 78 0,-21-51 0,2 0 0,-15-73 0,31 108 0,0 0 0,1 0 0,1 0 0,1 0 0,0 0 0,1 0 0,1 0 0,1 0 0,0 0 0,1 0 0,1 1 0,7-18 0,6-1 0,2 1 0,1 0 0,1 2 0,2 0 0,1 2 0,1 1 0,2 0 0,1 2 0,1 2 0,1 1 0,1 1 0,42-23 0,-50 34-1365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4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24575,'6'36'0,"12"45"0,3 15 0,81 549 0,-95-582-141,-3 117 0,-4-125-942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4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29 24575,'-43'-28'0,"39"58"0,-39 647 0,5-55 0,38-621 0,-3 42 0,2 68 0,1-110 0,0 0 0,1 0 0,-1 1 0,1-1 0,-1 0 0,1 0 0,-1 0 0,1 0 0,0 0 0,-1 0 0,1 0 0,0-1 0,0 1 0,0 0 0,0 0 0,0 0 0,0-1 0,0 1 0,0-1 0,0 1 0,1 0 0,31 11 0,-20-8 0,158 59 0,146 51 0,9-27 0,-42-36 0,294 69 0,-543-108-54,-25-8-133,0-1-1,0 0 1,1 0 0,-1-1 0,1 0-1,19 1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46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232 623 24575,'-10'2'0,"0"0"0,0 0 0,0 0 0,0-2 0,0 1 0,0-1 0,0-1 0,0 1 0,0-2 0,0 1 0,0-2 0,-16-4 0,21 4 0,-1 1 0,1-1 0,0 0 0,0-1 0,0 1 0,1-1 0,-1 0 0,1 0 0,0 0 0,0-1 0,0 0 0,1 1 0,-1-1 0,1 0 0,0-1 0,1 1 0,-1 0 0,1-1 0,0 0 0,1 1 0,-1-1 0,0-11 0,0 1 0,2 0 0,0 0 0,0 0 0,2-1 0,0 1 0,1 0 0,0 1 0,2-1 0,0 0 0,0 1 0,1 0 0,14-23 0,-8 17 0,1 0 0,2 1 0,0 0 0,1 1 0,0 0 0,2 2 0,30-25 0,-27 28 0,0 0 0,0 1 0,43-19 0,-53 28 0,0 0 0,1 0 0,-1 1 0,1 0 0,0 1 0,0 0 0,0 1 0,0 0 0,0 1 0,13 2 0,-21-2 0,1 1 0,-1 0 0,0 1 0,0-1 0,1 1 0,-1 0 0,0 0 0,0 0 0,-1 0 0,1 1 0,0 0 0,-1-1 0,0 1 0,4 4 0,-2 0 0,0-1 0,0 1 0,-1 0 0,0 1 0,0-1 0,0 0 0,2 10 0,1 10 0,0 0 0,-2 0 0,2 41 0,-3-31 0,-3 0 0,-1 0 0,-1-1 0,-2 1 0,-2-1 0,-1 1 0,-2-2 0,-1 1 0,-2-1 0,-1 0 0,-28 53 0,5-30 0,-2-1 0,-3-3 0,-2-1 0,-76 75 0,117-128 0,1 1 0,-1-1 0,1 1 0,-1-1 0,1 1 0,0-1 0,-1 1 0,1-1 0,0 1 0,-1 0 0,1-1 0,0 1 0,0-1 0,-1 1 0,1 0 0,0-1 0,0 1 0,0 0 0,0-1 0,0 1 0,0-1 0,0 1 0,0 0 0,0-1 0,0 1 0,1 0 0,-1-1 0,0 1 0,0-1 0,0 1 0,1 0 0,-1-1 0,0 1 0,1-1 0,-1 1 0,1-1 0,-1 1 0,0-1 0,1 1 0,-1-1 0,1 0 0,-1 1 0,1-1 0,0 1 0,-1-1 0,1 0 0,-1 0 0,1 1 0,-1-1 0,1 0 0,1 0 0,41 14 0,-29-11 0,184 72 0,44 13 0,-225-85-1365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4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911 45 24575,'-97'-1'0,"48"-2"0,1 3 0,-1 2 0,1 2 0,-59 12 0,62-5 0,0 2 0,1 2 0,0 2 0,-72 39 0,100-47 0,1 1 0,-1 1 0,2 0 0,-1 1 0,2 0 0,0 1 0,0 1 0,1 0 0,1 1 0,0 0 0,1 0 0,0 1 0,2 1 0,-13 32 0,16-31 0,0 0 0,1 0 0,1 1 0,1 0 0,1 0 0,0-1 0,2 1 0,0 0 0,1 0 0,1-1 0,0 1 0,1-1 0,2 0 0,11 28 0,-10-31 0,0 0 0,1-1 0,1 0 0,1 0 0,0-1 0,1 0 0,0-1 0,0 0 0,2-1 0,-1 0 0,1-1 0,1 0 0,0-1 0,0-1 0,1 0 0,28 10 0,-12-8 0,0-2 0,1-1 0,0-1 0,0-2 0,1-2 0,41-1 0,-27-3 0,-1-2 0,0-3 0,81-21 0,-103 20 0,-1-1 0,0-1 0,-1-1 0,0-1 0,0-1 0,-1-1 0,-1-1 0,-1 0 0,0-2 0,-1 0 0,28-35 0,-21 20 0,-1-2 0,-2-1 0,-1-1 0,-2 0 0,-1-1 0,17-55 0,-31 82 0,-1 0 0,0-1 0,-1 0 0,0 0 0,-1 1 0,0-1 0,-1-22 0,-1 27 0,0-1 0,-1 1 0,0-1 0,0 1 0,0 0 0,-1-1 0,0 1 0,0 0 0,-1 1 0,0-1 0,1 1 0,-2 0 0,1-1 0,-6-3 0,-10-9 0,0 1 0,-1 2 0,0 0 0,-2 1 0,1 1 0,-2 1 0,0 2 0,0 0 0,-43-11 0,-19 1 0,-133-13 0,160 26 0,-2-1-1365,6-1-5461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51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54 236 24575,'-53'-2'0,"91"29"0,25 19 0,67 61 0,-112-90 0,0 2 0,-1 0 0,-1 1 0,-1 0 0,-1 1 0,0 1 0,17 39 0,-29-55 0,5 10 0,-4-17 0,-3-11 0,2-21 0,0 0 0,2 1 0,1-1 0,2 1 0,1 0 0,2 0 0,1 1 0,1 1 0,2-1 0,1 2 0,27-41 0,-34 58 0,1 1 0,0 0 0,1 0 0,0 1 0,0 0 0,1 1 0,1 0 0,-1 1 0,1 0 0,1 1 0,-1 0 0,19-6 0,-5 5 0,-1 0 0,1 2 0,1 1 0,-1 1 0,46 0 0,-23 3-112,59-4 352,-95 4-453,-1-1-1,1-1 1,-1 0 0,0 0 0,0-1-1,15-8 1,-12 3-6613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1:52:52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24575,'4'133'0,"6"-2"0,36 178 0,89 251 0,-133-553-195,0 0 0,-1 0 0,0 1 0,0-1 0,-1 0 0,0 8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2:03:47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2:03:52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2:23.5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3:52.9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24575,'0'3'0,"-1"0"0,1 0 0,0 0 0,1 1 0,-1-1 0,0 0 0,1 0 0,0 0 0,0 0 0,0 1 0,0-1 0,0 0 0,2 2 0,27 41 0,-9-14 0,-4 4 0,-1 1 0,12 44 0,13 29 0,-38-102 0,1 1 0,0-1 0,1 0 0,0-1 0,7 10 0,-6-3 0,-7-23 0,-3-23 0,-1 1 0,-2 0 0,-11-33 0,7 26 0,-8-53 0,19 88 0,-1 1 0,1-1 0,1 0 0,-1 1 0,0-1 0,1 1 0,-1-1 0,1 1 0,0-1 0,0 1 0,0 0 0,0-1 0,0 1 0,0 0 0,1 0 0,-1-1 0,1 1 0,0 0 0,-1 1 0,1-1 0,0 0 0,0 0 0,0 1 0,0-1 0,1 1 0,-1 0 0,0 0 0,0 0 0,1 0 0,-1 0 0,5-1 0,10-3 0,-1 1 0,1 1 0,29-2 0,-29 3 0,102-15-1365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3:54.2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 1 24575,'-11'0'0,"9"0"0,-1 0 0,1 0 0,-1 0 0,1 0 0,-1 0 0,1 0 0,-1 1 0,1 0 0,-4 0 0,5 0 0,1 0 0,-1-1 0,0 1 0,1 0 0,-1 0 0,0-1 0,1 1 0,-1 0 0,1 0 0,-1 0 0,1 0 0,0 0 0,-1 0 0,1 0 0,0 0 0,0 0 0,0 0 0,0 0 0,0 0 0,0 0 0,0 0 0,0 0 0,0 0 0,0 0 0,0 0 0,0 0 0,1 0 0,0 1 0,11 48 0,3-1 0,25 60 0,-1-8 0,-10-5 0,22 120 0,-33-138 0,-10-50 0,-1 0 0,5 54 0,-12-62-1365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3:55.3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24575,'14'40'0,"0"1"0,-3 1 0,-2 0 0,7 68 0,-2-16 0,-7-51 0,1 12 0,3 0 0,2-1 0,25 66 0,-38-120 0,0 1 0,1 0 0,-1-1 0,1 1 0,-1-1 0,1 1 0,-1-1 0,1 1 0,-1-1 0,1 1 0,-1-1 0,1 0 0,0 1 0,-1-1 0,1 0 0,0 0 0,-1 1 0,1-1 0,0 0 0,0 0 0,-1 0 0,1 0 0,0 0 0,-1 0 0,1 0 0,0 0 0,0 0 0,-1 0 0,1 0 0,0 0 0,-1-1 0,1 1 0,1-1 0,29-12 0,-16 6 0,26-10 0,2 2 0,0 2 0,0 2 0,1 2 0,0 1 0,1 3 0,63 0 0,-71 5-1365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3:57.7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24575,'11'-6'0,"-9"4"0,0 1 0,0-1 0,0 1 0,0 0 0,0 0 0,1 0 0,-1 0 0,0 0 0,1 1 0,2-2 0,-3 3 0,-1-1 0,0 0 0,0 1 0,0-1 0,0 1 0,0 0 0,0-1 0,-1 1 0,1 0 0,0-1 0,0 1 0,0 0 0,-1 0 0,1 0 0,0 0 0,-1 0 0,1 0 0,-1 0 0,1 0 0,-1 0 0,1 0 0,-1 0 0,0 0 0,1 0 0,-1 0 0,0 0 0,0 0 0,0 2 0,56 322 0,-28 4 0,-27-319-113,0-5-66,-1 0 0,1 0 0,-1 1 0,0-1 1,-1 0-1,-1 10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2:52.0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13 144 24575,'-1'-1'0,"0"-1"0,-1 1 0,1 0 0,1 0 0,-1-1 0,0 1 0,0-1 0,0 1 0,1-1 0,-1 1 0,1-1 0,-1 1 0,1-1 0,-1 1 0,1-1 0,0 0 0,0 1 0,0-1 0,0 1 0,0-1 0,0 0 0,0 1 0,1-1 0,-1 1 0,1-1 0,-1 1 0,1-1 0,0-2 0,3 0 0,0-1 0,0 1 0,0 0 0,0 0 0,1 0 0,9-6 0,-1 2 0,1 0 0,0 0 0,1 2 0,-1 0 0,1 0 0,1 2 0,-1 0 0,1 0 0,24-1 0,9 1 0,88 5 0,-123 0 0,-1 1 0,1 0 0,-1 0 0,0 2 0,1-1 0,-2 2 0,24 10 0,-30-12 0,-1 0 0,0 0 0,-1 0 0,1 0 0,0 1 0,-1 0 0,0 0 0,0 0 0,0 1 0,0-1 0,-1 1 0,0 0 0,0 0 0,0 0 0,-1 0 0,1 0 0,-1 1 0,0-1 0,-1 1 0,3 11 0,-4-11 0,-1 0 0,1-1 0,-1 1 0,0-1 0,0 1 0,-1 0 0,0-1 0,0 0 0,0 1 0,0-1 0,-1 0 0,0 0 0,0-1 0,0 1 0,-1 0 0,0-1 0,1 0 0,-1 0 0,-1 0 0,1 0 0,-7 3 0,-4 4 0,-1 0 0,0-1 0,-1-1 0,0-1 0,-21 7 0,-30 7 0,114-15 0,-41-7 0,215 36 0,-198-31 0,-1 1 0,1 1 0,-1 2 0,0 0 0,-1 0 0,0 2 0,33 23 0,-46-28 0,0 0 0,0 1 0,-1 0 0,0 0 0,0 0 0,0 1 0,-1 0 0,0 0 0,-1 0 0,0 1 0,6 16 0,-9-20 0,1 0 0,-1 0 0,-1 0 0,1 0 0,-1 0 0,0 0 0,0-1 0,0 1 0,-1 0 0,1 0 0,-1 0 0,0 0 0,-1 0 0,1-1 0,-1 1 0,0-1 0,0 1 0,-1-1 0,1 1 0,-1-1 0,0 0 0,0 0 0,0-1 0,-4 5 0,-9 5 0,0-1 0,-1 0 0,0-1 0,-1-1 0,0-1 0,-1 0 0,0-1 0,-23 6 0,-19 2 0,-83 13 0,136-28-120,1 0-129,1 0 0,-1 0 0,0-1 0,-10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2:54.8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24575,'2'31'0,"1"-1"0,2 0 0,13 46 0,-1-7 0,119 747 0,-133-787-1365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2:56.5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539 62 24575,'-7'-6'0,"1"0"0,-1 1 0,0 0 0,-1 0 0,1 0 0,-1 1 0,0 0 0,0 1 0,0 0 0,-11-3 0,4 3 0,1 0 0,0 1 0,-1 1 0,0 1 0,-22 1 0,-7 5 0,0 2 0,-83 26 0,126-34 0,-23 7 0,15-5 0,1 0 0,-1 0 0,0 1 0,1 0 0,0 0 0,0 1 0,0 0 0,0 1 0,-11 8 0,19-12 0,0-1 0,0 1 0,-1-1 0,1 1 0,0-1 0,0 1 0,0-1 0,0 1 0,0-1 0,0 1 0,0 0 0,0-1 0,0 1 0,0-1 0,0 1 0,0-1 0,0 1 0,0 0 0,0-1 0,1 1 0,-1-1 0,0 1 0,0-1 0,1 1 0,-1-1 0,0 1 0,1-1 0,-1 0 0,1 1 0,-1-1 0,1 1 0,18 16 0,-15-13 0,28 21 0,1-1 0,65 36 0,79 25 0,-110-54 0,-50-22 0,-1 0 0,0 0 0,-1 1 0,0 1 0,-1 1 0,0 0 0,0 1 0,-2 0 0,17 21 0,-16-14 0,0 0 0,-1 1 0,-1 0 0,-1 1 0,-1 0 0,12 42 0,-21-61 0,1 1 0,0-1 0,-1 0 0,1 1 0,-1-1 0,0 0 0,0 0 0,0 1 0,-1-1 0,1 0 0,-1 1 0,0-1 0,0 0 0,0 0 0,0 0 0,0 0 0,-1 0 0,1 0 0,-3 3 0,0-1 0,0-1 0,0 0 0,0 0 0,0 0 0,-1-1 0,0 0 0,0 1 0,0-2 0,0 1 0,-7 2 0,-4 1 0,-1-1 0,0 0 0,0-1 0,-1-1 0,1-1 0,-26 0 0,16-2 0,-52-8 0,71 7 0,1 0 0,-1-1 0,0 0 0,0-1 0,1 0 0,-1 0 0,1 0 0,0-1 0,0 0 0,0 0 0,-6-7 0,10 8 0,0-1 0,1 1 0,0-1 0,0 0 0,0 0 0,0 0 0,0 0 0,1 0 0,0 0 0,0-1 0,0 1 0,0 0 0,1 0 0,0-1 0,0 1 0,0-1 0,1-6 0,2-9 0,0-1 0,8-24 0,-11 45 0,9-26 0,1 0 0,1 1 0,1 0 0,1 1 0,33-44 0,-28 41 0,-13 20-38,0-1 0,0 0 0,-1 0 1,0-1-1,-1 1 0,0-1 0,0 0 0,-1 0 0,0 0 0,0 0 0,-1 0 0,0 0 0,-1 0 0,0-1 0,-1 1 0,1 0 1,-2 0-1,1 0 0,-1 0 0,-1 0 0,0 0 0,0 1 0,0-1 0,-1 1 0,-1 0 0,1 0 0,-1 0 0,-1 1 0,1-1 1,-1 1-1,-1 1 0,1-1 0,-1 1 0,0 0 0,-10-6 0,-13-6-6788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2:58.5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24575,'4'6'0,"-1"1"0,1 0 0,-2 0 0,1 0 0,-1 0 0,0 0 0,0 1 0,-1-1 0,1 11 0,-2 73 0,-1-55 0,15 611 0,-7-464 0,-8-106 0,0-49 0,1 0 0,1 0 0,6 36 0,-6-60 0,0 0 0,0-1 0,0 1 0,1 0 0,-1 0 0,1 0 0,0-1 0,0 1 0,0-1 0,1 0 0,-1 1 0,1-1 0,0 0 0,0-1 0,0 1 0,0 0 0,0-1 0,7 4 0,-3-3 0,0 0 0,-1-1 0,1 0 0,0 0 0,0 0 0,0-1 0,1 0 0,-1-1 0,13 0 0,187-7 0,265 24 0,-90 33 0,238 20 0,285-67 0,-407-11 0,-74 8-1365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2:59.7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49 1 24575,'-7'13'0,"0"0"0,0 1 0,2 0 0,0 1 0,0-1 0,1 1 0,1 0 0,1 0 0,0 0 0,0 28 0,4 9 0,17 95 0,-5-54 0,9 165 0,-16-138 0,46 231 0,-52-343-1365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3:01.2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480 27 24575,'-3'-2'0,"0"-1"0,-1 0 0,1 1 0,-1-1 0,0 1 0,0 0 0,0 0 0,0 1 0,0-1 0,0 1 0,-1 0 0,1 0 0,0 0 0,-1 1 0,1 0 0,-1-1 0,1 2 0,0-1 0,-8 1 0,-9 2 0,0 1 0,-34 11 0,49-13 0,-12 4 0,1 0 0,1 0 0,-1 2 0,1 0 0,0 1 0,1 0 0,0 2 0,0-1 0,1 2 0,-18 19 0,22-19 0,0 0 0,1 1 0,0 0 0,1 1 0,0 0 0,2 0 0,-1 1 0,2 0 0,0 0 0,1 0 0,0 1 0,-2 19 0,3-3 0,0-1 0,2 1 0,2 0 0,1 0 0,7 41 0,-6-58 0,1 0 0,0 0 0,1 0 0,0-1 0,2 0 0,-1 0 0,2 0 0,0-1 0,0 0 0,1 0 0,1-1 0,21 21 0,-5-11 0,1-1 0,45 27 0,-58-40 0,1 0 0,0-1 0,1 0 0,0-2 0,0 0 0,0 0 0,20 2 0,-29-7 0,0 0 0,-1 0 0,1 0 0,0-1 0,0 0 0,-1-1 0,1 0 0,-1 0 0,1 0 0,-1-1 0,0 1 0,0-1 0,0-1 0,0 1 0,-1-1 0,0 0 0,1-1 0,-1 1 0,-1-1 0,1 0 0,-1 0 0,1-1 0,-2 1 0,1-1 0,0 0 0,-1 0 0,0 0 0,-1 0 0,1 0 0,-1-1 0,-1 1 0,1-1 0,-1 1 0,0-1 0,0 0 0,-1-10 0,-2 3 0,0 0 0,0 0 0,-1 0 0,-1 1 0,-1 0 0,0 0 0,0 0 0,-1 0 0,-1 1 0,0 0 0,-1 0 0,0 1 0,-1 0 0,0 0 0,-1 1 0,-11-10 0,8 10 0,0 0 0,-1 1 0,0 0 0,-1 1 0,0 1 0,0 1 0,-1 0 0,0 1 0,0 0 0,0 1 0,0 1 0,-1 1 0,-19-1 0,17 3-227,1 0-1,-1 2 1,1 0-1,-1 1 1,-18 5-1,10 0-6598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3:35.1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40 1 24575,'-3'1'0,"1"0"0,-1 1 0,1-1 0,-1 1 0,1 0 0,0-1 0,0 1 0,0 0 0,0 0 0,0 1 0,0-1 0,1 0 0,-1 1 0,1-1 0,-1 1 0,1-1 0,0 1 0,0-1 0,0 1 0,0 0 0,1 0 0,-1-1 0,1 1 0,-1 0 0,1 0 0,0 0 0,0 0 0,0 0 0,1-1 0,-1 1 0,1 0 0,1 4 0,26 150 0,14 285 0,-42-170-1365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3:37.5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621 46 24575,'19'46'0,"-1"0"0,-2 2 0,13 65 0,7 151 0,-33-222 0,-1-1 0,-6 44 0,-11-139 0,-9-76 0,-26-106 0,41 207 0,0 1 0,-2 0 0,-1 1 0,-1 1 0,-33-50 0,40 68 0,-1 0 0,0 1 0,-1 0 0,0 0 0,0 1 0,-1 0 0,1 0 0,-1 1 0,0 0 0,-1 1 0,1 0 0,-1 0 0,0 1 0,-11-2 0,1 1 0,0 1 0,-1 0 0,1 2 0,-1 0 0,1 1 0,-25 4 0,35-3 0,1 1 0,-1 0 0,0 1 0,0 0 0,1 0 0,-1 1 0,1 1 0,0-1 0,1 1 0,-1 1 0,1 0 0,0 0 0,-13 12 0,9-4 0,0 1 0,1 0 0,0 1 0,1 0 0,1 0 0,-10 25 0,16-34 0,-1 1 0,1 0 0,1 0 0,-1 0 0,1 0 0,1 0 0,0 0 0,-1 13 0,2-17 0,1 0 0,0-1 0,0 1 0,0 0 0,0 0 0,0-1 0,1 1 0,-1-1 0,1 1 0,0-1 0,0 0 0,1 1 0,-1-1 0,0 0 0,1-1 0,0 1 0,0 0 0,0-1 0,0 0 0,4 3 0,3 1 0,1 0 0,0 0 0,0-1 0,0-1 0,0 0 0,1-1 0,0 0 0,22 3 0,9-3 0,49-2 0,-59-1 0,-8 0-273,0-1 0,0-1 0,-1-1 0,32-9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01.0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65 0 24575,'-3'3'0,"0"0"0,-1 1 0,2-1 0,-1 1 0,0-1 0,1 1 0,-1 0 0,1 0 0,0 0 0,1 0 0,-1 1 0,1-1 0,-1 0 0,1 1 0,0 4 0,-2 14 0,-1 40 0,3-31 0,-20 924 0,22-898 0,3 0 0,3 0 0,20 84 0,-26-140 0,0 0 0,0 1 0,0-1 0,0 0 0,1-1 0,-1 1 0,1 0 0,-1 0 0,1 0 0,-1-1 0,1 1 0,0-1 0,0 0 0,0 1 0,0-1 0,0 0 0,0 0 0,0 0 0,0 0 0,0-1 0,1 1 0,-1 0 0,0-1 0,1 0 0,-1 1 0,5-1 0,8 0 0,-1 0 0,1-1 0,18-4 0,-10 2 0,1022-88 0,-490 65 0,-85 7 0,-432 16 0,366-10 0,-344 15 0,0 2 0,0 3 0,-1 3 0,99 30 0,-127-28-1365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02.2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23 24575,'-11'-7'0,"8"5"0,0 0 0,0 1 0,0-1 0,0 1 0,0-1 0,0 1 0,0 0 0,-1 0 0,1 0 0,-5 0 0,7 3 0,1 0 0,0 0 0,0 1 0,0-1 0,0 0 0,0 0 0,1 1 0,-1-1 0,2 4 0,-2-4 0,42 249 0,25 114 0,-58-326 0,9 32 0,35 93 0,-51-161-1365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03.7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449 27 24575,'-10'-4'0,"0"-1"0,0 2 0,0-1 0,0 1 0,-1 1 0,1 0 0,-1 0 0,1 1 0,-1 1 0,0-1 0,1 2 0,-22 2 0,14 0 0,1 1 0,-1 0 0,1 1 0,-1 1 0,2 0 0,-32 18 0,37-17 0,0 1 0,1 0 0,0 1 0,0 0 0,1 1 0,0 0 0,1 0 0,0 1 0,1 0 0,0 1 0,1-1 0,0 1 0,-5 15 0,7-17 0,1 0 0,0 1 0,1-1 0,0 0 0,0 1 0,1 0 0,0-1 0,1 1 0,0 0 0,1-1 0,0 1 0,1 0 0,0-1 0,1 0 0,0 1 0,7 15 0,8 6 0,2-2 0,1-1 0,1 0 0,1-1 0,2-2 0,1-1 0,1 0 0,45 31 0,-64-50 0,1 0 0,0-1 0,1 1 0,-1-2 0,1 1 0,0-1 0,0-1 0,17 4 0,-21-6 0,-1-1 0,1 0 0,0 0 0,-1 0 0,1-1 0,-1 0 0,1 0 0,-1 0 0,1-1 0,-1 0 0,0 0 0,0 0 0,0-1 0,0 1 0,0-1 0,0 0 0,-1-1 0,5-3 0,-4 3 0,0 0 0,-1 0 0,1 0 0,-1-1 0,0 1 0,0-1 0,-1 0 0,1 0 0,-1-1 0,0 1 0,-1-1 0,1 1 0,-1-1 0,0 0 0,-1 0 0,1 0 0,-1 0 0,0 0 0,-1 0 0,1 0 0,-1 0 0,0-1 0,-1 1 0,0 0 0,0 0 0,0 0 0,0 0 0,-1 0 0,0 0 0,0 1 0,-1-1 0,0 1 0,0-1 0,0 1 0,-1 0 0,1 0 0,-1 0 0,0 1 0,-1-1 0,-7-6 0,2 3 0,-1-1 0,1 1 0,-2 1 0,1 0 0,-1 1 0,0 0 0,0 0 0,-1 1 0,0 1 0,1 0 0,-19-2 0,12 4 0,0 0 0,0 1 0,0 2 0,0-1 0,0 2 0,0 1 0,-26 7 0,-35 9-1365,50-12-5461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08.3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21 24575,'1'-21'0,"-1"39"0,1 17 0,35 506 0,-33-505-114,7 118-1137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10.0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42 24575,'1'-20'0,"-1"20"0,0 0 0,0 0 0,0 0 0,0 0 0,1 0 0,-1 0 0,0 0 0,0 1 0,0-1 0,0 0 0,0 0 0,0 0 0,0 0 0,0 0 0,0 0 0,0 0 0,0 0 0,0 0 0,0 0 0,1 0 0,-1 0 0,0 0 0,0 0 0,0 0 0,0 0 0,0 0 0,0 0 0,0 0 0,0 0 0,0 0 0,0 0 0,1 0 0,-1 0 0,0 0 0,0 0 0,0 0 0,0 0 0,0 0 0,0 0 0,0 0 0,0-1 0,0 1 0,0 0 0,0 0 0,0 0 0,0 0 0,0 0 0,0 0 0,1 0 0,-1 0 0,0 0 0,0 0 0,0 0 0,0 0 0,0-1 0,0 1 0,0 0 0,0 0 0,0 0 0,0 0 0,0 0 0,0 0 0,0 0 0,0 0 0,0 0 0,0 0 0,0-1 0,10 30 0,-2-5 0,65 137 0,9 24 0,-79-177 0,-5-9 0,-9-18 0,-16-34 0,-15-58 0,37 95 0,1 0 0,1 1 0,0-1 0,1 0 0,0-23 0,2 36 0,1-1 0,-1 1 0,1-1 0,0 1 0,-1-1 0,2 1 0,-1-1 0,0 1 0,1 0 0,-1 0 0,1 0 0,0 0 0,0 0 0,0 0 1,0 0-1,1 0 0,-1 1 0,1-1 0,0 1 0,-1 0 0,1 0 0,0 0 0,7-3 0,5-1 7,0 0 0,1 1 1,-1 1-1,21-4 0,-22 6-357,0-1-1,0-1 1,23-9-1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11.9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18 201 24575,'-2'-2'0,"0"0"0,1 0 0,-1 0 0,1 0 0,-1-1 0,1 1 0,0-1 0,0 1 0,0-1 0,0 1 0,1-1 0,-1 0 0,1 0 0,-1-4 0,2 4 0,0 1 0,0-1 0,0 1 0,0 0 0,0-1 0,1 1 0,-1 0 0,1 0 0,0 0 0,-1 0 0,1 0 0,0 0 0,0 0 0,0 0 0,4-1 0,16-13 0,1 1 0,0 2 0,1 0 0,0 1 0,1 1 0,0 2 0,1 1 0,0 0 0,1 2 0,-1 1 0,1 1 0,0 2 0,0 0 0,44 4 0,-57 0 0,-1 0 0,0 1 0,0 1 0,0 0 0,0 1 0,0 0 0,-1 1 0,16 9 0,-24-12 0,0-1 0,0 1 0,-1 0 0,1 0 0,-1 0 0,0 0 0,0 1 0,0-1 0,0 1 0,0 0 0,-1 0 0,0 0 0,0 0 0,0 0 0,0 0 0,-1 1 0,1-1 0,-1 1 0,0-1 0,0 1 0,-1-1 0,0 1 0,1-1 0,-1 1 0,-1 0 0,1-1 0,-2 9 0,-1-2 0,-1-1 0,0 1 0,0-1 0,-1 0 0,0 0 0,-1 0 0,0-1 0,-1 0 0,1 0 0,-13 11 0,-5 3 0,-2-1 0,-31 21 0,-8 6 0,64-49 0,1 0 0,0 0 0,-1 0 0,1 1 0,0-1 0,0 0 0,-1 1 0,1-1 0,0 0 0,0 1 0,0-1 0,0 0 0,-1 1 0,1-1 0,0 0 0,0 1 0,0-1 0,0 0 0,0 1 0,0-1 0,0 0 0,0 1 0,0-1 0,0 1 0,0-1 0,0 0 0,0 1 0,0-1 0,0 0 0,0 1 0,1-1 0,-1 0 0,0 1 0,0-1 0,0 0 0,0 1 0,1-1 0,-1 0 0,0 1 0,0-1 0,1 0 0,-1 0 0,0 0 0,1 1 0,-1-1 0,0 0 0,1 0 0,-1 0 0,0 1 0,1-1 0,-1 0 0,0 0 0,1 0 0,26 10 0,-21-8 0,112 35 0,-56-19 0,82 35 0,-128-46 0,0 1 0,0 1 0,0 0 0,-1 1 0,-1 1 0,0 0 0,0 1 0,-1 1 0,18 22 0,-25-27 0,0 0 0,-1 1 0,0-1 0,-1 1 0,0 0 0,0 1 0,-1-1 0,0 1 0,2 14 0,-5-20 0,1 0 0,-1 0 0,0 0 0,0 0 0,0 0 0,-1 0 0,1 0 0,-1 0 0,0 0 0,0 0 0,-1 0 0,1 0 0,-1-1 0,1 1 0,-1 0 0,-1-1 0,1 1 0,0-1 0,-1 0 0,0 0 0,1 0 0,-1 0 0,0 0 0,-1-1 0,-4 4 0,-5 1 0,0 0 0,-1-1 0,0 0 0,0-1 0,-1 0 0,-18 2 0,-96 11 0,57-9 0,-56 5 0,-52 10 0,170-22-1365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16.5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24575,'13'37'0,"-3"0"0,11 64 0,-1 82 0,-10-70 0,57 386 0,-59-448 0,-4-25 0,0 0 0,-1 28 0,-3-52 0,0-1 0,0 0 0,0 0 0,1 1 0,-1-1 0,0 0 0,1 0 0,-1 0 0,1 1 0,-1-1 0,1 0 0,-1 0 0,1 0 0,0 0 0,-1 0 0,1 0 0,0 0 0,0 0 0,0 0 0,0-1 0,0 1 0,0 0 0,0 0 0,0-1 0,0 1 0,0-1 0,1 1 0,-1-1 0,0 1 0,0-1 0,0 0 0,1 0 0,-1 1 0,0-1 0,2 0 0,7 0 0,0 0 0,0 0 0,17-3 0,-7 1 0,720-20 0,-221 29 70,189 2-1505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17.7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 7 24575,'-1'0'0,"1"-1"0,-1 1 0,1-1 0,-1 1 0,0-1 0,1 1 0,-1-1 0,0 1 0,1-1 0,-1 1 0,0 0 0,0 0 0,1-1 0,-1 1 0,0 0 0,0 0 0,0 0 0,1 0 0,-1 0 0,0 0 0,0 0 0,0 0 0,1 0 0,-1 0 0,0 1 0,0-1 0,0 0 0,1 0 0,-1 1 0,0-1 0,1 0 0,-1 1 0,0-1 0,1 1 0,-1-1 0,0 1 0,1-1 0,-1 1 0,1 0 0,-1-1 0,1 1 0,-1 0 0,1-1 0,0 1 0,-1 0 0,1-1 0,0 1 0,-1 0 0,1 0 0,0-1 0,0 1 0,0 0 0,0 0 0,0 0 0,0 0 0,-2 9 0,1 0 0,0 0 0,2 17 0,-1-17 0,38 619 0,-30-583 0,2 0 0,1-1 0,21 48 0,-27-84-1365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19.1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478 63 24575,'-3'-5'0,"0"1"0,0-1 0,-1 1 0,1 0 0,-1 0 0,0 0 0,0 1 0,0-1 0,-1 1 0,1 0 0,-1 0 0,1 1 0,-1-1 0,0 1 0,0 0 0,0 0 0,-1 1 0,1 0 0,0 0 0,0 0 0,-1 0 0,1 1 0,-9 0 0,0 0 0,-1 1 0,1 0 0,0 1 0,0 0 0,0 1 0,1 1 0,-1 0 0,1 1 0,0 0 0,0 1 0,0 1 0,1 0 0,0 1 0,-17 13 0,16-10 0,-1 1 0,1 1 0,1 0 0,0 1 0,1 0 0,1 0 0,0 1 0,1 1 0,0 0 0,1 0 0,-6 19 0,11-22 0,1-1 0,0 1 0,0 0 0,1-1 0,1 1 0,0 0 0,1 0 0,0-1 0,1 1 0,7 23 0,5 9 0,30 66 0,-44-110 0,8 18 0,1 0 0,1-1 0,0 0 0,1-1 0,27 32 0,-30-41 0,0 0 0,1 0 0,0-1 0,1 0 0,-1-1 0,1 0 0,0-1 0,1 0 0,-1 0 0,1-1 0,0 0 0,13 2 0,-5-3 0,-1 0 0,1 0 0,34-2 0,-43-1 0,-1-1 0,0 0 0,1-1 0,-1 1 0,0-2 0,0 0 0,0 0 0,0 0 0,13-8 0,-20 9 0,0 1 0,-1-1 0,1 0 0,0 1 0,-1-1 0,1 0 0,-1 0 0,1 0 0,-1 0 0,0 0 0,0-1 0,0 1 0,0 0 0,0 0 0,-1-1 0,1 1 0,-1-1 0,0 1 0,1 0 0,-1-1 0,0 1 0,0-1 0,0 1 0,-1-1 0,0-3 0,-2-8 0,0 1 0,-1 0 0,-8-18 0,8 20 0,-2-6 0,-1 0 0,0 1 0,-2 0 0,1 0 0,-16-19 0,20 30 0,0 0 0,-1 0 0,0 1 0,0-1 0,0 1 0,0 1 0,-1-1 0,1 1 0,-1 0 0,0 0 0,0 0 0,0 1 0,0 0 0,0 0 0,-1 1 0,1 0 0,-1 0 0,-6 0 0,-12 2-170,1 1-1,0 1 0,0 1 1,0 1-1,0 1 0,1 2 1,-40 17-1,25-10-6655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22.6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882 198 24575,'1'-5'0,"0"-1"0,0 1 0,0 0 0,-1 0 0,0 0 0,0 0 0,-1-1 0,1 1 0,-1 0 0,0 0 0,0 0 0,-1 0 0,0 0 0,-3-7 0,2 7 0,-1 0 0,0 1 0,0-1 0,0 1 0,0 0 0,-1 0 0,0 0 0,0 1 0,0-1 0,0 1 0,0 0 0,-7-2 0,-19-7 0,-1 1 0,0 1 0,0 2 0,-1 1 0,0 2 0,0 1 0,0 2 0,0 1 0,-1 1 0,1 2 0,0 1 0,0 2 0,0 1 0,0 2 0,-53 20 0,67-20 0,0 2 0,1 0 0,0 1 0,0 1 0,1 0 0,1 1 0,-20 21 0,29-27 0,1 0 0,-1 0 0,1 1 0,1 0 0,-1 0 0,1 0 0,1 1 0,0-1 0,0 1 0,0 0 0,1 1 0,1-1 0,0 1 0,0-1 0,0 1 0,2-1 0,-1 1 0,1 10 0,2-11 0,0 1 0,1-1 0,0 0 0,0 0 0,1 0 0,0 0 0,1 0 0,0-1 0,12 15 0,7 7 0,32 30 0,-41-45 0,11 11 0,1-1 0,2-2 0,0 0 0,1-2 0,46 24 0,-54-34 0,0-1 0,1-1 0,0-1 0,1-1 0,0-1 0,0-1 0,0-1 0,1-2 0,25 1 0,-23-3 0,-1-1 0,0-1 0,1-1 0,-1-2 0,50-14 0,-68 16 0,0-1 0,0 1 0,0-1 0,0-1 0,0 1 0,-1-1 0,0-1 0,0 1 0,0-1 0,-1-1 0,0 1 0,0-1 0,0 0 0,-1 0 0,0-1 0,-1 1 0,1-1 0,-2 0 0,1 0 0,-1-1 0,3-10 0,-3 1 0,0-1 0,-1 1 0,0-1 0,-2 0 0,0 1 0,-2-1 0,0 1 0,-5-21 0,2 16 0,-1 1 0,-1-1 0,-1 1 0,-1 1 0,-1 0 0,-13-22 0,13 29 0,-1 1 0,-1 0 0,1 0 0,-2 1 0,0 1 0,0 0 0,-1 1 0,0 0 0,-1 1 0,-25-11 0,-1 2 0,0 2 0,-84-20 0,78 26-1365,4 3-5461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24.4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42 24575,'0'21'0,"2"1"0,0-1 0,1 0 0,1-1 0,8 26 0,0-1 0,-3-4 0,5 15 0,-3-1 0,-2 1 0,1 65 0,-18-143 0,-10-46 0,12 40 0,3 0 0,0-1 0,1 0 0,2 0 0,1 1 0,8-47 0,-7 64 0,0 0 0,1 1 0,0-1 0,1 1 0,0-1 0,0 1 0,1 1 0,1-1 0,-1 0 0,2 1 0,-1 0 0,1 1 0,1 0 0,-1 0 0,1 0 0,1 1 0,-1 0 0,1 1 0,20-11 0,-11 9-170,0 1-1,1 1 0,0 1 1,0 0-1,0 1 0,1 2 1,34-2-1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26.9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 48 24575,'-4'-9'0,"2"5"0,1 1 0,-1 0 0,0 0 0,1-1 0,-2 1 0,1 1 0,0-1 0,0 0 0,-1 0 0,0 1 0,-2-3 0,9 37 0,34 188 0,9 60 0,-31-173 0,-1-14 0,4 124 0,-20-169-1365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43.4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75 24575,'15'2'0,"0"0"0,0-1 0,0-1 0,0 0 0,0-1 0,29-5 0,-3 1 0,156-10 0,151-19 0,-335 33-115,-6 0-24,0 1 0,-1-1 0,1-1 0,0 1 1,-1-1-1,1 0 0,-1-1 0,6-3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44.3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48 24575,'3'3'0,"1"0"0,0 0 0,0-1 0,1 0 0,-1 0 0,0 0 0,1 0 0,-1-1 0,1 0 0,0 0 0,-1 0 0,7 0 0,63 0 0,-47-2 0,105-1 0,243-38 0,-326 27 35,-38 9-269,0 1 1,0 0 0,0 0 0,0 2-1,15-2 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56.2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750 38 24575,'-171'3'0,"-65"-1"0,171-4 0,-102-17 0,137 9 0,26 8 0,0 0 0,-1 1 0,1-1 0,-1 1 0,1 0 0,-1 0 0,1 0 0,-1 1 0,0 0 0,-5 0 0,8 1 0,1 0 0,-1-1 0,1 2 0,0-1 0,-1 0 0,1 0 0,0 0 0,0 0 0,0 1 0,0-1 0,0 1 0,0-1 0,0 1 0,0-1 0,0 1 0,1-1 0,-1 1 0,1 0 0,-1-1 0,1 1 0,0 0 0,-1 2 0,-2 43 0,3-41 0,10 266 0,-1-127 0,14 450 0,-23-577 0,-1-15 0,1 0 0,0 0 0,0 1 0,0-1 0,0 0 0,1 0 0,1 6 0,-1-8 0,-1 0 0,1 0 0,0 0 0,-1 0 0,1-1 0,0 1 0,-1 0 0,1-1 0,0 1 0,0 0 0,0-1 0,0 1 0,0-1 0,0 1 0,0-1 0,0 1 0,0-1 0,0 0 0,0 0 0,0 1 0,0-1 0,0 0 0,0 0 0,0 0 0,0 0 0,0 0 0,0-1 0,2 1 0,197-18 0,67-4 0,-90 11 0,-170 6-1365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56.5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4:57.0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24575,'0'2'0,"0"0"0,1 0 0,-1 0 0,1 0 0,0 0 0,-1 0 0,1 0 0,0 0 0,0 0 0,0 0 0,0-1 0,1 1 0,-1 0 0,0-1 0,1 1 0,-1-1 0,1 1 0,0-1 0,-1 0 0,1 0 0,0 0 0,0 0 0,-1 0 0,1 0 0,0 0 0,0-1 0,0 1 0,4 0 0,6 1 0,0 0 0,1-1 0,23-1 0,-14 0 0,178-1 133,-33-2-1631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5:54.0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1086 4607 24575,'9'-20'0,"-1"-2"0,0 1 0,-2-1 0,4-26 0,8-94 0,-11 84 0,19-209 0,-13-484 0,-25 475 0,-34-537 0,37 707 0,-43-485 0,42 415 0,12-187 0,22-100 0,-22 407 0,-2 0 0,-13-86 0,-1-58 0,14 199 0,0 1 0,0-1 0,0 1 0,0-1 0,0 1 0,0 0 0,0-1 0,0 1 0,0-1 0,0 1 0,0-1 0,0 1 0,0-1 0,-1 1 0,1-1 0,0 1 0,0 0 0,0-1 0,-1 1 0,1-1 0,0 1 0,-1 0 0,1-1 0,0 1 0,-1 0 0,1-1 0,-1 1 0,1 0 0,0 0 0,-1-1 0,1 1 0,-1 0 0,1 0 0,-1 0 0,1 0 0,0-1 0,-1 1 0,1 0 0,-1 0 0,1 0 0,-1 0 0,1 0 0,-1 0 0,1 0 0,-1 0 0,1 1 0,-1-1 0,1 0 0,-1 0 0,1 0 0,-1 0 0,1 1 0,0-1 0,-1 0 0,1 0 0,-1 1 0,1-1 0,0 0 0,-1 1 0,-28 20 0,25-19 0,-58 48 0,-1-2 0,-3-4 0,-93 47 0,123-74 0,-39 17 0,1 3 0,-112 77 0,136-77 0,3-1 0,-1-2 0,-89 48 0,130-81 0,9-5 0,22-19 0,37-28 0,12-2 0,2 4 0,3 2 0,1 5 0,2 3 0,111-38 0,-123 50 0,111-63 0,-174 87 0,0 0 0,1 0 0,0 1 0,-1 0 0,1 0 0,0 1 0,0-1 0,0 2 0,0-1 0,0 1 0,0 0 0,0 0 0,1 1 0,-1 0 0,-1 0 0,1 1 0,0 0 0,0 0 0,0 0 0,-1 1 0,10 5 0,11 8 0,-2 1 0,0 1 0,40 36 0,-31-24 0,13 14 0,-1 2 0,75 101 0,-74-88 0,-32-39 0,2-1 0,1 0 0,0-1 0,1-1 0,29 19 0,-35-24 50,-11-10-192,-1 0 1,1-1-1,0 1 1,0 0-1,0-1 1,0 0-1,0 1 1,0-1-1,3 1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5:56.7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30 467 24575,'-4'-4'0,"1"0"0,0 0 0,0 0 0,0 0 0,1 0 0,0-1 0,-1 1 0,1-1 0,1 1 0,-3-8 0,4 8 0,0 1 0,0 0 0,1-1 0,-1 1 0,1 0 0,0-1 0,0 1 0,0 0 0,0 0 0,0-1 0,1 1 0,-1 0 0,1 0 0,0 1 0,0-1 0,4-4 0,14-16 0,0 0 0,2 2 0,1 0 0,0 2 0,32-21 0,136-70 0,-180 104 0,120-56 0,-115 56 0,-1 1 0,1 0 0,0 1 0,0 1 0,0 0 0,29 0 0,-38 3 0,0 1 0,0 0 0,-1 1 0,1 0 0,0 0 0,0 0 0,-1 1 0,0 0 0,1 0 0,-1 1 0,0-1 0,-1 1 0,1 1 0,-1-1 0,1 1 0,7 9 0,-8-8 0,1 1 0,-1 0 0,0 1 0,0-1 0,-1 1 0,0 0 0,-1 0 0,1 0 0,-1 1 0,-1-1 0,0 1 0,2 16 0,-4-19 0,0-1 0,-1 1 0,0-1 0,0 1 0,0-1 0,0 0 0,-1 0 0,0 0 0,0 1 0,0-2 0,-1 1 0,0 0 0,0 0 0,-6 6 0,-6 7 0,-1-1 0,-23 18 0,-2 4 0,40-39 0,1 1 0,-1-1 0,1 1 0,-1-1 0,1 0 0,0 1 0,-1-1 0,1 1 0,-1 0 0,1-1 0,0 1 0,0-1 0,-1 1 0,1 0 0,0-1 0,0 1 0,0-1 0,-1 1 0,1 0 0,0-1 0,0 1 0,0 0 0,0-1 0,0 1 0,1 0 0,-1-1 0,0 1 0,0 0 0,1 0 0,0 0 0,0 0 0,0 0 0,-1 0 0,1-1 0,0 1 0,0 0 0,1-1 0,-1 1 0,0 0 0,0-1 0,0 0 0,0 1 0,2 0 0,53 6 0,-45-7 0,50 5 0,180 24 0,-213-23 0,-1 0 0,1 2 0,-1 1 0,-1 1 0,0 1 0,36 22 0,-54-28 0,0 0 0,-1 1 0,0-1 0,0 1 0,-1 1 0,1-1 0,-1 1 0,-1 0 0,1 1 0,-1-1 0,7 15 0,-10-17 0,0 1 0,-1 0 0,1 0 0,-1 0 0,0 0 0,0 0 0,-1 0 0,0 0 0,0 0 0,0 0 0,-1 0 0,0 0 0,0 0 0,0 0 0,-1 0 0,0 0 0,0-1 0,-4 8 0,-7 11 0,-1-1 0,-1-1 0,0 0 0,-2-1 0,-1-1 0,0 0 0,-25 19 0,5-8 0,-1-2 0,-1-1 0,-48 24 0,33-24 0,-1-1 0,-2-3 0,0-3 0,-1-2 0,-72 13 0,95-30-1365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5:57.7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24575,'17'40'0,"-2"1"0,-2 0 0,14 84 0,-18-84 0,46 261 0,18 79 0,-64-348 0,-5-21 0,-1 1 0,0-1 0,-1 1 0,0 0 0,0 21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5:59.2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703 241 24575,'0'-4'0,"0"-11"0,0-1 0,-1 0 0,-1 0 0,-4-21 0,4 31 0,0 1 0,0 0 0,-1-1 0,1 1 0,-1 0 0,0 1 0,0-1 0,-1 0 0,0 1 0,0 0 0,0 0 0,0 0 0,0 0 0,-1 1 0,-8-6 0,-4 0 0,-1 1 0,1 0 0,-1 1 0,-1 1 0,1 1 0,-1 1 0,0 0 0,-31-1 0,-5 3 0,-95 8 0,140-5 0,-99 11 0,94-10 0,0 2 0,0-1 0,1 2 0,-28 12 0,41-17 0,0 0 0,1 1 0,-1-1 0,0 0 0,1 1 0,-1-1 0,1 0 0,-1 1 0,1-1 0,-1 1 0,1-1 0,-1 1 0,1-1 0,0 1 0,-1-1 0,1 1 0,-1-1 0,1 1 0,0-1 0,0 1 0,-1 0 0,1-1 0,0 1 0,0 0 0,0-1 0,0 1 0,0 0 0,0 0 0,0 1 0,1-1 0,-1 0 0,1 0 0,-1 0 0,1 0 0,0 0 0,-1 0 0,1 0 0,0 0 0,0 0 0,0-1 0,-1 1 0,3 1 0,45 26 0,-33-20 0,20 12 0,223 134 0,-202-116 0,-2 2 0,72 69 0,-108-90 0,0 1 0,-1 1 0,-2 0 0,0 2 0,-1-1 0,-2 2 0,0 0 0,-1 0 0,-2 1 0,0 0 0,-2 1 0,0 0 0,-2 0 0,2 38 0,-6-55 0,-1-1 0,0 1 0,-1-1 0,0 0 0,0 1 0,-1-1 0,0 0 0,-1 1 0,0-1 0,0-1 0,0 1 0,-1 0 0,0-1 0,-1 0 0,1 0 0,-2 0 0,1 0 0,-10 9 0,7-10 0,1 0 0,-1-1 0,0 0 0,0-1 0,0 1 0,-1-1 0,1-1 0,-1 0 0,0 0 0,0-1 0,-1 0 0,1 0 0,0-1 0,0 0 0,-1-1 0,-15-1 0,17 1 0,0-1 0,0 0 0,0 0 0,0-1 0,0 0 0,1 0 0,-1-1 0,0 0 0,1 0 0,0-1 0,0 0 0,0 0 0,0-1 0,1 0 0,-1 0 0,1 0 0,0-1 0,1 0 0,0 0 0,0-1 0,0 1 0,1-1 0,-1 0 0,2 0 0,-1-1 0,1 1 0,0-1 0,1 1 0,-3-10 0,0-6 0,0 0 0,2 0 0,0-1 0,2 1 0,0-1 0,2 1 0,4-27 0,0 16 0,2 1 0,2 0 0,0 0 0,20-40 0,-23 58-68,8-16 117,-1-1 1,-2 0-1,7-36 0,-16 60-132,0-1 0,-1 0 0,0 1 0,-1-1 0,0 0 0,0 0 0,-1 0 0,0 0 0,0 1 0,-1-1 0,-1 1 0,1-1 0,-1 1 0,-1 0 0,1 0 0,-1 0 0,-6-8 0,-5-4-6743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00.2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 22 24575,'-2'-3'0,"-24"-15"0,26 18 0,0 0 0,0 0 0,-1 0 0,1 0 0,0 0 0,0 0 0,-1 0 0,1 0 0,0 0 0,0 0 0,-1 0 0,1 0 0,0 0 0,-1 0 0,1 0 0,0 0 0,0 0 0,-1 0 0,1 1 0,0-1 0,0 0 0,0 0 0,-1 0 0,1 0 0,0 1 0,0-1 0,0 0 0,-1 0 0,1 0 0,0 1 0,0-1 0,0 0 0,0 1 0,-2 17 0,57 458 0,-43-419-1365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01.5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360 201 24575,'1'0'0,"1"0"0,0 0 0,0 0 0,0 0 0,0 0 0,-1 0 0,1 0 0,0-1 0,0 1 0,0 0 0,-1-1 0,1 0 0,0 1 0,-1-1 0,1 0 0,-1 0 0,1 0 0,0 0 0,-1 0 0,0 0 0,1-1 0,-1 1 0,0 0 0,2-3 0,-3 2 0,1 0 0,-1-1 0,0 1 0,1 0 0,-1-1 0,0 1 0,0-1 0,-1 1 0,1 0 0,-1-1 0,1 1 0,-1 0 0,1-1 0,-1 1 0,0 0 0,0 0 0,0 0 0,-2-3 0,-4-6 0,0 1 0,0-1 0,-1 1 0,0 1 0,0-1 0,-1 2 0,0-1 0,-1 1 0,0 0 0,0 1 0,-13-6 0,18 10 0,-1 0 0,0 0 0,0 0 0,0 1 0,0 0 0,0 0 0,-1 1 0,1-1 0,-1 2 0,1-1 0,-1 1 0,1-1 0,-1 2 0,1-1 0,0 1 0,-1 0 0,1 0 0,-1 1 0,1 0 0,0 0 0,0 0 0,-11 7 0,7-2 0,0 0 0,1 0 0,-1 1 0,1 1 0,1 0 0,0 0 0,0 0 0,1 1 0,0 0 0,-11 22 0,14-24 0,1 0 0,0 0 0,1 1 0,0-1 0,0 0 0,1 1 0,0 0 0,0-1 0,1 1 0,0-1 0,0 1 0,1 0 0,0-1 0,1 1 0,0-1 0,4 11 0,3 3 0,1-2 0,0 1 0,2-2 0,0 1 0,2-2 0,0 0 0,1 0 0,26 24 0,-29-31 0,0-1 0,0 0 0,1-1 0,1 0 0,0-1 0,0-1 0,0 0 0,1-1 0,-1 0 0,2-1 0,-1-1 0,0 0 0,20 1 0,-25-5 0,0 0 0,0-1 0,-1 0 0,1-1 0,0 0 0,-1 0 0,1-1 0,-1 0 0,0-1 0,0 0 0,0 0 0,0-1 0,-1-1 0,0 1 0,0-1 0,0 0 0,6-8 0,-8 9 0,-2 0 0,1 0 0,-1-1 0,1 1 0,-2-1 0,1 0 0,-1 0 0,1-1 0,-2 1 0,1-1 0,-1 1 0,0-1 0,0 0 0,-1 0 0,0 0 0,0 0 0,-1 0 0,1 0 0,-2 0 0,1 0 0,-1 0 0,0 0 0,0 0 0,-4-10 0,-1 2-65,-1 0 0,-1 0 0,0 1 0,-1 0 0,0 0 0,-1 1 0,0 0 0,-1 1 0,-1 0 0,0 1 0,-1 0 0,0 1 0,0 0 0,-1 1 0,0 1 0,-1 0 0,1 1 0,-2 1 0,1 0 0,-25-5 0,-5 0-6761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02.5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0 163 24575,'5'-3'0,"-1"0"0,1 0 0,0 0 0,0 0 0,0 1 0,1 0 0,-1 0 0,0 0 0,7-1 0,55-7 0,-44 7 0,386-31 0,-90 11 0,-220 11 0,116-28 0,-207 38 0,-5 2 0,1-1 0,0 0 0,-1 1 0,1-1 0,-1-1 0,1 1 0,-1 0 0,0-1 0,4-2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03.5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1 116 24575,'107'-23'0,"1"5"0,120-5 0,96-14 0,-293 32 0,0 1 0,39 1 0,-60 0-1365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05.1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24575,'7'7'0,"-1"1"0,1-1 0,-2 1 0,1 0 0,-1 1 0,0-1 0,4 13 0,23 68 0,-25-65 0,81 285 0,1 7 0,-28-142 0,42 146 0,-100-279 0,-3-29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07.1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0 203 24575,'1'-4'0,"-1"1"0,1-1 0,0 1 0,0 0 0,0-1 0,1 1 0,-1 0 0,1 0 0,-1 0 0,1 0 0,0 0 0,0 0 0,1 1 0,-1-1 0,0 1 0,1-1 0,0 1 0,-1 0 0,1 0 0,0 0 0,0 0 0,7-2 0,8-5 0,1 1 0,35-10 0,-35 12 0,63-18 0,1 3 0,1 3 0,1 5 0,1 3 0,86 1 0,-148 9 0,1 1 0,36 7 0,-55-7 0,0 0 0,1 0 0,-2 1 0,1 0 0,0 0 0,0 1 0,-1 0 0,1 0 0,-1 0 0,0 1 0,0-1 0,0 1 0,0 0 0,-1 1 0,6 6 0,-9-10 0,0 1 0,-1-1 0,1 1 0,-1-1 0,1 1 0,-1 0 0,0-1 0,1 1 0,-1-1 0,0 1 0,0 0 0,0-1 0,0 1 0,-1 0 0,1-1 0,0 1 0,-1 0 0,1-1 0,-1 1 0,1-1 0,-1 1 0,0-1 0,0 1 0,0-1 0,0 0 0,0 1 0,0-1 0,-1 1 0,-36 35 0,35-35 0,-34 25 0,-1-2 0,-63 31 0,-5 2 0,106-58 0,0 0 0,0 0 0,-1 1 0,1-1 0,0 0 0,0 0 0,0 0 0,-1 0 0,1 0 0,0 1 0,0-1 0,0 0 0,-1 0 0,1 0 0,0 0 0,0 1 0,0-1 0,0 0 0,0 0 0,-1 1 0,1-1 0,0 0 0,0 0 0,0 0 0,0 1 0,0-1 0,0 0 0,0 0 0,0 1 0,0-1 0,0 0 0,0 0 0,0 1 0,0-1 0,0 0 0,0 0 0,0 1 0,0-1 0,0 0 0,1 0 0,-1 1 0,12 7 0,27 4 0,-32-10 0,53 16 0,-2 1 0,-1 4 0,0 2 0,-2 2 0,64 43 0,-96-54 0,-1 2 0,-1 0 0,0 1 0,-1 1 0,31 42 0,-39-45 0,-2 0 0,1 1 0,-2 1 0,-1 0 0,0 0 0,-1 0 0,-1 1 0,6 39 0,-10-50 0,-2-1 0,1 1 0,-1 0 0,0 0 0,-1 0 0,0 0 0,0 0 0,-1 0 0,0-1 0,-1 1 0,0-1 0,0 1 0,-1-1 0,0 0 0,0-1 0,-1 1 0,-5 7 0,1-5 0,1-1 0,-1 0 0,-1-1 0,0 0 0,0 0 0,0-1 0,-1 0 0,0-1 0,-1 0 0,1-1 0,-18 5 0,-16 2 0,1-2 0,-2-1 0,1-3 0,-1-2 0,0-2 0,0-2 0,-57-7 0,84 5-195,1-1 0,-1 0 0,1-2 0,0 0 0,0-1 0,-22-10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08.6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1006 18 24575,'-11'-4'0,"-1"1"0,1 0 0,-1 0 0,0 1 0,1 0 0,-1 1 0,-22 2 0,-89 12 0,66-4 0,-84 2 0,-1-7 0,-210-18 0,335 12 0,11 1 0,1 0 0,-1 0 0,0 1 0,0 0 0,0 0 0,0 1 0,-8 1 0,14-2 0,-1 1 0,1-1 0,-1 1 0,1-1 0,0 1 0,0-1 0,-1 1 0,1 0 0,0-1 0,0 1 0,0-1 0,-1 1 0,1 0 0,0-1 0,0 1 0,0-1 0,0 1 0,0 0 0,0-1 0,0 1 0,0 0 0,1-1 0,-1 1 0,0-1 0,1 2 0,5 21 0,-5-18 0,10 35 0,21 76 0,27 198 0,-43-70 0,13 102 0,-28-339 0,0-1 0,0 1 0,1-1 0,0 1 0,0-1 0,1 0 0,6 12 0,-7-15 0,1 0 0,-1 0 0,1 0 0,0-1 0,0 1 0,0-1 0,0 0 0,0 0 0,1 0 0,-1 0 0,1 0 0,-1-1 0,1 1 0,0-1 0,3 1 0,214 43 0,-46-10 0,-119-22-341,0-2 0,1-2-1,106 2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09.4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 17 24575,'-8'-3'0,"4"1"0,0 0 0,0 0 0,0 1 0,0-1 0,0 1 0,0 0 0,0 0 0,0 1 0,-1-1 0,1 1 0,0 0 0,-9 1 0,48 9 0,8-1 0,0-2 0,76 4 0,91-11 0,-84-2 0,-120 2-1365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11.0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24575,'0'15'0,"1"-1"0,0 1 0,1-1 0,1 1 0,0-1 0,1 0 0,8 20 0,4 16 0,38 181 0,16 60 0,-46-219-1365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12.4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559 161 24575,'2'-1'0,"0"0"0,-1 0 0,1 0 0,0 0 0,0 0 0,-1-1 0,1 1 0,-1-1 0,1 1 0,-1-1 0,0 0 0,1 0 0,-1 1 0,0-1 0,0 0 0,0 0 0,-1 0 0,1 0 0,0 0 0,-1 0 0,1 0 0,-1 0 0,0-1 0,0 1 0,0 0 0,0-4 0,-1 2 0,-1 1 0,0-1 0,1 1 0,-1-1 0,-1 1 0,1 0 0,0 0 0,-1 0 0,0 0 0,1 0 0,-1 0 0,0 1 0,0-1 0,-4-1 0,-8-5 0,0 1 0,0 0 0,-1 1 0,1 1 0,-2 0 0,1 1 0,0 1 0,-1 1 0,0 0 0,0 1 0,0 1 0,0 0 0,0 2 0,0 0 0,0 0 0,0 2 0,0 0 0,-31 11 0,35-10 0,-1 2 0,2-1 0,-1 2 0,1 0 0,0 0 0,0 1 0,1 0 0,0 1 0,1 1 0,-14 14 0,17-15 0,0 0 0,1 0 0,0 1 0,1 0 0,0 0 0,0 0 0,1 0 0,1 1 0,0 0 0,0 0 0,1 0 0,0 0 0,1 0 0,0 12 0,1 3 0,1 0 0,1 0 0,2 0 0,1 0 0,0 0 0,2-1 0,1 0 0,1-1 0,22 43 0,-22-52 0,0 0 0,1 0 0,0-1 0,2 0 0,-1-1 0,2 0 0,0-1 0,0-1 0,1 0 0,0 0 0,1-1 0,0-1 0,1-1 0,0 0 0,21 7 0,-13-8 0,-1-1 0,2-1 0,-1-1 0,0-1 0,28 0 0,-38-3 0,1 0 0,-1-1 0,1-1 0,-1 0 0,0-1 0,0-1 0,0 0 0,0-1 0,-1 0 0,14-9 0,-26 14 0,0-1 0,0 1 0,0-1 0,0 1 0,0-1 0,0 0 0,-1 0 0,1 0 0,0 1 0,0-1 0,-1 0 0,1 0 0,-1 0 0,1 0 0,-1 0 0,1 0 0,-1 0 0,1 0 0,-1 0 0,0 0 0,0 0 0,0-1 0,1 1 0,-1-1 0,-1-1 0,1 0 0,-1 1 0,1-1 0,-1 1 0,0 0 0,0-1 0,0 1 0,0-1 0,-1 1 0,-1-3 0,-4-4 0,-1 0 0,0 0 0,-14-12 0,8 10 6,0 1 0,0 0-1,-1 1 1,0 1 0,-1 0-1,0 1 1,0 1 0,0 0-1,-1 1 1,-22-3 0,-15 0-208,-106 0-1,73 6-820,62 1-5803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24.9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24575,'1'2'0,"-1"0"0,0 0 0,1 0 0,-1-1 0,1 1 0,0 0 0,0-1 0,0 1 0,-1-1 0,1 1 0,1-1 0,-1 1 0,0-1 0,0 0 0,0 1 0,1-1 0,-1 0 0,1 0 0,-1 0 0,1 0 0,-1 0 0,4 1 0,0-1 0,1 1 0,1-1 0,-1 0 0,0 0 0,8-1 0,20 3 0,-9 5 0,1 0 0,-2 1 0,0 2 0,0 0 0,35 23 0,46 23 0,-40-30 0,104 52 0,-151-69 0,0 1 0,-1 1 0,0 1 0,-1 1 0,-1 0 0,27 32 0,-36-38 0,177 215 0,-157-192 0,-1 2 0,-2 0 0,35 67 0,41 119 0,-77-166 0,-2 1 0,-3 1 0,16 85 0,-15-53 0,-13-64-341,-2 0 0,0 0-1,-1 39 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27.3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92 24575,'2'-4'0,"1"-1"0,0 1 0,0 0 0,0 0 0,0 0 0,0 0 0,1 1 0,0-1 0,-1 1 0,1 0 0,1 0 0,-1 0 0,0 1 0,1-1 0,-1 1 0,1 0 0,0 0 0,5-1 0,12-2 0,0 0 0,42-2 0,-38 4 0,32-3 0,1 3 0,-1 3 0,1 2 0,-1 2 0,0 3 0,0 3 0,-1 2 0,0 3 0,-1 2 0,-1 2 0,-1 3 0,97 54 0,232 142 0,-360-203 0,-1 0 0,0 2 0,-1 0 0,-1 1 0,24 28 0,78 111 0,-30-34 0,-35-50 0,81 141 0,25 94 0,-160-303 0,59 129 0,74 227 0,11 154 0,-126-433 0,8 23 0,37 148 0,-62-224 0,2 35 0,-2-20 0,-1-17 0,0-7 0,-1 0 0,-1 1 0,-2 34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21:46:29.4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24575,'14'1'0,"1"0"0,-1 1 0,0 1 0,0 0 0,0 1 0,-1 1 0,1 0 0,23 13 0,8 7 0,45 36 0,-54-36 0,39 28 0,-3 3 0,-2 3 0,-2 3 0,-4 3 0,77 99 0,-69-69 0,-4 3 0,100 195 0,162 389 0,-287-585 0,54 188 0,1 112 0,0 5 0,-83-352 0,-3 1 0,-2 1 0,-2 0 0,-3 0 0,-2 1 0,-4 68 0,-4 178 20,7-173-1405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11T21:47:12.7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0,'-2'11,"2"-9,-1 0,1 1,0-1,0 1,0-1,0 1,0-1,0 1,1 3,0-6,0 1,-1 0,1 0,0 0,0-1,-1 1,1 0,0-1,0 1,0-1,0 1,0-1,0 1,0-1,0 0,0 1,0-1,0 0,0 0,0 0,0 0,0 0,0 0,0 0,0 0,1-1,317 3,11-1,721 1,-586 5,-79-14,-131 1,-230 7,0-2,0-1,-1 0,1-2,31-10,-49 12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11T21:47:13.7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 88,'-5'-5,"-10"-19,18 17,14 5,632-19,-355 6,1030 1,-1060 30,61 1,-313-17,-4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11T21:47:14.7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0,'260'38,"403"40,3-73,-19-1,-62 9,-584-13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11T21:47:15.7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1 122,'14'-5,"1"2,0 0,0 0,0 1,0 1,21 1,-8 0,391-6,334-18,-465-4,189-12,-319 33,164 15,-245 0,-31-3,0-2,48-2,-87-3,-7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11T21:47:16.7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93 106,'-30'-29,"11"12,-25-31,44 48,1 1,-1-1,0 0,0 0,1 0,-1 0,0 0,1 0,-1 0,0 0,1 0,-1 0,0 0,0 0,1 0,-1-1,0 1,1 0,-1 0,0 0,0 0,1 0,-1 0,0-1,0 1,0 0,1 0,-1 0,0-1,0 1,0 0,1 0,-1-1,0 1,0 0,0 0,0-1,0 1,0 0,0-1,0 1,1 0,-1-1,0 1,0 0,0 0,0-1,-1 1,1 0,0-1,0 1,0 0,0 0,0-1,0 1,0 0,0 0,-1-1,1 1,0 0,0 0,0-1,-1 1,1 0,0 0,0 0,0-1,-1 1,29 5,-24-4,185 37,2-9,207 6,183-43,-1-37,212 15,-779 30,-10-1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11T21:47:17.7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20,'-20'-5,"1"0,-1 1,0 1,1 1,-1 1,-36 2,63-1,1 1,0-1,0 1,14 4,7 0,869 56,4-74,-606 5,160-8,-380 15,-46 1,41-4,-66 3,-3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12453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3626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3192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667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9937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495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338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236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173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3081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8118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8515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8398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55798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8693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3014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834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D98C45B-9AB7-4DDD-AAF8-91D35C298539}" type="datetimeFigureOut">
              <a:rPr lang="en-IE" smtClean="0"/>
              <a:t>16/10/2022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5E6B7-8E8D-492C-8812-A78EBE9D63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6567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35.png"/><Relationship Id="rId26" Type="http://schemas.openxmlformats.org/officeDocument/2006/relationships/image" Target="../media/image39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43.png"/><Relationship Id="rId42" Type="http://schemas.openxmlformats.org/officeDocument/2006/relationships/image" Target="../media/image47.png"/><Relationship Id="rId47" Type="http://schemas.openxmlformats.org/officeDocument/2006/relationships/customXml" Target="../ink/ink23.xml"/><Relationship Id="rId50" Type="http://schemas.openxmlformats.org/officeDocument/2006/relationships/image" Target="../media/image51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68" Type="http://schemas.openxmlformats.org/officeDocument/2006/relationships/image" Target="../media/image60.png"/><Relationship Id="rId76" Type="http://schemas.openxmlformats.org/officeDocument/2006/relationships/image" Target="../media/image64.png"/><Relationship Id="rId84" Type="http://schemas.openxmlformats.org/officeDocument/2006/relationships/image" Target="../media/image68.png"/><Relationship Id="rId89" Type="http://schemas.openxmlformats.org/officeDocument/2006/relationships/customXml" Target="../ink/ink44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customXml" Target="../ink/ink45.xml"/><Relationship Id="rId2" Type="http://schemas.openxmlformats.org/officeDocument/2006/relationships/hyperlink" Target="https://www.youtube.com/watch?v=eigvIOl750w" TargetMode="External"/><Relationship Id="rId16" Type="http://schemas.openxmlformats.org/officeDocument/2006/relationships/image" Target="../media/image34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38.png"/><Relationship Id="rId32" Type="http://schemas.openxmlformats.org/officeDocument/2006/relationships/image" Target="../media/image42.png"/><Relationship Id="rId37" Type="http://schemas.openxmlformats.org/officeDocument/2006/relationships/customXml" Target="../ink/ink18.xml"/><Relationship Id="rId40" Type="http://schemas.openxmlformats.org/officeDocument/2006/relationships/image" Target="../media/image46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55.png"/><Relationship Id="rId66" Type="http://schemas.openxmlformats.org/officeDocument/2006/relationships/image" Target="../media/image59.png"/><Relationship Id="rId74" Type="http://schemas.openxmlformats.org/officeDocument/2006/relationships/image" Target="../media/image63.png"/><Relationship Id="rId79" Type="http://schemas.openxmlformats.org/officeDocument/2006/relationships/customXml" Target="../ink/ink39.xml"/><Relationship Id="rId87" Type="http://schemas.openxmlformats.org/officeDocument/2006/relationships/customXml" Target="../ink/ink43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67.png"/><Relationship Id="rId90" Type="http://schemas.openxmlformats.org/officeDocument/2006/relationships/image" Target="../media/image71.png"/><Relationship Id="rId95" Type="http://schemas.openxmlformats.org/officeDocument/2006/relationships/image" Target="../media/image74.png"/><Relationship Id="rId19" Type="http://schemas.openxmlformats.org/officeDocument/2006/relationships/customXml" Target="../ink/ink9.xml"/><Relationship Id="rId14" Type="http://schemas.openxmlformats.org/officeDocument/2006/relationships/image" Target="../media/image33.png"/><Relationship Id="rId22" Type="http://schemas.openxmlformats.org/officeDocument/2006/relationships/image" Target="../media/image37.png"/><Relationship Id="rId27" Type="http://schemas.openxmlformats.org/officeDocument/2006/relationships/customXml" Target="../ink/ink13.xml"/><Relationship Id="rId30" Type="http://schemas.openxmlformats.org/officeDocument/2006/relationships/image" Target="../media/image41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50.png"/><Relationship Id="rId56" Type="http://schemas.openxmlformats.org/officeDocument/2006/relationships/image" Target="../media/image54.png"/><Relationship Id="rId64" Type="http://schemas.openxmlformats.org/officeDocument/2006/relationships/image" Target="../media/image58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8" Type="http://schemas.openxmlformats.org/officeDocument/2006/relationships/image" Target="../media/image30.png"/><Relationship Id="rId51" Type="http://schemas.openxmlformats.org/officeDocument/2006/relationships/customXml" Target="../ink/ink25.xml"/><Relationship Id="rId72" Type="http://schemas.openxmlformats.org/officeDocument/2006/relationships/image" Target="../media/image62.png"/><Relationship Id="rId80" Type="http://schemas.openxmlformats.org/officeDocument/2006/relationships/image" Target="../media/image66.png"/><Relationship Id="rId85" Type="http://schemas.openxmlformats.org/officeDocument/2006/relationships/customXml" Target="../ink/ink42.xml"/><Relationship Id="rId93" Type="http://schemas.openxmlformats.org/officeDocument/2006/relationships/image" Target="../media/image73.png"/><Relationship Id="rId3" Type="http://schemas.openxmlformats.org/officeDocument/2006/relationships/customXml" Target="../ink/ink1.xml"/><Relationship Id="rId12" Type="http://schemas.openxmlformats.org/officeDocument/2006/relationships/image" Target="../media/image32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45.png"/><Relationship Id="rId46" Type="http://schemas.openxmlformats.org/officeDocument/2006/relationships/image" Target="../media/image49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36.png"/><Relationship Id="rId41" Type="http://schemas.openxmlformats.org/officeDocument/2006/relationships/customXml" Target="../ink/ink20.xml"/><Relationship Id="rId54" Type="http://schemas.openxmlformats.org/officeDocument/2006/relationships/image" Target="../media/image53.png"/><Relationship Id="rId62" Type="http://schemas.openxmlformats.org/officeDocument/2006/relationships/image" Target="../media/image57.png"/><Relationship Id="rId70" Type="http://schemas.openxmlformats.org/officeDocument/2006/relationships/image" Target="../media/image61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70.png"/><Relationship Id="rId91" Type="http://schemas.openxmlformats.org/officeDocument/2006/relationships/image" Target="../media/image72.png"/><Relationship Id="rId9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40.png"/><Relationship Id="rId36" Type="http://schemas.openxmlformats.org/officeDocument/2006/relationships/image" Target="../media/image44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31.png"/><Relationship Id="rId31" Type="http://schemas.openxmlformats.org/officeDocument/2006/relationships/customXml" Target="../ink/ink15.xml"/><Relationship Id="rId44" Type="http://schemas.openxmlformats.org/officeDocument/2006/relationships/image" Target="../media/image48.png"/><Relationship Id="rId52" Type="http://schemas.openxmlformats.org/officeDocument/2006/relationships/image" Target="../media/image52.png"/><Relationship Id="rId60" Type="http://schemas.openxmlformats.org/officeDocument/2006/relationships/image" Target="../media/image56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65.png"/><Relationship Id="rId81" Type="http://schemas.openxmlformats.org/officeDocument/2006/relationships/customXml" Target="../ink/ink40.xml"/><Relationship Id="rId86" Type="http://schemas.openxmlformats.org/officeDocument/2006/relationships/image" Target="../media/image69.png"/><Relationship Id="rId94" Type="http://schemas.openxmlformats.org/officeDocument/2006/relationships/customXml" Target="../ink/ink46.xml"/><Relationship Id="rId4" Type="http://schemas.openxmlformats.org/officeDocument/2006/relationships/image" Target="../media/image28.png"/><Relationship Id="rId9" Type="http://schemas.openxmlformats.org/officeDocument/2006/relationships/customXml" Target="../ink/ink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www.youtube.com/watch?v=RgklPQ8rbk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8.xml"/><Relationship Id="rId21" Type="http://schemas.openxmlformats.org/officeDocument/2006/relationships/image" Target="../media/image95.png"/><Relationship Id="rId42" Type="http://schemas.openxmlformats.org/officeDocument/2006/relationships/customXml" Target="../ink/ink66.xml"/><Relationship Id="rId47" Type="http://schemas.openxmlformats.org/officeDocument/2006/relationships/image" Target="../media/image108.png"/><Relationship Id="rId63" Type="http://schemas.openxmlformats.org/officeDocument/2006/relationships/customXml" Target="../ink/ink77.xml"/><Relationship Id="rId68" Type="http://schemas.openxmlformats.org/officeDocument/2006/relationships/image" Target="../media/image118.png"/><Relationship Id="rId84" Type="http://schemas.openxmlformats.org/officeDocument/2006/relationships/image" Target="../media/image126.png"/><Relationship Id="rId89" Type="http://schemas.openxmlformats.org/officeDocument/2006/relationships/customXml" Target="../ink/ink90.xml"/><Relationship Id="rId7" Type="http://schemas.openxmlformats.org/officeDocument/2006/relationships/image" Target="../media/image88.png"/><Relationship Id="rId71" Type="http://schemas.openxmlformats.org/officeDocument/2006/relationships/customXml" Target="../ink/ink81.xml"/><Relationship Id="rId92" Type="http://schemas.openxmlformats.org/officeDocument/2006/relationships/image" Target="../media/image130.png"/><Relationship Id="rId2" Type="http://schemas.openxmlformats.org/officeDocument/2006/relationships/image" Target="../media/image86.png"/><Relationship Id="rId16" Type="http://schemas.openxmlformats.org/officeDocument/2006/relationships/customXml" Target="../ink/ink53.xml"/><Relationship Id="rId29" Type="http://schemas.openxmlformats.org/officeDocument/2006/relationships/image" Target="../media/image99.png"/><Relationship Id="rId107" Type="http://schemas.openxmlformats.org/officeDocument/2006/relationships/customXml" Target="../ink/ink99.xml"/><Relationship Id="rId11" Type="http://schemas.openxmlformats.org/officeDocument/2006/relationships/image" Target="../media/image90.png"/><Relationship Id="rId24" Type="http://schemas.openxmlformats.org/officeDocument/2006/relationships/customXml" Target="../ink/ink57.xml"/><Relationship Id="rId32" Type="http://schemas.openxmlformats.org/officeDocument/2006/relationships/customXml" Target="../ink/ink61.xml"/><Relationship Id="rId37" Type="http://schemas.openxmlformats.org/officeDocument/2006/relationships/image" Target="../media/image103.png"/><Relationship Id="rId40" Type="http://schemas.openxmlformats.org/officeDocument/2006/relationships/customXml" Target="../ink/ink65.xml"/><Relationship Id="rId45" Type="http://schemas.openxmlformats.org/officeDocument/2006/relationships/image" Target="../media/image107.png"/><Relationship Id="rId53" Type="http://schemas.openxmlformats.org/officeDocument/2006/relationships/image" Target="../media/image111.png"/><Relationship Id="rId58" Type="http://schemas.openxmlformats.org/officeDocument/2006/relationships/customXml" Target="../ink/ink74.xml"/><Relationship Id="rId66" Type="http://schemas.openxmlformats.org/officeDocument/2006/relationships/image" Target="../media/image117.png"/><Relationship Id="rId74" Type="http://schemas.openxmlformats.org/officeDocument/2006/relationships/image" Target="../media/image121.png"/><Relationship Id="rId79" Type="http://schemas.openxmlformats.org/officeDocument/2006/relationships/customXml" Target="../ink/ink85.xml"/><Relationship Id="rId87" Type="http://schemas.openxmlformats.org/officeDocument/2006/relationships/customXml" Target="../ink/ink89.xml"/><Relationship Id="rId102" Type="http://schemas.openxmlformats.org/officeDocument/2006/relationships/image" Target="../media/image135.png"/><Relationship Id="rId5" Type="http://schemas.openxmlformats.org/officeDocument/2006/relationships/image" Target="../media/image87.png"/><Relationship Id="rId61" Type="http://schemas.openxmlformats.org/officeDocument/2006/relationships/customXml" Target="../ink/ink76.xml"/><Relationship Id="rId82" Type="http://schemas.openxmlformats.org/officeDocument/2006/relationships/image" Target="../media/image125.png"/><Relationship Id="rId90" Type="http://schemas.openxmlformats.org/officeDocument/2006/relationships/image" Target="../media/image129.png"/><Relationship Id="rId95" Type="http://schemas.openxmlformats.org/officeDocument/2006/relationships/customXml" Target="../ink/ink93.xml"/><Relationship Id="rId19" Type="http://schemas.openxmlformats.org/officeDocument/2006/relationships/image" Target="../media/image94.png"/><Relationship Id="rId14" Type="http://schemas.openxmlformats.org/officeDocument/2006/relationships/customXml" Target="../ink/ink52.xml"/><Relationship Id="rId22" Type="http://schemas.openxmlformats.org/officeDocument/2006/relationships/customXml" Target="../ink/ink56.xml"/><Relationship Id="rId27" Type="http://schemas.openxmlformats.org/officeDocument/2006/relationships/image" Target="../media/image98.png"/><Relationship Id="rId30" Type="http://schemas.openxmlformats.org/officeDocument/2006/relationships/customXml" Target="../ink/ink60.xml"/><Relationship Id="rId35" Type="http://schemas.openxmlformats.org/officeDocument/2006/relationships/image" Target="../media/image102.png"/><Relationship Id="rId43" Type="http://schemas.openxmlformats.org/officeDocument/2006/relationships/image" Target="../media/image106.png"/><Relationship Id="rId48" Type="http://schemas.openxmlformats.org/officeDocument/2006/relationships/customXml" Target="../ink/ink69.xml"/><Relationship Id="rId56" Type="http://schemas.openxmlformats.org/officeDocument/2006/relationships/customXml" Target="../ink/ink73.xml"/><Relationship Id="rId64" Type="http://schemas.openxmlformats.org/officeDocument/2006/relationships/image" Target="../media/image116.png"/><Relationship Id="rId69" Type="http://schemas.openxmlformats.org/officeDocument/2006/relationships/customXml" Target="../ink/ink80.xml"/><Relationship Id="rId77" Type="http://schemas.openxmlformats.org/officeDocument/2006/relationships/customXml" Target="../ink/ink84.xml"/><Relationship Id="rId100" Type="http://schemas.openxmlformats.org/officeDocument/2006/relationships/image" Target="../media/image134.png"/><Relationship Id="rId105" Type="http://schemas.openxmlformats.org/officeDocument/2006/relationships/customXml" Target="../ink/ink98.xml"/><Relationship Id="rId8" Type="http://schemas.openxmlformats.org/officeDocument/2006/relationships/customXml" Target="../ink/ink49.xml"/><Relationship Id="rId51" Type="http://schemas.openxmlformats.org/officeDocument/2006/relationships/image" Target="../media/image110.png"/><Relationship Id="rId72" Type="http://schemas.openxmlformats.org/officeDocument/2006/relationships/image" Target="../media/image120.png"/><Relationship Id="rId80" Type="http://schemas.openxmlformats.org/officeDocument/2006/relationships/image" Target="../media/image124.png"/><Relationship Id="rId85" Type="http://schemas.openxmlformats.org/officeDocument/2006/relationships/customXml" Target="../ink/ink88.xml"/><Relationship Id="rId93" Type="http://schemas.openxmlformats.org/officeDocument/2006/relationships/customXml" Target="../ink/ink92.xml"/><Relationship Id="rId98" Type="http://schemas.openxmlformats.org/officeDocument/2006/relationships/image" Target="../media/image133.png"/><Relationship Id="rId3" Type="http://schemas.openxmlformats.org/officeDocument/2006/relationships/image" Target="../media/image83.png"/><Relationship Id="rId12" Type="http://schemas.openxmlformats.org/officeDocument/2006/relationships/customXml" Target="../ink/ink51.xml"/><Relationship Id="rId17" Type="http://schemas.openxmlformats.org/officeDocument/2006/relationships/image" Target="../media/image93.png"/><Relationship Id="rId25" Type="http://schemas.openxmlformats.org/officeDocument/2006/relationships/image" Target="../media/image97.png"/><Relationship Id="rId33" Type="http://schemas.openxmlformats.org/officeDocument/2006/relationships/image" Target="../media/image101.png"/><Relationship Id="rId38" Type="http://schemas.openxmlformats.org/officeDocument/2006/relationships/customXml" Target="../ink/ink64.xml"/><Relationship Id="rId46" Type="http://schemas.openxmlformats.org/officeDocument/2006/relationships/customXml" Target="../ink/ink68.xml"/><Relationship Id="rId59" Type="http://schemas.openxmlformats.org/officeDocument/2006/relationships/image" Target="../media/image114.png"/><Relationship Id="rId67" Type="http://schemas.openxmlformats.org/officeDocument/2006/relationships/customXml" Target="../ink/ink79.xml"/><Relationship Id="rId103" Type="http://schemas.openxmlformats.org/officeDocument/2006/relationships/customXml" Target="../ink/ink97.xml"/><Relationship Id="rId108" Type="http://schemas.openxmlformats.org/officeDocument/2006/relationships/image" Target="../media/image138.png"/><Relationship Id="rId20" Type="http://schemas.openxmlformats.org/officeDocument/2006/relationships/customXml" Target="../ink/ink55.xml"/><Relationship Id="rId41" Type="http://schemas.openxmlformats.org/officeDocument/2006/relationships/image" Target="../media/image105.png"/><Relationship Id="rId54" Type="http://schemas.openxmlformats.org/officeDocument/2006/relationships/customXml" Target="../ink/ink72.xml"/><Relationship Id="rId62" Type="http://schemas.openxmlformats.org/officeDocument/2006/relationships/image" Target="../media/image115.png"/><Relationship Id="rId70" Type="http://schemas.openxmlformats.org/officeDocument/2006/relationships/image" Target="../media/image119.png"/><Relationship Id="rId75" Type="http://schemas.openxmlformats.org/officeDocument/2006/relationships/customXml" Target="../ink/ink83.xml"/><Relationship Id="rId83" Type="http://schemas.openxmlformats.org/officeDocument/2006/relationships/customXml" Target="../ink/ink87.xml"/><Relationship Id="rId88" Type="http://schemas.openxmlformats.org/officeDocument/2006/relationships/image" Target="../media/image128.png"/><Relationship Id="rId91" Type="http://schemas.openxmlformats.org/officeDocument/2006/relationships/customXml" Target="../ink/ink91.xml"/><Relationship Id="rId96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15" Type="http://schemas.openxmlformats.org/officeDocument/2006/relationships/image" Target="../media/image92.png"/><Relationship Id="rId23" Type="http://schemas.openxmlformats.org/officeDocument/2006/relationships/image" Target="../media/image96.png"/><Relationship Id="rId28" Type="http://schemas.openxmlformats.org/officeDocument/2006/relationships/customXml" Target="../ink/ink59.xml"/><Relationship Id="rId36" Type="http://schemas.openxmlformats.org/officeDocument/2006/relationships/customXml" Target="../ink/ink63.xml"/><Relationship Id="rId49" Type="http://schemas.openxmlformats.org/officeDocument/2006/relationships/image" Target="../media/image109.png"/><Relationship Id="rId57" Type="http://schemas.openxmlformats.org/officeDocument/2006/relationships/image" Target="../media/image113.png"/><Relationship Id="rId106" Type="http://schemas.openxmlformats.org/officeDocument/2006/relationships/image" Target="../media/image137.png"/><Relationship Id="rId10" Type="http://schemas.openxmlformats.org/officeDocument/2006/relationships/customXml" Target="../ink/ink50.xml"/><Relationship Id="rId31" Type="http://schemas.openxmlformats.org/officeDocument/2006/relationships/image" Target="../media/image100.png"/><Relationship Id="rId44" Type="http://schemas.openxmlformats.org/officeDocument/2006/relationships/customXml" Target="../ink/ink67.xml"/><Relationship Id="rId52" Type="http://schemas.openxmlformats.org/officeDocument/2006/relationships/customXml" Target="../ink/ink71.xml"/><Relationship Id="rId60" Type="http://schemas.openxmlformats.org/officeDocument/2006/relationships/customXml" Target="../ink/ink75.xml"/><Relationship Id="rId65" Type="http://schemas.openxmlformats.org/officeDocument/2006/relationships/customXml" Target="../ink/ink78.xml"/><Relationship Id="rId73" Type="http://schemas.openxmlformats.org/officeDocument/2006/relationships/customXml" Target="../ink/ink82.xml"/><Relationship Id="rId78" Type="http://schemas.openxmlformats.org/officeDocument/2006/relationships/image" Target="../media/image123.png"/><Relationship Id="rId81" Type="http://schemas.openxmlformats.org/officeDocument/2006/relationships/customXml" Target="../ink/ink86.xml"/><Relationship Id="rId86" Type="http://schemas.openxmlformats.org/officeDocument/2006/relationships/image" Target="../media/image127.png"/><Relationship Id="rId94" Type="http://schemas.openxmlformats.org/officeDocument/2006/relationships/image" Target="../media/image131.png"/><Relationship Id="rId99" Type="http://schemas.openxmlformats.org/officeDocument/2006/relationships/customXml" Target="../ink/ink95.xml"/><Relationship Id="rId101" Type="http://schemas.openxmlformats.org/officeDocument/2006/relationships/customXml" Target="../ink/ink96.xml"/><Relationship Id="rId4" Type="http://schemas.openxmlformats.org/officeDocument/2006/relationships/customXml" Target="../ink/ink47.xml"/><Relationship Id="rId9" Type="http://schemas.openxmlformats.org/officeDocument/2006/relationships/image" Target="../media/image89.png"/><Relationship Id="rId13" Type="http://schemas.openxmlformats.org/officeDocument/2006/relationships/image" Target="../media/image91.png"/><Relationship Id="rId18" Type="http://schemas.openxmlformats.org/officeDocument/2006/relationships/customXml" Target="../ink/ink54.xml"/><Relationship Id="rId39" Type="http://schemas.openxmlformats.org/officeDocument/2006/relationships/image" Target="../media/image104.png"/><Relationship Id="rId34" Type="http://schemas.openxmlformats.org/officeDocument/2006/relationships/customXml" Target="../ink/ink62.xml"/><Relationship Id="rId50" Type="http://schemas.openxmlformats.org/officeDocument/2006/relationships/customXml" Target="../ink/ink70.xml"/><Relationship Id="rId55" Type="http://schemas.openxmlformats.org/officeDocument/2006/relationships/image" Target="../media/image112.png"/><Relationship Id="rId76" Type="http://schemas.openxmlformats.org/officeDocument/2006/relationships/image" Target="../media/image122.png"/><Relationship Id="rId97" Type="http://schemas.openxmlformats.org/officeDocument/2006/relationships/customXml" Target="../ink/ink94.xml"/><Relationship Id="rId104" Type="http://schemas.openxmlformats.org/officeDocument/2006/relationships/image" Target="../media/image1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Different numbers in 3D">
            <a:extLst>
              <a:ext uri="{FF2B5EF4-FFF2-40B4-BE49-F238E27FC236}">
                <a16:creationId xmlns:a16="http://schemas.microsoft.com/office/drawing/2014/main" id="{59BC646F-F78F-2FA6-F4AE-9797A31D14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/>
          </a:blip>
          <a:srcRect l="29"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263CE0-8F50-263F-AC1A-963B44546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 fontScale="90000"/>
          </a:bodyPr>
          <a:lstStyle/>
          <a:p>
            <a:pPr algn="ctr"/>
            <a:r>
              <a:rPr lang="en-IE"/>
              <a:t>The Number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9C234-328E-E735-CCF3-B419B8AD3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IE"/>
              <a:t>Basics of computing</a:t>
            </a:r>
          </a:p>
        </p:txBody>
      </p:sp>
    </p:spTree>
    <p:extLst>
      <p:ext uri="{BB962C8B-B14F-4D97-AF65-F5344CB8AC3E}">
        <p14:creationId xmlns:p14="http://schemas.microsoft.com/office/powerpoint/2010/main" val="104453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15BE-D66B-4533-B136-2F0E0ABB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IE" dirty="0"/>
              <a:t>Learning Intention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B0A0D-3542-CE1E-CDB0-F7D81D7A9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3330"/>
            <a:ext cx="11401425" cy="48426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At the end of the class, students will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Understand why computers use binary to represent data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Recognize our normal number system as the decimal or base 10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Define the different units of data storage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Convert numbers from binary to decimal</a:t>
            </a:r>
          </a:p>
          <a:p>
            <a:pPr>
              <a:lnSpc>
                <a:spcPct val="150000"/>
              </a:lnSpc>
            </a:pP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152215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15BE-D66B-4533-B136-2F0E0ABB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IE" dirty="0"/>
              <a:t>Digital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B0A0D-3542-CE1E-CDB0-F7D81D7A9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3330"/>
            <a:ext cx="11401425" cy="48426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In everyday life, we use numbers based on combinations of the digits between 0 and 9. This counting system is known as decimal or base 10.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Try this with 83678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And 98438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IE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5F9AD8-B3D1-CF26-6FB2-90083935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658" y="3429000"/>
            <a:ext cx="6314142" cy="280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2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15BE-D66B-4533-B136-2F0E0ABB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IE" dirty="0"/>
              <a:t>Digital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B0A0D-3542-CE1E-CDB0-F7D81D7A9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3330"/>
            <a:ext cx="11401425" cy="484266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E" sz="2800" dirty="0"/>
              <a:t>Computers use 1s and 0s to represent the flow of electricity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E" sz="2800" dirty="0"/>
              <a:t>	</a:t>
            </a:r>
            <a:r>
              <a:rPr lang="en-IE" sz="2800" b="1" dirty="0"/>
              <a:t>1</a:t>
            </a:r>
            <a:r>
              <a:rPr lang="en-IE" sz="2800" dirty="0"/>
              <a:t> is used to show the electricity </a:t>
            </a:r>
            <a:r>
              <a:rPr lang="en-IE" sz="2800" b="1" dirty="0"/>
              <a:t>is</a:t>
            </a:r>
            <a:r>
              <a:rPr lang="en-IE" sz="2800" dirty="0"/>
              <a:t> flowing, and </a:t>
            </a:r>
            <a:r>
              <a:rPr lang="en-IE" sz="2800" b="1" dirty="0"/>
              <a:t>0</a:t>
            </a:r>
            <a:r>
              <a:rPr lang="en-IE" sz="2800" dirty="0"/>
              <a:t> shows that it is </a:t>
            </a:r>
            <a:r>
              <a:rPr lang="en-IE" sz="2800" b="1" dirty="0"/>
              <a:t>not</a:t>
            </a:r>
            <a:r>
              <a:rPr lang="en-IE" sz="2800" dirty="0"/>
              <a:t> flowing.</a:t>
            </a:r>
          </a:p>
          <a:p>
            <a:pPr>
              <a:lnSpc>
                <a:spcPct val="150000"/>
              </a:lnSpc>
            </a:pPr>
            <a:r>
              <a:rPr lang="en-IE" sz="2800" dirty="0"/>
              <a:t>All data we want to the computer to process must be converted into </a:t>
            </a:r>
            <a:r>
              <a:rPr lang="en-IE" sz="2800" b="1" dirty="0"/>
              <a:t>binary code</a:t>
            </a:r>
            <a:r>
              <a:rPr lang="en-IE" sz="2800" dirty="0"/>
              <a:t> (1s an 0s)</a:t>
            </a:r>
          </a:p>
          <a:p>
            <a:pPr>
              <a:lnSpc>
                <a:spcPct val="150000"/>
              </a:lnSpc>
            </a:pPr>
            <a:r>
              <a:rPr lang="en-IE" sz="2800" dirty="0"/>
              <a:t>Each 1 or 0 in a binary code is a </a:t>
            </a:r>
            <a:r>
              <a:rPr lang="en-IE" sz="2800" b="1" dirty="0">
                <a:highlight>
                  <a:srgbClr val="0000FF"/>
                </a:highlight>
              </a:rPr>
              <a:t>bit</a:t>
            </a:r>
            <a:r>
              <a:rPr lang="en-IE" sz="2800" b="1" dirty="0"/>
              <a:t> (</a:t>
            </a:r>
            <a:r>
              <a:rPr lang="en-IE" sz="2800" b="1" dirty="0">
                <a:highlight>
                  <a:srgbClr val="0000FF"/>
                </a:highlight>
              </a:rPr>
              <a:t>bi</a:t>
            </a:r>
            <a:r>
              <a:rPr lang="en-IE" sz="2800" dirty="0"/>
              <a:t>nary</a:t>
            </a:r>
            <a:r>
              <a:rPr lang="en-IE" sz="2800" b="1" dirty="0"/>
              <a:t> </a:t>
            </a:r>
            <a:r>
              <a:rPr lang="en-IE" sz="2800" dirty="0"/>
              <a:t>digi</a:t>
            </a:r>
            <a:r>
              <a:rPr lang="en-IE" sz="2800" b="1" dirty="0">
                <a:highlight>
                  <a:srgbClr val="0000FF"/>
                </a:highlight>
              </a:rPr>
              <a:t>t</a:t>
            </a:r>
            <a:r>
              <a:rPr lang="en-IE" sz="2800" b="1" dirty="0"/>
              <a:t>). </a:t>
            </a:r>
            <a:r>
              <a:rPr lang="en-IE" sz="2800" dirty="0"/>
              <a:t>For example 1010 is 4 bits.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392438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0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C15BE-D66B-4533-B136-2F0E0ABB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EBEBEB"/>
                </a:solidFill>
              </a:rPr>
              <a:t>Digital Computer Transistors</a:t>
            </a:r>
          </a:p>
        </p:txBody>
      </p:sp>
      <p:sp>
        <p:nvSpPr>
          <p:cNvPr id="1037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lectronicspices - 2N2222 - General Purpose Transistor - NPN - TO-92 (20  Pieces) : Amazon.in: Industrial &amp; Scientific">
            <a:extLst>
              <a:ext uri="{FF2B5EF4-FFF2-40B4-BE49-F238E27FC236}">
                <a16:creationId xmlns:a16="http://schemas.microsoft.com/office/drawing/2014/main" id="{17E0FCE1-7844-4504-1A7F-A2870DAD6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362"/>
          <a:stretch/>
        </p:blipFill>
        <p:spPr bwMode="auto"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B0A0D-3542-CE1E-CDB0-F7D81D7A9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6161925" cy="4195481"/>
          </a:xfrm>
        </p:spPr>
        <p:txBody>
          <a:bodyPr>
            <a:normAutofit/>
          </a:bodyPr>
          <a:lstStyle/>
          <a:p>
            <a:r>
              <a:rPr lang="en-US" sz="2800" dirty="0"/>
              <a:t>The circuits in a computer's processor are made up of billions of transistors. A transistor is a tiny switch that is activated by the electronic signals it receives. The digits 1 and 0 used in binary reflect the on and off states of a transistor.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4011226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Leaving Cert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785E17-D1D4-CD86-B530-81AE02CD4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86" y="1171574"/>
            <a:ext cx="7612064" cy="527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8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57443"/>
            <a:ext cx="9404723" cy="1400530"/>
          </a:xfrm>
        </p:spPr>
        <p:txBody>
          <a:bodyPr/>
          <a:lstStyle/>
          <a:p>
            <a:r>
              <a:rPr lang="en-IE" dirty="0"/>
              <a:t>Sizes of other units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0FCC0-C928-EA10-65C0-2278A68C7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8A6C9E-014C-D14A-0058-8A35D5921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48" y="1023615"/>
            <a:ext cx="10692022" cy="529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8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57443"/>
            <a:ext cx="9404723" cy="1400530"/>
          </a:xfrm>
        </p:spPr>
        <p:txBody>
          <a:bodyPr/>
          <a:lstStyle/>
          <a:p>
            <a:r>
              <a:rPr lang="en-IE" dirty="0"/>
              <a:t>Sizes of other units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0FCC0-C928-EA10-65C0-2278A68C7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11" y="1043268"/>
            <a:ext cx="11145839" cy="4195481"/>
          </a:xfrm>
        </p:spPr>
        <p:txBody>
          <a:bodyPr>
            <a:normAutofit/>
          </a:bodyPr>
          <a:lstStyle/>
          <a:p>
            <a:r>
              <a:rPr lang="en-US" sz="2400" dirty="0"/>
              <a:t>Different types of data require different amounts of storage space. Some examples of this follow</a:t>
            </a:r>
            <a:endParaRPr lang="en-I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9F0AE-3C7D-AEB7-0BEB-AC081632C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51" y="2114549"/>
            <a:ext cx="10916299" cy="441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32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15BE-D66B-4533-B136-2F0E0ABB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IE" dirty="0"/>
              <a:t>Data 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6B0A0D-3542-CE1E-CDB0-F7D81D7A99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6250" y="1007665"/>
                <a:ext cx="11401425" cy="4842669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E" sz="2800" dirty="0"/>
                  <a:t>Each bit can take one of 2 different values (0 or 1).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E" sz="2800" dirty="0"/>
                  <a:t>The largest number that can be stored as a byte (8 bits) is 11111111 or 255 in decimal. This can be written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3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3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255</m:t>
                        </m:r>
                      </m:e>
                      <m:sub>
                        <m:r>
                          <a:rPr lang="en-IE" sz="3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IE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E" sz="2800" dirty="0"/>
                  <a:t>The smallest number that can be represented by a byte is 00000000 or 0 in decimal.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E" sz="2800" dirty="0"/>
                  <a:t>Therefore a byte (8 bits) can be used to store one of a total of 256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sup>
                    </m:sSup>
                    <m:r>
                      <a:rPr lang="en-IE" sz="2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E" sz="2800" dirty="0"/>
                  <a:t>) different values                        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E" sz="2800" dirty="0"/>
                  <a:t>This means a nibble (4 bits) can take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IE" sz="2800" dirty="0"/>
                  <a:t> = 16 different 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6B0A0D-3542-CE1E-CDB0-F7D81D7A9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6250" y="1007665"/>
                <a:ext cx="11401425" cy="4842669"/>
              </a:xfrm>
              <a:blipFill>
                <a:blip r:embed="rId2"/>
                <a:stretch>
                  <a:fillRect l="-535" r="-802" b="-1509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30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Leaving Cert 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803C2-F4EA-D096-1386-7599BDE1C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1209675"/>
            <a:ext cx="9404723" cy="475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54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Leaving Cert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458A6-B6AD-5D85-B043-D4AA0DA5C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" y="1176337"/>
            <a:ext cx="9829801" cy="530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05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Leaving Cert Questions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CA5C2-D634-7F51-EADB-39BF44E63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86" y="2733675"/>
            <a:ext cx="9193214" cy="10912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89AE37-6071-7260-9992-4E7288C76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6" y="1209675"/>
            <a:ext cx="9193214" cy="1229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DAB484-11EE-0FED-0F99-634ECD26A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86" y="4119327"/>
            <a:ext cx="9193214" cy="123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7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Leaving Cert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8A411D-FBB1-95F8-FD28-B5F895D8D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1152525"/>
            <a:ext cx="8967788" cy="54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79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Converting from binary to decimal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0FCC0-C928-EA10-65C0-2278A68C71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6536" y="1243293"/>
                <a:ext cx="11145839" cy="4195481"/>
              </a:xfrm>
            </p:spPr>
            <p:txBody>
              <a:bodyPr>
                <a:normAutofit/>
              </a:bodyPr>
              <a:lstStyle/>
              <a:p>
                <a:r>
                  <a:rPr lang="en-IE" sz="2400" dirty="0"/>
                  <a:t>The position of each bit in a byte represents its </a:t>
                </a:r>
                <a:r>
                  <a:rPr lang="en-IE" sz="2400" b="1" dirty="0"/>
                  <a:t>place value</a:t>
                </a:r>
              </a:p>
              <a:p>
                <a:r>
                  <a:rPr lang="en-IE" sz="2400" dirty="0"/>
                  <a:t>The first place value is the rightmost bit and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800" b="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800" b="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IE" sz="2400" dirty="0"/>
              </a:p>
              <a:p>
                <a:endParaRPr lang="en-IE" sz="2400" dirty="0"/>
              </a:p>
              <a:p>
                <a:endParaRPr lang="en-I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0FCC0-C928-EA10-65C0-2278A68C71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6536" y="1243293"/>
                <a:ext cx="11145839" cy="4195481"/>
              </a:xfrm>
              <a:blipFill>
                <a:blip r:embed="rId2"/>
                <a:stretch>
                  <a:fillRect l="-438" t="-1163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5F55FAC6-6254-C41F-9D0D-FC767FF9C4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759206"/>
                  </p:ext>
                </p:extLst>
              </p:nvPr>
            </p:nvGraphicFramePr>
            <p:xfrm>
              <a:off x="95250" y="2457450"/>
              <a:ext cx="11860218" cy="1853344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581150">
                      <a:extLst>
                        <a:ext uri="{9D8B030D-6E8A-4147-A177-3AD203B41FA5}">
                          <a16:colId xmlns:a16="http://schemas.microsoft.com/office/drawing/2014/main" val="3379220939"/>
                        </a:ext>
                      </a:extLst>
                    </a:gridCol>
                    <a:gridCol w="1054454">
                      <a:extLst>
                        <a:ext uri="{9D8B030D-6E8A-4147-A177-3AD203B41FA5}">
                          <a16:colId xmlns:a16="http://schemas.microsoft.com/office/drawing/2014/main" val="3462601611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3612474072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1493586781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2471924290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427758680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1761228006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94745242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3475671827"/>
                        </a:ext>
                      </a:extLst>
                    </a:gridCol>
                  </a:tblGrid>
                  <a:tr h="504825"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Power of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𝟕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E" sz="20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E" sz="20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E" sz="20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7946605"/>
                      </a:ext>
                    </a:extLst>
                  </a:tr>
                  <a:tr h="714375"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Place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205960"/>
                      </a:ext>
                    </a:extLst>
                  </a:tr>
                  <a:tr h="634144"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7115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5F55FAC6-6254-C41F-9D0D-FC767FF9C4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759206"/>
                  </p:ext>
                </p:extLst>
              </p:nvPr>
            </p:nvGraphicFramePr>
            <p:xfrm>
              <a:off x="95250" y="2457450"/>
              <a:ext cx="11860218" cy="1853344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581150">
                      <a:extLst>
                        <a:ext uri="{9D8B030D-6E8A-4147-A177-3AD203B41FA5}">
                          <a16:colId xmlns:a16="http://schemas.microsoft.com/office/drawing/2014/main" val="3379220939"/>
                        </a:ext>
                      </a:extLst>
                    </a:gridCol>
                    <a:gridCol w="1054454">
                      <a:extLst>
                        <a:ext uri="{9D8B030D-6E8A-4147-A177-3AD203B41FA5}">
                          <a16:colId xmlns:a16="http://schemas.microsoft.com/office/drawing/2014/main" val="3462601611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3612474072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1493586781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2471924290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427758680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1761228006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94745242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3475671827"/>
                        </a:ext>
                      </a:extLst>
                    </a:gridCol>
                  </a:tblGrid>
                  <a:tr h="504825"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Power of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867" t="-6024" r="-876879" b="-2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926" t="-6024" r="-602315" b="-2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926" t="-6024" r="-502315" b="-2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078" t="-6024" r="-400000" b="-2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389" t="-6024" r="-301852" b="-2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1389" t="-6024" r="-201852" b="-2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157" t="-6024" r="-100922" b="-2698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1852" t="-6024" r="-1389" b="-2698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7946605"/>
                      </a:ext>
                    </a:extLst>
                  </a:tr>
                  <a:tr h="714375"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Place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205960"/>
                      </a:ext>
                    </a:extLst>
                  </a:tr>
                  <a:tr h="634144"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7115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4D4668-52DA-0550-19F9-5394154686E7}"/>
                  </a:ext>
                </a:extLst>
              </p:cNvPr>
              <p:cNvSpPr txBox="1"/>
              <p:nvPr/>
            </p:nvSpPr>
            <p:spPr>
              <a:xfrm>
                <a:off x="374648" y="4536083"/>
                <a:ext cx="10869614" cy="2258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2400" i="1">
                            <a:latin typeface="Cambria Math" panose="02040503050406030204" pitchFamily="18" charset="0"/>
                          </a:rPr>
                          <m:t>1000110</m:t>
                        </m:r>
                      </m:e>
                      <m:sub>
                        <m:r>
                          <a:rPr lang="en-IE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E" sz="2400" dirty="0"/>
                  <a:t>		= 0x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IE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IE" sz="2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0" lang="en-IE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IE" sz="2400" dirty="0"/>
                  <a:t> + 1x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en-IE" sz="2400" dirty="0"/>
                  <a:t> + 0x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r>
                  <a:rPr lang="en-IE" sz="2400" dirty="0"/>
                  <a:t> + 0x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IE" sz="2400" dirty="0"/>
                  <a:t> + 0x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E" sz="2400" dirty="0"/>
                  <a:t> + 1x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E" sz="2400" dirty="0"/>
                  <a:t> + 1x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400" b="1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IE" sz="2400" dirty="0"/>
                  <a:t> + 0x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400" b="1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400" b="1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IE" sz="2400" dirty="0"/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E" sz="2400" dirty="0"/>
                  <a:t>				= 0		 + 1x64 + 0      +  0      + 0      + 1x4   + 1x2   + 0</a:t>
                </a:r>
              </a:p>
              <a:p>
                <a:pPr>
                  <a:lnSpc>
                    <a:spcPct val="150000"/>
                  </a:lnSpc>
                </a:pPr>
                <a:r>
                  <a:rPr lang="en-IE" sz="2400" dirty="0"/>
                  <a:t>				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70</m:t>
                        </m:r>
                      </m:e>
                      <m:sub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IE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E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4D4668-52DA-0550-19F9-539415468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48" y="4536083"/>
                <a:ext cx="10869614" cy="22588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B6B2DC-7796-0299-5ADB-308C0F8ECBBB}"/>
              </a:ext>
            </a:extLst>
          </p:cNvPr>
          <p:cNvCxnSpPr/>
          <p:nvPr/>
        </p:nvCxnSpPr>
        <p:spPr>
          <a:xfrm>
            <a:off x="2171700" y="4310794"/>
            <a:ext cx="571500" cy="35645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6E6C1D-72C1-C5E8-787D-20BFF6511F2A}"/>
              </a:ext>
            </a:extLst>
          </p:cNvPr>
          <p:cNvCxnSpPr>
            <a:cxnSpLocks/>
          </p:cNvCxnSpPr>
          <p:nvPr/>
        </p:nvCxnSpPr>
        <p:spPr>
          <a:xfrm>
            <a:off x="3219450" y="4310794"/>
            <a:ext cx="474657" cy="38576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C94615-CB2D-C05B-6D8E-5D72AED65D4F}"/>
              </a:ext>
            </a:extLst>
          </p:cNvPr>
          <p:cNvCxnSpPr>
            <a:cxnSpLocks/>
          </p:cNvCxnSpPr>
          <p:nvPr/>
        </p:nvCxnSpPr>
        <p:spPr>
          <a:xfrm>
            <a:off x="4267200" y="4292475"/>
            <a:ext cx="492130" cy="49892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AE3724-E39B-8ABC-7346-3ED8BA428677}"/>
              </a:ext>
            </a:extLst>
          </p:cNvPr>
          <p:cNvCxnSpPr>
            <a:cxnSpLocks/>
          </p:cNvCxnSpPr>
          <p:nvPr/>
        </p:nvCxnSpPr>
        <p:spPr>
          <a:xfrm>
            <a:off x="5710237" y="4292475"/>
            <a:ext cx="19050" cy="51815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D27681-65F2-B102-61FB-04A9F4BE0EF6}"/>
              </a:ext>
            </a:extLst>
          </p:cNvPr>
          <p:cNvCxnSpPr>
            <a:cxnSpLocks/>
          </p:cNvCxnSpPr>
          <p:nvPr/>
        </p:nvCxnSpPr>
        <p:spPr>
          <a:xfrm flipH="1">
            <a:off x="6773864" y="4236417"/>
            <a:ext cx="373058" cy="46013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9D4832-7FEA-B337-7687-84902ADB2822}"/>
              </a:ext>
            </a:extLst>
          </p:cNvPr>
          <p:cNvCxnSpPr>
            <a:cxnSpLocks/>
          </p:cNvCxnSpPr>
          <p:nvPr/>
        </p:nvCxnSpPr>
        <p:spPr>
          <a:xfrm flipH="1">
            <a:off x="7839075" y="4310794"/>
            <a:ext cx="527057" cy="38576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9ADE7D-9E3B-10A4-8C03-74E7CC23C910}"/>
              </a:ext>
            </a:extLst>
          </p:cNvPr>
          <p:cNvCxnSpPr>
            <a:cxnSpLocks/>
          </p:cNvCxnSpPr>
          <p:nvPr/>
        </p:nvCxnSpPr>
        <p:spPr>
          <a:xfrm flipH="1">
            <a:off x="8789994" y="4274517"/>
            <a:ext cx="944556" cy="42203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23E119-862D-E91D-DE31-A01309708980}"/>
              </a:ext>
            </a:extLst>
          </p:cNvPr>
          <p:cNvCxnSpPr>
            <a:cxnSpLocks/>
          </p:cNvCxnSpPr>
          <p:nvPr/>
        </p:nvCxnSpPr>
        <p:spPr>
          <a:xfrm flipH="1">
            <a:off x="9850809" y="4274110"/>
            <a:ext cx="1291059" cy="42244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135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Convert from binary to decimal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5F55FAC6-6254-C41F-9D0D-FC767FF9C4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6133516"/>
                  </p:ext>
                </p:extLst>
              </p:nvPr>
            </p:nvGraphicFramePr>
            <p:xfrm>
              <a:off x="165891" y="1372290"/>
              <a:ext cx="11860218" cy="1528897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581150">
                      <a:extLst>
                        <a:ext uri="{9D8B030D-6E8A-4147-A177-3AD203B41FA5}">
                          <a16:colId xmlns:a16="http://schemas.microsoft.com/office/drawing/2014/main" val="3379220939"/>
                        </a:ext>
                      </a:extLst>
                    </a:gridCol>
                    <a:gridCol w="1054454">
                      <a:extLst>
                        <a:ext uri="{9D8B030D-6E8A-4147-A177-3AD203B41FA5}">
                          <a16:colId xmlns:a16="http://schemas.microsoft.com/office/drawing/2014/main" val="3462601611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3612474072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1493586781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2471924290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427758680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1761228006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94745242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3475671827"/>
                        </a:ext>
                      </a:extLst>
                    </a:gridCol>
                  </a:tblGrid>
                  <a:tr h="334500"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Power of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𝟕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E" sz="20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IE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E" sz="20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E" sz="20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E" sz="20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7946605"/>
                      </a:ext>
                    </a:extLst>
                  </a:tr>
                  <a:tr h="473348"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Place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205960"/>
                      </a:ext>
                    </a:extLst>
                  </a:tr>
                  <a:tr h="420187"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7115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5F55FAC6-6254-C41F-9D0D-FC767FF9C4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6133516"/>
                  </p:ext>
                </p:extLst>
              </p:nvPr>
            </p:nvGraphicFramePr>
            <p:xfrm>
              <a:off x="165891" y="1372290"/>
              <a:ext cx="11860218" cy="1528897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581150">
                      <a:extLst>
                        <a:ext uri="{9D8B030D-6E8A-4147-A177-3AD203B41FA5}">
                          <a16:colId xmlns:a16="http://schemas.microsoft.com/office/drawing/2014/main" val="3379220939"/>
                        </a:ext>
                      </a:extLst>
                    </a:gridCol>
                    <a:gridCol w="1054454">
                      <a:extLst>
                        <a:ext uri="{9D8B030D-6E8A-4147-A177-3AD203B41FA5}">
                          <a16:colId xmlns:a16="http://schemas.microsoft.com/office/drawing/2014/main" val="3462601611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3612474072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1493586781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2471924290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427758680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1761228006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94745242"/>
                        </a:ext>
                      </a:extLst>
                    </a:gridCol>
                    <a:gridCol w="1317802">
                      <a:extLst>
                        <a:ext uri="{9D8B030D-6E8A-4147-A177-3AD203B41FA5}">
                          <a16:colId xmlns:a16="http://schemas.microsoft.com/office/drawing/2014/main" val="3475671827"/>
                        </a:ext>
                      </a:extLst>
                    </a:gridCol>
                  </a:tblGrid>
                  <a:tr h="407670"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Power of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0289" t="-7463" r="-876879" b="-277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539" t="-7463" r="-599078" b="-277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26" t="-7463" r="-501852" b="-277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926" t="-7463" r="-401852" b="-277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926" t="-7463" r="-301852" b="-277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8157" t="-7463" r="-200461" b="-277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01389" t="-7463" r="-101389" b="-2776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01389" t="-7463" r="-1389" b="-2776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794660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Place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205960"/>
                      </a:ext>
                    </a:extLst>
                  </a:tr>
                  <a:tr h="420187"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E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7115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E8E644-C178-33D3-BE66-56EA10BA8075}"/>
                  </a:ext>
                </a:extLst>
              </p:cNvPr>
              <p:cNvSpPr txBox="1"/>
              <p:nvPr/>
            </p:nvSpPr>
            <p:spPr>
              <a:xfrm>
                <a:off x="514350" y="3219450"/>
                <a:ext cx="8848725" cy="334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IE" sz="2400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10011011</m:t>
                        </m:r>
                      </m:e>
                      <m:sub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E" sz="2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to decimal</a:t>
                </a: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</a:pPr>
                <a:r>
                  <a:rPr lang="en-IE" sz="2400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11011</m:t>
                        </m:r>
                      </m:e>
                      <m:sub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E" sz="2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to decimal</a:t>
                </a: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</a:pPr>
                <a:r>
                  <a:rPr lang="en-IE" sz="2400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1001</m:t>
                        </m:r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e>
                      <m:sub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E" sz="2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to decimal</a:t>
                </a: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</a:pPr>
                <a:endParaRPr lang="en-IE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endParaRPr lang="en-IE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E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E8E644-C178-33D3-BE66-56EA10BA8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3219450"/>
                <a:ext cx="8848725" cy="3346109"/>
              </a:xfrm>
              <a:prstGeom prst="rect">
                <a:avLst/>
              </a:prstGeom>
              <a:blipFill>
                <a:blip r:embed="rId3"/>
                <a:stretch>
                  <a:fillRect l="-1033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734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Leaving Cert 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6992FE-3FD7-4102-72A0-E7AFC4D14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1166812"/>
            <a:ext cx="7615238" cy="51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67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Leaving Cert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3A842-D5B4-AF19-D421-DBE97AF35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1195388"/>
            <a:ext cx="9198096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88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57708"/>
            <a:ext cx="9404723" cy="1400530"/>
          </a:xfrm>
        </p:spPr>
        <p:txBody>
          <a:bodyPr/>
          <a:lstStyle/>
          <a:p>
            <a:r>
              <a:rPr lang="en-IE" dirty="0"/>
              <a:t>Convert from decimal to binary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8E644-C178-33D3-BE66-56EA10BA8075}"/>
              </a:ext>
            </a:extLst>
          </p:cNvPr>
          <p:cNvSpPr txBox="1"/>
          <p:nvPr/>
        </p:nvSpPr>
        <p:spPr>
          <a:xfrm>
            <a:off x="328474" y="1299655"/>
            <a:ext cx="11417440" cy="3900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1: Divide the given decimal number by 2 and note down the remainder.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2: Now, divide the obtained quotient by 2, and note the remainder again.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3: Repeat the above steps until you get 0 as the quotient.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4: Now, write the remainders in such a way that the last remainder is written first, followed by the rest in the reverse order.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716862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14" y="420624"/>
            <a:ext cx="3108626" cy="144475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Convert from decimal to binary</a:t>
            </a:r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FFCA0-D7DA-74E3-D3C8-B4B05CE764D7}"/>
              </a:ext>
            </a:extLst>
          </p:cNvPr>
          <p:cNvSpPr txBox="1"/>
          <p:nvPr/>
        </p:nvSpPr>
        <p:spPr>
          <a:xfrm>
            <a:off x="395915" y="2095131"/>
            <a:ext cx="3355998" cy="3924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Example: Convert the decimal number 13 to binary.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Solution: We will start dividing the given number (13) repeatedly by 2 until we get the quotient as 0. We will note the remainders in order.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17D75-3453-AAC0-5A8A-D4499333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549" y="1275022"/>
            <a:ext cx="7229750" cy="446436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5460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14" y="420624"/>
            <a:ext cx="3108626" cy="144475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Convert from decimal to binary</a:t>
            </a:r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FFCA0-D7DA-74E3-D3C8-B4B05CE764D7}"/>
              </a:ext>
            </a:extLst>
          </p:cNvPr>
          <p:cNvSpPr txBox="1"/>
          <p:nvPr/>
        </p:nvSpPr>
        <p:spPr>
          <a:xfrm>
            <a:off x="395914" y="2095131"/>
            <a:ext cx="3727677" cy="3924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Example: Convert the decimal number 123 to binary.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Solution: We will start dividing the given number (123) repeatedly by 2 until we get the quotient as 0. We will note the remainders in order.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Video on converting decimal to binary</a:t>
            </a:r>
            <a:endParaRPr lang="en-US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E8D396-8AF9-9539-7105-A4347FFC8034}"/>
                  </a:ext>
                </a:extLst>
              </p14:cNvPr>
              <p14:cNvContentPartPr/>
              <p14:nvPr/>
            </p14:nvContentPartPr>
            <p14:xfrm>
              <a:off x="5255072" y="933564"/>
              <a:ext cx="61560" cy="370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E8D396-8AF9-9539-7105-A4347FFC80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6072" y="924564"/>
                <a:ext cx="79200" cy="38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8F62E83B-826D-6864-4AD6-7BB162A28227}"/>
              </a:ext>
            </a:extLst>
          </p:cNvPr>
          <p:cNvGrpSpPr/>
          <p:nvPr/>
        </p:nvGrpSpPr>
        <p:grpSpPr>
          <a:xfrm>
            <a:off x="4680152" y="765084"/>
            <a:ext cx="1799640" cy="684720"/>
            <a:chOff x="5642063" y="332668"/>
            <a:chExt cx="1799640" cy="68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71A368E-A468-BA35-1FE0-D137C058A49C}"/>
                    </a:ext>
                  </a:extLst>
                </p14:cNvPr>
                <p14:cNvContentPartPr/>
                <p14:nvPr/>
              </p14:nvContentPartPr>
              <p14:xfrm>
                <a:off x="6467183" y="468748"/>
                <a:ext cx="334800" cy="324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71A368E-A468-BA35-1FE0-D137C058A49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58183" y="459748"/>
                  <a:ext cx="3524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76562AF-E047-4DD6-EE9B-171FD658EC89}"/>
                    </a:ext>
                  </a:extLst>
                </p14:cNvPr>
                <p14:cNvContentPartPr/>
                <p14:nvPr/>
              </p14:nvContentPartPr>
              <p14:xfrm>
                <a:off x="6872543" y="469468"/>
                <a:ext cx="387360" cy="328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76562AF-E047-4DD6-EE9B-171FD658EC8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63543" y="460468"/>
                  <a:ext cx="4050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C8DC8E-372A-77A8-7D76-CF82504A0D2A}"/>
                    </a:ext>
                  </a:extLst>
                </p14:cNvPr>
                <p14:cNvContentPartPr/>
                <p14:nvPr/>
              </p14:nvContentPartPr>
              <p14:xfrm>
                <a:off x="6011063" y="332668"/>
                <a:ext cx="1430640" cy="684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C8DC8E-372A-77A8-7D76-CF82504A0D2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02423" y="324028"/>
                  <a:ext cx="144828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98665A-03FD-81C3-4564-AC2AB77EF684}"/>
                    </a:ext>
                  </a:extLst>
                </p14:cNvPr>
                <p14:cNvContentPartPr/>
                <p14:nvPr/>
              </p14:nvContentPartPr>
              <p14:xfrm>
                <a:off x="5642063" y="560548"/>
                <a:ext cx="301320" cy="405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98665A-03FD-81C3-4564-AC2AB77EF68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33063" y="551908"/>
                  <a:ext cx="318960" cy="42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A2F4014-9CA1-B60E-93A2-6FCF94EB42C1}"/>
                  </a:ext>
                </a:extLst>
              </p14:cNvPr>
              <p14:cNvContentPartPr/>
              <p14:nvPr/>
            </p14:nvContentPartPr>
            <p14:xfrm>
              <a:off x="7649072" y="4328364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A2F4014-9CA1-B60E-93A2-6FCF94EB42C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40432" y="4319724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2B7820DA-D61E-7637-AE4B-64643F7F1027}"/>
              </a:ext>
            </a:extLst>
          </p:cNvPr>
          <p:cNvGrpSpPr/>
          <p:nvPr/>
        </p:nvGrpSpPr>
        <p:grpSpPr>
          <a:xfrm>
            <a:off x="6668792" y="1536924"/>
            <a:ext cx="622800" cy="407520"/>
            <a:chOff x="7630703" y="1104508"/>
            <a:chExt cx="62280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F74D21-D333-C58F-9154-5A525176EE4A}"/>
                    </a:ext>
                  </a:extLst>
                </p14:cNvPr>
                <p14:cNvContentPartPr/>
                <p14:nvPr/>
              </p14:nvContentPartPr>
              <p14:xfrm>
                <a:off x="7630703" y="1305388"/>
                <a:ext cx="257040" cy="206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F74D21-D333-C58F-9154-5A525176EE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21703" y="1296388"/>
                  <a:ext cx="274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AC83851-2061-0AC8-07C4-59BDB757AF75}"/>
                    </a:ext>
                  </a:extLst>
                </p14:cNvPr>
                <p14:cNvContentPartPr/>
                <p14:nvPr/>
              </p14:nvContentPartPr>
              <p14:xfrm>
                <a:off x="8152343" y="1104508"/>
                <a:ext cx="101160" cy="396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AC83851-2061-0AC8-07C4-59BDB757AF7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43343" y="1095508"/>
                  <a:ext cx="11880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DC9D8DC-3CF4-0359-1170-15C35EFF3683}"/>
              </a:ext>
            </a:extLst>
          </p:cNvPr>
          <p:cNvGrpSpPr/>
          <p:nvPr/>
        </p:nvGrpSpPr>
        <p:grpSpPr>
          <a:xfrm>
            <a:off x="6861752" y="2242164"/>
            <a:ext cx="486360" cy="381960"/>
            <a:chOff x="7823663" y="1809748"/>
            <a:chExt cx="48636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E1676F-8716-07AA-4CC1-CD25C4A9B821}"/>
                    </a:ext>
                  </a:extLst>
                </p14:cNvPr>
                <p14:cNvContentPartPr/>
                <p14:nvPr/>
              </p14:nvContentPartPr>
              <p14:xfrm>
                <a:off x="7823663" y="1932868"/>
                <a:ext cx="154800" cy="258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E1676F-8716-07AA-4CC1-CD25C4A9B82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14663" y="1923868"/>
                  <a:ext cx="172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4DBB4A-AD97-5B11-3E25-53A6906B3D27}"/>
                    </a:ext>
                  </a:extLst>
                </p14:cNvPr>
                <p14:cNvContentPartPr/>
                <p14:nvPr/>
              </p14:nvContentPartPr>
              <p14:xfrm>
                <a:off x="8213903" y="1809748"/>
                <a:ext cx="96120" cy="372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4DBB4A-AD97-5B11-3E25-53A6906B3D2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04903" y="1800748"/>
                  <a:ext cx="113760" cy="38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4E1032F-849E-FE67-3889-1DB5AAC405C7}"/>
                  </a:ext>
                </a:extLst>
              </p14:cNvPr>
              <p14:cNvContentPartPr/>
              <p14:nvPr/>
            </p14:nvContentPartPr>
            <p14:xfrm>
              <a:off x="6876872" y="3187524"/>
              <a:ext cx="263160" cy="2415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4E1032F-849E-FE67-3889-1DB5AAC405C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867872" y="3178524"/>
                <a:ext cx="28080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0D3BDE6-A321-6024-5732-968F2461CACC}"/>
                  </a:ext>
                </a:extLst>
              </p14:cNvPr>
              <p14:cNvContentPartPr/>
              <p14:nvPr/>
            </p14:nvContentPartPr>
            <p14:xfrm>
              <a:off x="7342352" y="3066924"/>
              <a:ext cx="375840" cy="378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0D3BDE6-A321-6024-5732-968F2461CAC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33712" y="3057924"/>
                <a:ext cx="393480" cy="39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0A7380EA-AB6A-0F88-7420-4C780CAE144B}"/>
              </a:ext>
            </a:extLst>
          </p:cNvPr>
          <p:cNvGrpSpPr/>
          <p:nvPr/>
        </p:nvGrpSpPr>
        <p:grpSpPr>
          <a:xfrm>
            <a:off x="4737032" y="1615404"/>
            <a:ext cx="1560600" cy="2048040"/>
            <a:chOff x="5698943" y="1182988"/>
            <a:chExt cx="1560600" cy="20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CDFDD9-D653-408F-E982-3AEF1F7A025A}"/>
                    </a:ext>
                  </a:extLst>
                </p14:cNvPr>
                <p14:cNvContentPartPr/>
                <p14:nvPr/>
              </p14:nvContentPartPr>
              <p14:xfrm>
                <a:off x="6406703" y="1915228"/>
                <a:ext cx="322200" cy="335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CDFDD9-D653-408F-E982-3AEF1F7A02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97703" y="1906588"/>
                  <a:ext cx="3398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C0B4F0-1716-FF9E-3DA9-FDC4608F86EC}"/>
                    </a:ext>
                  </a:extLst>
                </p14:cNvPr>
                <p14:cNvContentPartPr/>
                <p14:nvPr/>
              </p14:nvContentPartPr>
              <p14:xfrm>
                <a:off x="6793343" y="1868428"/>
                <a:ext cx="339840" cy="303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C0B4F0-1716-FF9E-3DA9-FDC4608F86E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84703" y="1859788"/>
                  <a:ext cx="3574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00A8FD-D595-C837-EDD0-E7A672C1331B}"/>
                    </a:ext>
                  </a:extLst>
                </p14:cNvPr>
                <p14:cNvContentPartPr/>
                <p14:nvPr/>
              </p14:nvContentPartPr>
              <p14:xfrm>
                <a:off x="6461063" y="1208908"/>
                <a:ext cx="260640" cy="316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00A8FD-D595-C837-EDD0-E7A672C1331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52423" y="1200268"/>
                  <a:ext cx="2782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00EED31-B3D6-F01B-3419-F39F3C8B6D31}"/>
                    </a:ext>
                  </a:extLst>
                </p14:cNvPr>
                <p14:cNvContentPartPr/>
                <p14:nvPr/>
              </p14:nvContentPartPr>
              <p14:xfrm>
                <a:off x="6920063" y="1213588"/>
                <a:ext cx="75960" cy="375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00EED31-B3D6-F01B-3419-F39F3C8B6D3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11063" y="1204948"/>
                  <a:ext cx="936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902F07-0BAA-CE48-66B8-BF976A22D490}"/>
                    </a:ext>
                  </a:extLst>
                </p14:cNvPr>
                <p14:cNvContentPartPr/>
                <p14:nvPr/>
              </p14:nvContentPartPr>
              <p14:xfrm>
                <a:off x="6275663" y="1182988"/>
                <a:ext cx="813600" cy="549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902F07-0BAA-CE48-66B8-BF976A22D49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67023" y="1173988"/>
                  <a:ext cx="8312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3F7480-1FF4-84F5-322F-C1D6881477B5}"/>
                    </a:ext>
                  </a:extLst>
                </p14:cNvPr>
                <p14:cNvContentPartPr/>
                <p14:nvPr/>
              </p14:nvContentPartPr>
              <p14:xfrm>
                <a:off x="5758343" y="1247428"/>
                <a:ext cx="280080" cy="41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3F7480-1FF4-84F5-322F-C1D6881477B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49703" y="1238788"/>
                  <a:ext cx="29772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3C0945-DD3F-9463-8BF3-44666590D469}"/>
                    </a:ext>
                  </a:extLst>
                </p14:cNvPr>
                <p14:cNvContentPartPr/>
                <p14:nvPr/>
              </p14:nvContentPartPr>
              <p14:xfrm>
                <a:off x="6274943" y="1725508"/>
                <a:ext cx="5760" cy="1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3C0945-DD3F-9463-8BF3-44666590D46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265943" y="1716868"/>
                  <a:ext cx="23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E68BF2-8F5C-9D71-BCAB-4934CEBA1E85}"/>
                    </a:ext>
                  </a:extLst>
                </p14:cNvPr>
                <p14:cNvContentPartPr/>
                <p14:nvPr/>
              </p14:nvContentPartPr>
              <p14:xfrm>
                <a:off x="6211943" y="1932868"/>
                <a:ext cx="913680" cy="565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E68BF2-8F5C-9D71-BCAB-4934CEBA1E8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203303" y="1923868"/>
                  <a:ext cx="93132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1B4D16-27E0-8544-AA4E-3B2350DD1534}"/>
                    </a:ext>
                  </a:extLst>
                </p14:cNvPr>
                <p14:cNvContentPartPr/>
                <p14:nvPr/>
              </p14:nvContentPartPr>
              <p14:xfrm>
                <a:off x="5698943" y="2036548"/>
                <a:ext cx="366840" cy="395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1B4D16-27E0-8544-AA4E-3B2350DD153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89943" y="2027908"/>
                  <a:ext cx="3844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77C295A-7C2F-A29A-8D41-1D2AFBA37687}"/>
                    </a:ext>
                  </a:extLst>
                </p14:cNvPr>
                <p14:cNvContentPartPr/>
                <p14:nvPr/>
              </p14:nvContentPartPr>
              <p14:xfrm>
                <a:off x="6596423" y="2658268"/>
                <a:ext cx="46440" cy="395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7C295A-7C2F-A29A-8D41-1D2AFBA3768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87783" y="2649268"/>
                  <a:ext cx="640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E6868EC-89FF-D61E-CEDA-BAB4EF3B6833}"/>
                    </a:ext>
                  </a:extLst>
                </p14:cNvPr>
                <p14:cNvContentPartPr/>
                <p14:nvPr/>
              </p14:nvContentPartPr>
              <p14:xfrm>
                <a:off x="6880463" y="2736388"/>
                <a:ext cx="271080" cy="312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E6868EC-89FF-D61E-CEDA-BAB4EF3B683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71823" y="2727748"/>
                  <a:ext cx="2887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DD6A355-2484-02D6-B0ED-160804261B20}"/>
                    </a:ext>
                  </a:extLst>
                </p14:cNvPr>
                <p14:cNvContentPartPr/>
                <p14:nvPr/>
              </p14:nvContentPartPr>
              <p14:xfrm>
                <a:off x="6248303" y="2595628"/>
                <a:ext cx="1011240" cy="635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DD6A355-2484-02D6-B0ED-160804261B2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39663" y="2586988"/>
                  <a:ext cx="1028880" cy="65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0FA8337-F67D-14A5-3E03-AB96C9AF7D77}"/>
                  </a:ext>
                </a:extLst>
              </p14:cNvPr>
              <p14:cNvContentPartPr/>
              <p14:nvPr/>
            </p14:nvContentPartPr>
            <p14:xfrm>
              <a:off x="4717952" y="3140004"/>
              <a:ext cx="362880" cy="4006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0FA8337-F67D-14A5-3E03-AB96C9AF7D7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709312" y="3131364"/>
                <a:ext cx="380520" cy="41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1BDE9673-BF40-BFD8-B010-237F5CBCDF77}"/>
              </a:ext>
            </a:extLst>
          </p:cNvPr>
          <p:cNvGrpSpPr/>
          <p:nvPr/>
        </p:nvGrpSpPr>
        <p:grpSpPr>
          <a:xfrm>
            <a:off x="6865712" y="3768564"/>
            <a:ext cx="662040" cy="478440"/>
            <a:chOff x="7827623" y="3336148"/>
            <a:chExt cx="66204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831DE7-70E6-7FE5-FB32-0CDD8533305C}"/>
                    </a:ext>
                  </a:extLst>
                </p14:cNvPr>
                <p14:cNvContentPartPr/>
                <p14:nvPr/>
              </p14:nvContentPartPr>
              <p14:xfrm>
                <a:off x="7827623" y="3510028"/>
                <a:ext cx="317520" cy="304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831DE7-70E6-7FE5-FB32-0CDD8533305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18623" y="3501388"/>
                  <a:ext cx="3351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C4A31A3-7FAD-5A0D-43F1-A4957FC2B0CF}"/>
                    </a:ext>
                  </a:extLst>
                </p14:cNvPr>
                <p14:cNvContentPartPr/>
                <p14:nvPr/>
              </p14:nvContentPartPr>
              <p14:xfrm>
                <a:off x="8452943" y="3336148"/>
                <a:ext cx="36720" cy="452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C4A31A3-7FAD-5A0D-43F1-A4957FC2B0C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43943" y="3327148"/>
                  <a:ext cx="54360" cy="46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7CE0DBF-F7B7-AAA5-CE92-66C5627EB4D3}"/>
              </a:ext>
            </a:extLst>
          </p:cNvPr>
          <p:cNvGrpSpPr/>
          <p:nvPr/>
        </p:nvGrpSpPr>
        <p:grpSpPr>
          <a:xfrm>
            <a:off x="6987752" y="4534644"/>
            <a:ext cx="632520" cy="425520"/>
            <a:chOff x="7949663" y="4102228"/>
            <a:chExt cx="63252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ECC844D-F695-C5E5-690C-80FF3E4A4B1A}"/>
                    </a:ext>
                  </a:extLst>
                </p14:cNvPr>
                <p14:cNvContentPartPr/>
                <p14:nvPr/>
              </p14:nvContentPartPr>
              <p14:xfrm>
                <a:off x="7949663" y="4264588"/>
                <a:ext cx="245160" cy="263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ECC844D-F695-C5E5-690C-80FF3E4A4B1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41023" y="4255948"/>
                  <a:ext cx="2628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7932EFA-5D35-3528-D3C0-E1ADA9F93FA8}"/>
                    </a:ext>
                  </a:extLst>
                </p14:cNvPr>
                <p14:cNvContentPartPr/>
                <p14:nvPr/>
              </p14:nvContentPartPr>
              <p14:xfrm>
                <a:off x="8498663" y="4102228"/>
                <a:ext cx="83520" cy="420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7932EFA-5D35-3528-D3C0-E1ADA9F93FA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90023" y="4093228"/>
                  <a:ext cx="101160" cy="43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73169A5-B36F-168D-A3E6-C6613A6239AE}"/>
              </a:ext>
            </a:extLst>
          </p:cNvPr>
          <p:cNvGrpSpPr/>
          <p:nvPr/>
        </p:nvGrpSpPr>
        <p:grpSpPr>
          <a:xfrm>
            <a:off x="4766552" y="3805644"/>
            <a:ext cx="1472760" cy="1246320"/>
            <a:chOff x="5728463" y="3373228"/>
            <a:chExt cx="1472760" cy="12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17E6464-987D-FB17-FAA8-E609183AF4A2}"/>
                    </a:ext>
                  </a:extLst>
                </p14:cNvPr>
                <p14:cNvContentPartPr/>
                <p14:nvPr/>
              </p14:nvContentPartPr>
              <p14:xfrm>
                <a:off x="6610103" y="3390148"/>
                <a:ext cx="305640" cy="493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17E6464-987D-FB17-FAA8-E609183AF4A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601463" y="3381508"/>
                  <a:ext cx="3232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DDCE943-64F3-3DBA-BD93-A28BDF02E1A4}"/>
                    </a:ext>
                  </a:extLst>
                </p14:cNvPr>
                <p14:cNvContentPartPr/>
                <p14:nvPr/>
              </p14:nvContentPartPr>
              <p14:xfrm>
                <a:off x="6686423" y="3579868"/>
                <a:ext cx="368640" cy="21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DDCE943-64F3-3DBA-BD93-A28BDF02E1A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77423" y="3570868"/>
                  <a:ext cx="386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7DA9B5D-FD86-B36E-D60B-BDC8DE13FED0}"/>
                    </a:ext>
                  </a:extLst>
                </p14:cNvPr>
                <p14:cNvContentPartPr/>
                <p14:nvPr/>
              </p14:nvContentPartPr>
              <p14:xfrm>
                <a:off x="6327863" y="3373228"/>
                <a:ext cx="762840" cy="666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7DA9B5D-FD86-B36E-D60B-BDC8DE13FED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318863" y="3364588"/>
                  <a:ext cx="78048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1051E1-CD52-F0FD-F677-B94D48BD4E77}"/>
                    </a:ext>
                  </a:extLst>
                </p14:cNvPr>
                <p14:cNvContentPartPr/>
                <p14:nvPr/>
              </p14:nvContentPartPr>
              <p14:xfrm>
                <a:off x="5739983" y="3431908"/>
                <a:ext cx="384480" cy="527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1051E1-CD52-F0FD-F677-B94D48BD4E7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31343" y="3423268"/>
                  <a:ext cx="40212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55AFCA6-D4D1-65FC-D2D0-E58C82259018}"/>
                    </a:ext>
                  </a:extLst>
                </p14:cNvPr>
                <p14:cNvContentPartPr/>
                <p14:nvPr/>
              </p14:nvContentPartPr>
              <p14:xfrm>
                <a:off x="6614783" y="4128508"/>
                <a:ext cx="517680" cy="456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55AFCA6-D4D1-65FC-D2D0-E58C8225901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606143" y="4119508"/>
                  <a:ext cx="53532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9F1CE4D-7C0D-A0F7-4063-1ED782025C63}"/>
                    </a:ext>
                  </a:extLst>
                </p14:cNvPr>
                <p14:cNvContentPartPr/>
                <p14:nvPr/>
              </p14:nvContentPartPr>
              <p14:xfrm>
                <a:off x="6285023" y="4081708"/>
                <a:ext cx="916200" cy="537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9F1CE4D-7C0D-A0F7-4063-1ED782025C6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76383" y="4073068"/>
                  <a:ext cx="93384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8E8F428-3272-9DAF-1C62-96C4A653AFFD}"/>
                    </a:ext>
                  </a:extLst>
                </p14:cNvPr>
                <p14:cNvContentPartPr/>
                <p14:nvPr/>
              </p14:nvContentPartPr>
              <p14:xfrm>
                <a:off x="5728463" y="4197988"/>
                <a:ext cx="416880" cy="287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8E8F428-3272-9DAF-1C62-96C4A653AFF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19463" y="4188988"/>
                  <a:ext cx="434520" cy="30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D21141A-C203-37A3-56D3-7ABB8CC7BA9D}"/>
                  </a:ext>
                </a:extLst>
              </p14:cNvPr>
              <p14:cNvContentPartPr/>
              <p14:nvPr/>
            </p14:nvContentPartPr>
            <p14:xfrm>
              <a:off x="5940512" y="5285604"/>
              <a:ext cx="26640" cy="424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D21141A-C203-37A3-56D3-7ABB8CC7BA9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931872" y="5276604"/>
                <a:ext cx="4428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09B7B84-5B04-AE46-3086-186EA18B0CFE}"/>
                  </a:ext>
                </a:extLst>
              </p14:cNvPr>
              <p14:cNvContentPartPr/>
              <p14:nvPr/>
            </p14:nvContentPartPr>
            <p14:xfrm>
              <a:off x="6984872" y="5272284"/>
              <a:ext cx="228960" cy="3592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09B7B84-5B04-AE46-3086-186EA18B0CF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976232" y="5263284"/>
                <a:ext cx="24660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7C7EEAF-7AA1-8754-AAEF-6C91E16DFFB9}"/>
                  </a:ext>
                </a:extLst>
              </p14:cNvPr>
              <p14:cNvContentPartPr/>
              <p14:nvPr/>
            </p14:nvContentPartPr>
            <p14:xfrm>
              <a:off x="7617392" y="5169324"/>
              <a:ext cx="57240" cy="4165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7C7EEAF-7AA1-8754-AAEF-6C91E16DFFB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608392" y="5160684"/>
                <a:ext cx="74880" cy="43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029C53D8-E856-9A03-E1C5-49C06B7DBB22}"/>
              </a:ext>
            </a:extLst>
          </p:cNvPr>
          <p:cNvGrpSpPr/>
          <p:nvPr/>
        </p:nvGrpSpPr>
        <p:grpSpPr>
          <a:xfrm>
            <a:off x="4958072" y="5213244"/>
            <a:ext cx="1203840" cy="715680"/>
            <a:chOff x="5919983" y="4780828"/>
            <a:chExt cx="1203840" cy="71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6F808D8-FC57-22FD-95CB-4E9885501A14}"/>
                    </a:ext>
                  </a:extLst>
                </p14:cNvPr>
                <p14:cNvContentPartPr/>
                <p14:nvPr/>
              </p14:nvContentPartPr>
              <p14:xfrm>
                <a:off x="6451703" y="4780828"/>
                <a:ext cx="672120" cy="715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6F808D8-FC57-22FD-95CB-4E9885501A1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43063" y="4772188"/>
                  <a:ext cx="68976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CE8E963-91BA-83F9-BCA1-B8B0D6F6E671}"/>
                    </a:ext>
                  </a:extLst>
                </p14:cNvPr>
                <p14:cNvContentPartPr/>
                <p14:nvPr/>
              </p14:nvContentPartPr>
              <p14:xfrm>
                <a:off x="5919983" y="4804948"/>
                <a:ext cx="272880" cy="466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CE8E963-91BA-83F9-BCA1-B8B0D6F6E67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911343" y="4795948"/>
                  <a:ext cx="290520" cy="48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CBE41B8-CC21-DDA8-6DEE-CBF3D9233F9F}"/>
                  </a:ext>
                </a:extLst>
              </p14:cNvPr>
              <p14:cNvContentPartPr/>
              <p14:nvPr/>
            </p14:nvContentPartPr>
            <p14:xfrm>
              <a:off x="5737472" y="6148524"/>
              <a:ext cx="450000" cy="3452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CBE41B8-CC21-DDA8-6DEE-CBF3D9233F9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728472" y="6139524"/>
                <a:ext cx="467640" cy="36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5C39F16C-90E0-4A3A-DDFD-70B6B8D548C6}"/>
              </a:ext>
            </a:extLst>
          </p:cNvPr>
          <p:cNvGrpSpPr/>
          <p:nvPr/>
        </p:nvGrpSpPr>
        <p:grpSpPr>
          <a:xfrm>
            <a:off x="7031312" y="5835684"/>
            <a:ext cx="788400" cy="446760"/>
            <a:chOff x="7993223" y="5403268"/>
            <a:chExt cx="78840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40F10CE-886A-D9A1-E131-3D22C87E7860}"/>
                    </a:ext>
                  </a:extLst>
                </p14:cNvPr>
                <p14:cNvContentPartPr/>
                <p14:nvPr/>
              </p14:nvContentPartPr>
              <p14:xfrm>
                <a:off x="7993223" y="5621428"/>
                <a:ext cx="415080" cy="228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40F10CE-886A-D9A1-E131-3D22C87E786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84583" y="5612428"/>
                  <a:ext cx="432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7CB9900-C7F4-1547-5893-75C8B16CC499}"/>
                    </a:ext>
                  </a:extLst>
                </p14:cNvPr>
                <p14:cNvContentPartPr/>
                <p14:nvPr/>
              </p14:nvContentPartPr>
              <p14:xfrm>
                <a:off x="8708543" y="5403268"/>
                <a:ext cx="73080" cy="429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7CB9900-C7F4-1547-5893-75C8B16CC49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99543" y="5394268"/>
                  <a:ext cx="90720" cy="44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37394A8-8ABC-5E99-B9AD-4B57869DCB94}"/>
                  </a:ext>
                </a:extLst>
              </p:cNvPr>
              <p:cNvSpPr txBox="1"/>
              <p:nvPr/>
            </p:nvSpPr>
            <p:spPr>
              <a:xfrm>
                <a:off x="8500953" y="3325224"/>
                <a:ext cx="3594909" cy="1225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E" sz="3200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32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123</m:t>
                        </m:r>
                      </m:e>
                      <m:sub>
                        <m:r>
                          <a:rPr lang="en-IE" sz="32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IE" sz="32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1111011</m:t>
                        </m:r>
                      </m:e>
                      <m:sub>
                        <m:r>
                          <a:rPr lang="en-IE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E" sz="3200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IE" sz="3200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37394A8-8ABC-5E99-B9AD-4B57869D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953" y="3325224"/>
                <a:ext cx="3594909" cy="1225464"/>
              </a:xfrm>
              <a:prstGeom prst="rect">
                <a:avLst/>
              </a:prstGeom>
              <a:blipFill>
                <a:blip r:embed="rId91"/>
                <a:stretch>
                  <a:fillRect t="-544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7D017E2-C46D-D3CE-F1EA-157E9DF97142}"/>
                  </a:ext>
                </a:extLst>
              </p14:cNvPr>
              <p14:cNvContentPartPr/>
              <p14:nvPr/>
            </p14:nvContentPartPr>
            <p14:xfrm>
              <a:off x="9543153" y="1774828"/>
              <a:ext cx="360" cy="3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7D017E2-C46D-D3CE-F1EA-157E9DF9714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534153" y="176618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3592F085-EB30-C493-9752-0E882B198BD3}"/>
                  </a:ext>
                </a:extLst>
              </p14:cNvPr>
              <p14:cNvContentPartPr/>
              <p14:nvPr/>
            </p14:nvContentPartPr>
            <p14:xfrm>
              <a:off x="10776873" y="1952668"/>
              <a:ext cx="360" cy="3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3592F085-EB30-C493-9752-0E882B198BD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768233" y="19440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D9249B05-2FFA-E595-A7B6-2B8F36568229}"/>
                  </a:ext>
                </a:extLst>
              </p:cNvPr>
              <p:cNvSpPr txBox="1"/>
              <p:nvPr/>
            </p:nvSpPr>
            <p:spPr>
              <a:xfrm>
                <a:off x="8032912" y="5835684"/>
                <a:ext cx="3594909" cy="1096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𝑀𝑜𝑠𝑡</m:t>
                      </m:r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𝑠𝑖𝑔𝑛𝑖𝑓𝑖𝑐𝑎𝑛𝑡</m:t>
                      </m:r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𝑏𝑖𝑡</m:t>
                      </m:r>
                    </m:oMath>
                  </m:oMathPara>
                </a14:m>
                <a:endParaRPr lang="en-IE" sz="2800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IE" sz="2800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D9249B05-2FFA-E595-A7B6-2B8F36568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912" y="5835684"/>
                <a:ext cx="3594909" cy="1096519"/>
              </a:xfrm>
              <a:prstGeom prst="rect">
                <a:avLst/>
              </a:prstGeom>
              <a:blipFill>
                <a:blip r:embed="rId9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EAA12A7-B916-6643-7B5D-33C237A7405B}"/>
                  </a:ext>
                </a:extLst>
              </p:cNvPr>
              <p:cNvSpPr txBox="1"/>
              <p:nvPr/>
            </p:nvSpPr>
            <p:spPr>
              <a:xfrm>
                <a:off x="7462905" y="1373532"/>
                <a:ext cx="3594909" cy="1096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𝐿𝑒𝑎𝑠𝑡</m:t>
                      </m:r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𝑠𝑖𝑔𝑛𝑖𝑓𝑖𝑐𝑎𝑛𝑡</m:t>
                      </m:r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E" sz="2800" b="0" i="1" smtClean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𝑏𝑖𝑡</m:t>
                      </m:r>
                    </m:oMath>
                  </m:oMathPara>
                </a14:m>
                <a:endParaRPr lang="en-IE" sz="2800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IE" sz="2800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EAA12A7-B916-6643-7B5D-33C237A74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905" y="1373532"/>
                <a:ext cx="3594909" cy="1096519"/>
              </a:xfrm>
              <a:prstGeom prst="rect">
                <a:avLst/>
              </a:prstGeom>
              <a:blipFill>
                <a:blip r:embed="rId9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2E7DEC34-7E4F-E6AD-F142-D11998E71B5A}"/>
              </a:ext>
            </a:extLst>
          </p:cNvPr>
          <p:cNvCxnSpPr>
            <a:cxnSpLocks/>
          </p:cNvCxnSpPr>
          <p:nvPr/>
        </p:nvCxnSpPr>
        <p:spPr>
          <a:xfrm flipV="1">
            <a:off x="7945515" y="3822564"/>
            <a:ext cx="2086252" cy="2013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6F29393D-10E9-239B-ED93-8F5CB11B218D}"/>
              </a:ext>
            </a:extLst>
          </p:cNvPr>
          <p:cNvCxnSpPr>
            <a:cxnSpLocks/>
            <a:stCxn id="134" idx="1"/>
          </p:cNvCxnSpPr>
          <p:nvPr/>
        </p:nvCxnSpPr>
        <p:spPr>
          <a:xfrm>
            <a:off x="7462905" y="1921792"/>
            <a:ext cx="3989997" cy="15238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623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Practice time – </a:t>
            </a:r>
            <a:br>
              <a:rPr lang="en-IE" dirty="0"/>
            </a:br>
            <a:r>
              <a:rPr lang="en-IE" sz="2800" dirty="0"/>
              <a:t>Convert the following decimal numbers to binary</a:t>
            </a:r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BE77E-CE09-7119-664F-3886EAE1633D}"/>
              </a:ext>
            </a:extLst>
          </p:cNvPr>
          <p:cNvSpPr txBox="1"/>
          <p:nvPr/>
        </p:nvSpPr>
        <p:spPr>
          <a:xfrm>
            <a:off x="639192" y="2104008"/>
            <a:ext cx="8149701" cy="2953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3200" dirty="0"/>
              <a:t>67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3200" dirty="0"/>
              <a:t>92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3200" dirty="0"/>
              <a:t>110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3200" dirty="0"/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2800958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538" y="245354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Binary Addition</a:t>
            </a:r>
          </a:p>
        </p:txBody>
      </p:sp>
      <p:pic>
        <p:nvPicPr>
          <p:cNvPr id="1026" name="Picture 2" descr="Binary Addition with Full Adders">
            <a:extLst>
              <a:ext uri="{FF2B5EF4-FFF2-40B4-BE49-F238E27FC236}">
                <a16:creationId xmlns:a16="http://schemas.microsoft.com/office/drawing/2014/main" id="{5ADCAD4C-7354-5D81-F0F5-0803BEB0F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38" y="1645884"/>
            <a:ext cx="76200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05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538" y="245354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Binary Addition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D9219-C120-4284-ECBC-1086C7127706}"/>
              </a:ext>
            </a:extLst>
          </p:cNvPr>
          <p:cNvSpPr txBox="1"/>
          <p:nvPr/>
        </p:nvSpPr>
        <p:spPr>
          <a:xfrm>
            <a:off x="896645" y="1455938"/>
            <a:ext cx="10253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hlinkClick r:id="rId2"/>
              </a:rPr>
              <a:t>Video binary Addition</a:t>
            </a: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pic>
        <p:nvPicPr>
          <p:cNvPr id="2050" name="Picture 2" descr="Binary Arithmetic">
            <a:extLst>
              <a:ext uri="{FF2B5EF4-FFF2-40B4-BE49-F238E27FC236}">
                <a16:creationId xmlns:a16="http://schemas.microsoft.com/office/drawing/2014/main" id="{13F1C218-06E7-202A-7EDA-1F5AF9535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40" y="2026246"/>
            <a:ext cx="2820897" cy="224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inary Addition | Binary Arithmetic | Electronics Textbook">
            <a:extLst>
              <a:ext uri="{FF2B5EF4-FFF2-40B4-BE49-F238E27FC236}">
                <a16:creationId xmlns:a16="http://schemas.microsoft.com/office/drawing/2014/main" id="{10851C23-9E10-55E4-944A-0A673AB39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844" y="2026246"/>
            <a:ext cx="7418705" cy="217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055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Practice time – </a:t>
            </a:r>
            <a:br>
              <a:rPr lang="en-IE" dirty="0"/>
            </a:br>
            <a:r>
              <a:rPr lang="en-IE" sz="2800" dirty="0"/>
              <a:t>Add the following binary numbers</a:t>
            </a:r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BE77E-CE09-7119-664F-3886EAE1633D}"/>
              </a:ext>
            </a:extLst>
          </p:cNvPr>
          <p:cNvSpPr txBox="1"/>
          <p:nvPr/>
        </p:nvSpPr>
        <p:spPr>
          <a:xfrm>
            <a:off x="639192" y="2104008"/>
            <a:ext cx="8149701" cy="2214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3200" dirty="0"/>
              <a:t>1101 + 1010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3200" dirty="0"/>
              <a:t>1110001 + 10001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3200" dirty="0"/>
              <a:t>11010 + 110011</a:t>
            </a:r>
          </a:p>
        </p:txBody>
      </p:sp>
    </p:spTree>
    <p:extLst>
      <p:ext uri="{BB962C8B-B14F-4D97-AF65-F5344CB8AC3E}">
        <p14:creationId xmlns:p14="http://schemas.microsoft.com/office/powerpoint/2010/main" val="3537713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Leaving Cert 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00992-E7C8-CE63-96E8-9751BB4C8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14" y="1211940"/>
            <a:ext cx="7895845" cy="2217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FA5FAD-D187-EE65-AF8C-7C0433C4B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14" y="3960921"/>
            <a:ext cx="7895845" cy="14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80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0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Overflow Errors – </a:t>
            </a:r>
            <a:br>
              <a:rPr lang="en-IE" dirty="0"/>
            </a:br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BE77E-CE09-7119-664F-3886EAE1633D}"/>
              </a:ext>
            </a:extLst>
          </p:cNvPr>
          <p:cNvSpPr txBox="1"/>
          <p:nvPr/>
        </p:nvSpPr>
        <p:spPr>
          <a:xfrm>
            <a:off x="383943" y="935376"/>
            <a:ext cx="11236928" cy="5169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3200" dirty="0"/>
              <a:t>Sometimes, during binary arithmetic you will get a result that requires MORE bits than the CPU is expecting – this is called OVERFLOW.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3200" dirty="0"/>
              <a:t>E.g. the 8 bit calculation 11111111 + 00000001 gives the 9-bit answer 100000000. </a:t>
            </a:r>
            <a:r>
              <a:rPr lang="en-IE" sz="3200" b="1" dirty="0"/>
              <a:t>Computers will see the 1 as an overflow error </a:t>
            </a:r>
            <a:r>
              <a:rPr lang="en-IE" sz="3200" dirty="0"/>
              <a:t>and just output 00000000 as the result, which is nonsense.</a:t>
            </a:r>
          </a:p>
        </p:txBody>
      </p:sp>
    </p:spTree>
    <p:extLst>
      <p:ext uri="{BB962C8B-B14F-4D97-AF65-F5344CB8AC3E}">
        <p14:creationId xmlns:p14="http://schemas.microsoft.com/office/powerpoint/2010/main" val="3960745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0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Overflow Errors – </a:t>
            </a:r>
            <a:br>
              <a:rPr lang="en-IE" dirty="0"/>
            </a:br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BE77E-CE09-7119-664F-3886EAE1633D}"/>
              </a:ext>
            </a:extLst>
          </p:cNvPr>
          <p:cNvSpPr txBox="1"/>
          <p:nvPr/>
        </p:nvSpPr>
        <p:spPr>
          <a:xfrm>
            <a:off x="383942" y="935376"/>
            <a:ext cx="11274641" cy="4534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800" dirty="0"/>
              <a:t>Computers usually deal with these extra bits by storing them elsewhere. </a:t>
            </a:r>
            <a:r>
              <a:rPr lang="en-IE" sz="2800" b="1" dirty="0"/>
              <a:t>Overflow flags are used to show an overflow error has occurred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800" dirty="0"/>
              <a:t>Overflow errors lead to a </a:t>
            </a:r>
            <a:r>
              <a:rPr lang="en-IE" sz="2800" b="1" u="sng" dirty="0"/>
              <a:t>loss of data </a:t>
            </a:r>
            <a:r>
              <a:rPr lang="en-IE" sz="2800" dirty="0"/>
              <a:t>and a </a:t>
            </a:r>
            <a:r>
              <a:rPr lang="en-IE" sz="2800" b="1" u="sng" dirty="0"/>
              <a:t>loss of accuracy </a:t>
            </a:r>
            <a:r>
              <a:rPr lang="en-IE" sz="2800" dirty="0"/>
              <a:t>in your answer. It can also cause software to crash if it doesn’t have a way of dealing with the extra bit.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2344021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0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Binary Shift – </a:t>
            </a:r>
            <a:br>
              <a:rPr lang="en-IE" dirty="0"/>
            </a:br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BE77E-CE09-7119-664F-3886EAE1633D}"/>
              </a:ext>
            </a:extLst>
          </p:cNvPr>
          <p:cNvSpPr txBox="1"/>
          <p:nvPr/>
        </p:nvSpPr>
        <p:spPr>
          <a:xfrm>
            <a:off x="383942" y="935376"/>
            <a:ext cx="11274641" cy="324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E" sz="2800" dirty="0"/>
              <a:t>A </a:t>
            </a:r>
            <a:r>
              <a:rPr lang="en-IE" sz="2800" b="1" dirty="0"/>
              <a:t>binary shift </a:t>
            </a:r>
            <a:r>
              <a:rPr lang="en-IE" sz="2800" dirty="0"/>
              <a:t>moves every bit in a binary number to the left or right a certain number of places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E" sz="2800" dirty="0"/>
              <a:t>Gaps at the beginning or end are filled in with 0s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E" sz="2800" dirty="0"/>
              <a:t>The direction of the binary shift indicates whether it multiplies or divides the binary number.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68D0A-AAED-B1CF-A876-D2E11BE3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140" y="4343614"/>
            <a:ext cx="6975259" cy="189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63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0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Binary Shift – </a:t>
            </a:r>
            <a:br>
              <a:rPr lang="en-IE" dirty="0"/>
            </a:br>
            <a:endParaRPr lang="en-I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7BE77E-CE09-7119-664F-3886EAE1633D}"/>
                  </a:ext>
                </a:extLst>
              </p:cNvPr>
              <p:cNvSpPr txBox="1"/>
              <p:nvPr/>
            </p:nvSpPr>
            <p:spPr>
              <a:xfrm>
                <a:off x="383942" y="935376"/>
                <a:ext cx="11274641" cy="4950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E" sz="2800" dirty="0"/>
                  <a:t>If a number is shifted 3 places right, it will be halved 3 time (i.e. divided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E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E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E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=  </a:t>
                </a:r>
                <a:r>
                  <a:rPr lang="en-IE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8)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E" sz="28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If a binary number were shifted 4 places left, it would be doubled 4 times (multiplied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E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IE" sz="2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IE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E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=  </a:t>
                </a:r>
                <a:r>
                  <a:rPr lang="en-IE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16)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E" sz="28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Left shifts can cause overflows (if extra bits are needed) and right shifts cause bits to “drop off” the end. </a:t>
                </a:r>
                <a:r>
                  <a:rPr lang="en-IE" sz="2800">
                    <a:ea typeface="Calibri" panose="020F0502020204030204" pitchFamily="34" charset="0"/>
                    <a:cs typeface="Times New Roman" panose="02020603050405020304" pitchFamily="18" charset="0"/>
                  </a:rPr>
                  <a:t>Bits dropping off </a:t>
                </a:r>
                <a:endParaRPr lang="en-IE" sz="2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n-IE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n-IE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7BE77E-CE09-7119-664F-3886EAE16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42" y="935376"/>
                <a:ext cx="11274641" cy="4950201"/>
              </a:xfrm>
              <a:prstGeom prst="rect">
                <a:avLst/>
              </a:prstGeom>
              <a:blipFill>
                <a:blip r:embed="rId2"/>
                <a:stretch>
                  <a:fillRect l="-1082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475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0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Example of Binary Shifts – </a:t>
            </a:r>
            <a:br>
              <a:rPr lang="en-IE" dirty="0"/>
            </a:br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BE77E-CE09-7119-664F-3886EAE1633D}"/>
              </a:ext>
            </a:extLst>
          </p:cNvPr>
          <p:cNvSpPr txBox="1"/>
          <p:nvPr/>
        </p:nvSpPr>
        <p:spPr>
          <a:xfrm>
            <a:off x="383942" y="935376"/>
            <a:ext cx="11274641" cy="1072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740861-5E08-2347-965D-F7ECC4F2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42" y="1219200"/>
            <a:ext cx="11300570" cy="36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4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0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Example of Binary Shifts – </a:t>
            </a:r>
            <a:br>
              <a:rPr lang="en-IE" dirty="0"/>
            </a:br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BE77E-CE09-7119-664F-3886EAE1633D}"/>
              </a:ext>
            </a:extLst>
          </p:cNvPr>
          <p:cNvSpPr txBox="1"/>
          <p:nvPr/>
        </p:nvSpPr>
        <p:spPr>
          <a:xfrm>
            <a:off x="383942" y="935376"/>
            <a:ext cx="11274641" cy="1072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E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AFCDA-8101-1344-F6D1-23314BF9E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86" y="1147762"/>
            <a:ext cx="11154926" cy="407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81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-85725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Hexadecimal code</a:t>
            </a:r>
            <a:br>
              <a:rPr lang="en-IE" dirty="0"/>
            </a:br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BE77E-CE09-7119-664F-3886EAE1633D}"/>
              </a:ext>
            </a:extLst>
          </p:cNvPr>
          <p:cNvSpPr txBox="1"/>
          <p:nvPr/>
        </p:nvSpPr>
        <p:spPr>
          <a:xfrm>
            <a:off x="446086" y="732384"/>
            <a:ext cx="11274641" cy="3483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Hexadecimal code or “Hex” are base 16 numbers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use 0-9 for the 1</a:t>
            </a:r>
            <a:r>
              <a:rPr lang="en-IE" sz="28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digits and then A-F as the symbols for the other 6. All hexadecimal numbers are made of a combination of these digits. </a:t>
            </a:r>
          </a:p>
          <a:p>
            <a:pPr>
              <a:lnSpc>
                <a:spcPct val="150000"/>
              </a:lnSpc>
            </a:pPr>
            <a:r>
              <a:rPr lang="en-I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E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3FB3C-2651-DFC1-7BAA-CD871EA9D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08" y="3021094"/>
            <a:ext cx="5176792" cy="368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93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-85725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Hexadecimal code</a:t>
            </a:r>
            <a:br>
              <a:rPr lang="en-IE" dirty="0"/>
            </a:br>
            <a:endParaRPr lang="en-I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BE77E-CE09-7119-664F-3886EAE1633D}"/>
              </a:ext>
            </a:extLst>
          </p:cNvPr>
          <p:cNvSpPr txBox="1"/>
          <p:nvPr/>
        </p:nvSpPr>
        <p:spPr>
          <a:xfrm>
            <a:off x="446086" y="732384"/>
            <a:ext cx="11274641" cy="8654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Hexadecimal or base 16 uses 16 different digits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single hex character can represent any decimal number from 0 – 15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represent 0 – 15 in binary requires 4 bits (nibble), so each hex character equates to a 4 bits in binary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Programmers prefer hex when coding </a:t>
            </a:r>
          </a:p>
          <a:p>
            <a:pPr>
              <a:lnSpc>
                <a:spcPct val="150000"/>
              </a:lnSpc>
            </a:pP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because – its simpler to remember large</a:t>
            </a:r>
          </a:p>
          <a:p>
            <a:pPr>
              <a:lnSpc>
                <a:spcPct val="150000"/>
              </a:lnSpc>
            </a:pP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numbers in hex (they’re shorter)</a:t>
            </a:r>
          </a:p>
          <a:p>
            <a:pPr>
              <a:lnSpc>
                <a:spcPct val="150000"/>
              </a:lnSpc>
            </a:pP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- It’s easier to convert between </a:t>
            </a:r>
            <a:r>
              <a:rPr lang="en-IE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</a:t>
            </a:r>
          </a:p>
          <a:p>
            <a:pPr>
              <a:lnSpc>
                <a:spcPct val="150000"/>
              </a:lnSpc>
            </a:pPr>
            <a:r>
              <a:rPr lang="en-IE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and hex</a:t>
            </a:r>
            <a:r>
              <a:rPr lang="en-I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than binary and decimal.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E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E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E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7D805B-B269-E049-7BC4-7B4DE1D81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025" y="2927928"/>
            <a:ext cx="4658407" cy="331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23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-85725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Converting from Hexadecimal to Decimal code</a:t>
            </a:r>
            <a:br>
              <a:rPr lang="en-IE" dirty="0"/>
            </a:br>
            <a:endParaRPr lang="en-I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BBF28CAB-8675-ECDD-D932-9BB16B8842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2660652"/>
                  </p:ext>
                </p:extLst>
              </p:nvPr>
            </p:nvGraphicFramePr>
            <p:xfrm>
              <a:off x="446086" y="2074536"/>
              <a:ext cx="8128000" cy="1017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91734429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59650042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0301572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25698020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28937333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Power of 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E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E" sz="1800" b="1" i="1" kern="120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IE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1800" b="1" kern="1200" dirty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I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E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E" sz="1800" b="1" i="1" kern="120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IE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1800" b="1" kern="1200" dirty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I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E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E" sz="1800" b="1" i="1" kern="120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IE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1800" b="1" kern="1200" dirty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E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E" sz="1800" b="1" i="1" kern="120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IE" sz="1800" b="1" i="1" kern="120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E" sz="1800" b="1" kern="1200" dirty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65793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Place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4096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7218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BBF28CAB-8675-ECDD-D932-9BB16B8842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2660652"/>
                  </p:ext>
                </p:extLst>
              </p:nvPr>
            </p:nvGraphicFramePr>
            <p:xfrm>
              <a:off x="446086" y="2074536"/>
              <a:ext cx="8128000" cy="1017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91734429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59650042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0301572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25698020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289373339"/>
                        </a:ext>
                      </a:extLst>
                    </a:gridCol>
                  </a:tblGrid>
                  <a:tr h="646240"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Power of 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4673" r="-301124" b="-70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128" t="-4673" r="-202256" b="-70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4673" r="-101498" b="-70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4673" r="-1498" b="-70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5793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Place 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4096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E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7218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2E337E-45F3-B3F4-0AE6-BC3E5255D385}"/>
                  </a:ext>
                </a:extLst>
              </p:cNvPr>
              <p:cNvSpPr txBox="1"/>
              <p:nvPr/>
            </p:nvSpPr>
            <p:spPr>
              <a:xfrm>
                <a:off x="976544" y="3346882"/>
                <a:ext cx="759754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2400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34</m:t>
                        </m:r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𝐵𝐴</m:t>
                        </m:r>
                      </m:e>
                      <m:sub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E" sz="2400" dirty="0"/>
                  <a:t>to decimal</a:t>
                </a:r>
              </a:p>
              <a:p>
                <a:r>
                  <a:rPr lang="en-IE" sz="2400" dirty="0"/>
                  <a:t>= (3 x 4096) + (4 x 256) + (11 x 16) + (10 x 1)</a:t>
                </a:r>
              </a:p>
              <a:p>
                <a:r>
                  <a:rPr lang="en-IE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13498</m:t>
                        </m:r>
                      </m:e>
                      <m:sub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0 </m:t>
                        </m:r>
                      </m:sub>
                    </m:sSub>
                  </m:oMath>
                </a14:m>
                <a:endParaRPr lang="en-IE" sz="2400" dirty="0"/>
              </a:p>
              <a:p>
                <a:endParaRPr lang="en-IE" sz="2400" dirty="0"/>
              </a:p>
              <a:p>
                <a:r>
                  <a:rPr lang="en-IE" sz="2400" dirty="0"/>
                  <a:t>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19</m:t>
                        </m:r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b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E" sz="2400" dirty="0"/>
                  <a:t>to decimal</a:t>
                </a:r>
              </a:p>
              <a:p>
                <a:r>
                  <a:rPr lang="en-IE" sz="2400" dirty="0"/>
                  <a:t>= (1 x 4096) + (9 x 256) + (12 x 16) + (2 x 1)</a:t>
                </a:r>
              </a:p>
              <a:p>
                <a:r>
                  <a:rPr lang="en-IE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6594</m:t>
                        </m:r>
                      </m:e>
                      <m:sub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IE" sz="2400" dirty="0"/>
              </a:p>
              <a:p>
                <a:endParaRPr lang="en-IE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2E337E-45F3-B3F4-0AE6-BC3E5255D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44" y="3346882"/>
                <a:ext cx="7597542" cy="3046988"/>
              </a:xfrm>
              <a:prstGeom prst="rect">
                <a:avLst/>
              </a:prstGeom>
              <a:blipFill>
                <a:blip r:embed="rId3"/>
                <a:stretch>
                  <a:fillRect l="-1203" t="-1600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2582139-4D34-8639-31C0-D07EA19CF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976" y="3664859"/>
            <a:ext cx="327660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92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-85725"/>
            <a:ext cx="11086007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Converting from Decimal to Hexadecimal</a:t>
            </a:r>
            <a:br>
              <a:rPr lang="en-IE" dirty="0"/>
            </a:br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E337E-45F3-B3F4-0AE6-BC3E5255D385}"/>
              </a:ext>
            </a:extLst>
          </p:cNvPr>
          <p:cNvSpPr txBox="1"/>
          <p:nvPr/>
        </p:nvSpPr>
        <p:spPr>
          <a:xfrm>
            <a:off x="1" y="985421"/>
            <a:ext cx="10679836" cy="611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E" sz="2400" dirty="0"/>
              <a:t>Similar to method for converting decimal to binary.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1: Divide the given decimal number by 16 and note down the remainder.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2: Now, divide the obtained quotient by 16, and note the remainder again.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3: Repeat the above steps until you get 0 as the quotient.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4: Now, write the remainders in such a way that the last remainder is written first, followed by the rest in the reverse order.</a:t>
            </a:r>
            <a:endParaRPr lang="en-IE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E" sz="2400" dirty="0"/>
          </a:p>
          <a:p>
            <a:pPr>
              <a:lnSpc>
                <a:spcPct val="150000"/>
              </a:lnSpc>
            </a:pPr>
            <a:r>
              <a:rPr lang="en-IE" sz="2400" dirty="0"/>
              <a:t> </a:t>
            </a:r>
          </a:p>
          <a:p>
            <a:pPr>
              <a:lnSpc>
                <a:spcPct val="150000"/>
              </a:lnSpc>
            </a:pP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021145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-85725"/>
            <a:ext cx="11086007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Converting from Decimal to Hexadecimal</a:t>
            </a:r>
            <a:br>
              <a:rPr lang="en-IE" dirty="0"/>
            </a:br>
            <a:endParaRPr lang="en-I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2E337E-45F3-B3F4-0AE6-BC3E5255D385}"/>
                  </a:ext>
                </a:extLst>
              </p:cNvPr>
              <p:cNvSpPr txBox="1"/>
              <p:nvPr/>
            </p:nvSpPr>
            <p:spPr>
              <a:xfrm>
                <a:off x="514905" y="985421"/>
                <a:ext cx="10679836" cy="576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E" sz="2400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318</m:t>
                        </m:r>
                      </m:e>
                      <m:sub>
                        <m:r>
                          <a:rPr lang="en-I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E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en-IE" sz="2400" dirty="0"/>
                  <a:t>to hexadecimal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2E337E-45F3-B3F4-0AE6-BC3E5255D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05" y="985421"/>
                <a:ext cx="10679836" cy="576120"/>
              </a:xfrm>
              <a:prstGeom prst="rect">
                <a:avLst/>
              </a:prstGeom>
              <a:blipFill>
                <a:blip r:embed="rId2"/>
                <a:stretch>
                  <a:fillRect l="-856" b="-24468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8EE83BF-31D9-9AD8-632F-02B8380A9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011" y="1342028"/>
            <a:ext cx="5255507" cy="37430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DF4B901-895C-92A9-2747-2B744BC05DD9}"/>
                  </a:ext>
                </a:extLst>
              </p14:cNvPr>
              <p14:cNvContentPartPr/>
              <p14:nvPr/>
            </p14:nvContentPartPr>
            <p14:xfrm>
              <a:off x="2795903" y="181946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DF4B901-895C-92A9-2747-2B744BC05D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78263" y="1801468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3BB038B-6D3F-FE06-ADE9-C7C99FE7AD2C}"/>
              </a:ext>
            </a:extLst>
          </p:cNvPr>
          <p:cNvGrpSpPr/>
          <p:nvPr/>
        </p:nvGrpSpPr>
        <p:grpSpPr>
          <a:xfrm>
            <a:off x="2671920" y="2299560"/>
            <a:ext cx="844920" cy="366480"/>
            <a:chOff x="2671920" y="2299560"/>
            <a:chExt cx="84492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F80662-C64F-C0DB-5B8C-F0F83A2FB265}"/>
                    </a:ext>
                  </a:extLst>
                </p14:cNvPr>
                <p14:cNvContentPartPr/>
                <p14:nvPr/>
              </p14:nvContentPartPr>
              <p14:xfrm>
                <a:off x="2671920" y="2462280"/>
                <a:ext cx="150120" cy="165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F80662-C64F-C0DB-5B8C-F0F83A2FB2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53920" y="2444640"/>
                  <a:ext cx="185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5C87C6-EE1F-ACF4-3FA5-396688F0FE22}"/>
                    </a:ext>
                  </a:extLst>
                </p14:cNvPr>
                <p14:cNvContentPartPr/>
                <p14:nvPr/>
              </p14:nvContentPartPr>
              <p14:xfrm>
                <a:off x="3070080" y="2300280"/>
                <a:ext cx="84240" cy="320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5C87C6-EE1F-ACF4-3FA5-396688F0FE2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52440" y="2282640"/>
                  <a:ext cx="1198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5B5ABF2-82F5-3C37-B8E6-DE716BFA0BA5}"/>
                    </a:ext>
                  </a:extLst>
                </p14:cNvPr>
                <p14:cNvContentPartPr/>
                <p14:nvPr/>
              </p14:nvContentPartPr>
              <p14:xfrm>
                <a:off x="3274560" y="2299560"/>
                <a:ext cx="242280" cy="254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5B5ABF2-82F5-3C37-B8E6-DE716BFA0B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56920" y="2281920"/>
                  <a:ext cx="2779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957B22-93B1-6324-C185-0165BEB1381E}"/>
                    </a:ext>
                  </a:extLst>
                </p14:cNvPr>
                <p14:cNvContentPartPr/>
                <p14:nvPr/>
              </p14:nvContentPartPr>
              <p14:xfrm>
                <a:off x="3424680" y="2400720"/>
                <a:ext cx="51840" cy="265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957B22-93B1-6324-C185-0165BEB138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06680" y="2382720"/>
                  <a:ext cx="8748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2B4003F-E05A-C995-B2D3-AD7ACB2BC408}"/>
              </a:ext>
            </a:extLst>
          </p:cNvPr>
          <p:cNvGrpSpPr/>
          <p:nvPr/>
        </p:nvGrpSpPr>
        <p:grpSpPr>
          <a:xfrm>
            <a:off x="376560" y="1707000"/>
            <a:ext cx="1938960" cy="1161720"/>
            <a:chOff x="376560" y="1707000"/>
            <a:chExt cx="1938960" cy="11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DEE893-5754-057F-62B5-0A04960D28DE}"/>
                    </a:ext>
                  </a:extLst>
                </p14:cNvPr>
                <p14:cNvContentPartPr/>
                <p14:nvPr/>
              </p14:nvContentPartPr>
              <p14:xfrm>
                <a:off x="1111680" y="1785120"/>
                <a:ext cx="327240" cy="303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DEE893-5754-057F-62B5-0A04960D28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94040" y="1767120"/>
                  <a:ext cx="3628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C55F94-90D2-E199-9A46-EFD8FE7104CA}"/>
                    </a:ext>
                  </a:extLst>
                </p14:cNvPr>
                <p14:cNvContentPartPr/>
                <p14:nvPr/>
              </p14:nvContentPartPr>
              <p14:xfrm>
                <a:off x="1623960" y="1757040"/>
                <a:ext cx="66960" cy="389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C55F94-90D2-E199-9A46-EFD8FE7104C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06320" y="1739040"/>
                  <a:ext cx="1026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914FBA3-FB0B-F894-3CDB-1BEEB71334A5}"/>
                    </a:ext>
                  </a:extLst>
                </p14:cNvPr>
                <p14:cNvContentPartPr/>
                <p14:nvPr/>
              </p14:nvContentPartPr>
              <p14:xfrm>
                <a:off x="1806120" y="1778640"/>
                <a:ext cx="248400" cy="294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914FBA3-FB0B-F894-3CDB-1BEEB71334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88480" y="1761000"/>
                  <a:ext cx="2840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F98734-36D7-A9F4-7A0B-375C40FCB828}"/>
                    </a:ext>
                  </a:extLst>
                </p14:cNvPr>
                <p14:cNvContentPartPr/>
                <p14:nvPr/>
              </p14:nvContentPartPr>
              <p14:xfrm>
                <a:off x="986760" y="1707000"/>
                <a:ext cx="1328760" cy="532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F98734-36D7-A9F4-7A0B-375C40FCB8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8760" y="1689360"/>
                  <a:ext cx="136440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DBB786E-A463-D5DC-9795-E1D0A472F862}"/>
                    </a:ext>
                  </a:extLst>
                </p14:cNvPr>
                <p14:cNvContentPartPr/>
                <p14:nvPr/>
              </p14:nvContentPartPr>
              <p14:xfrm>
                <a:off x="376560" y="1730400"/>
                <a:ext cx="43200" cy="438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DBB786E-A463-D5DC-9795-E1D0A472F86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8560" y="1712760"/>
                  <a:ext cx="7884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770F852-8985-8497-719D-5CFA44F272E8}"/>
                    </a:ext>
                  </a:extLst>
                </p14:cNvPr>
                <p14:cNvContentPartPr/>
                <p14:nvPr/>
              </p14:nvContentPartPr>
              <p14:xfrm>
                <a:off x="587160" y="1789440"/>
                <a:ext cx="199800" cy="331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770F852-8985-8497-719D-5CFA44F272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9160" y="1771440"/>
                  <a:ext cx="2354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ABCF88-822F-C225-BE85-B9B2614BE4DA}"/>
                    </a:ext>
                  </a:extLst>
                </p14:cNvPr>
                <p14:cNvContentPartPr/>
                <p14:nvPr/>
              </p14:nvContentPartPr>
              <p14:xfrm>
                <a:off x="1447200" y="2323680"/>
                <a:ext cx="27000" cy="343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ABCF88-822F-C225-BE85-B9B2614BE4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29200" y="2306040"/>
                  <a:ext cx="626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1E8562E-0B6C-1ADE-CB1E-5C34EC24EA66}"/>
                    </a:ext>
                  </a:extLst>
                </p14:cNvPr>
                <p14:cNvContentPartPr/>
                <p14:nvPr/>
              </p14:nvContentPartPr>
              <p14:xfrm>
                <a:off x="1657080" y="2366160"/>
                <a:ext cx="268200" cy="263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1E8562E-0B6C-1ADE-CB1E-5C34EC24EA6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39080" y="2348160"/>
                  <a:ext cx="3038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68FFCB-AF2C-8AB4-345A-8162E47E6EF1}"/>
                    </a:ext>
                  </a:extLst>
                </p14:cNvPr>
                <p14:cNvContentPartPr/>
                <p14:nvPr/>
              </p14:nvContentPartPr>
              <p14:xfrm>
                <a:off x="1040400" y="2331240"/>
                <a:ext cx="1128240" cy="53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68FFCB-AF2C-8AB4-345A-8162E47E6EF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2760" y="2313240"/>
                  <a:ext cx="116388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39941FE-103C-6ECB-5082-6E2FD607122F}"/>
                    </a:ext>
                  </a:extLst>
                </p14:cNvPr>
                <p14:cNvContentPartPr/>
                <p14:nvPr/>
              </p14:nvContentPartPr>
              <p14:xfrm>
                <a:off x="495000" y="2420520"/>
                <a:ext cx="70200" cy="331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39941FE-103C-6ECB-5082-6E2FD607122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7360" y="2402880"/>
                  <a:ext cx="1058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2F908C-036E-A087-A47D-090A62757DE7}"/>
                    </a:ext>
                  </a:extLst>
                </p14:cNvPr>
                <p14:cNvContentPartPr/>
                <p14:nvPr/>
              </p14:nvContentPartPr>
              <p14:xfrm>
                <a:off x="694080" y="2458680"/>
                <a:ext cx="195120" cy="263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2F908C-036E-A087-A47D-090A62757D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6080" y="2440680"/>
                  <a:ext cx="230760" cy="29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A706D13-9E31-CD29-F5C2-CD0E64190856}"/>
                  </a:ext>
                </a:extLst>
              </p14:cNvPr>
              <p14:cNvContentPartPr/>
              <p14:nvPr/>
            </p14:nvContentPartPr>
            <p14:xfrm>
              <a:off x="1727640" y="2960880"/>
              <a:ext cx="18720" cy="282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A706D13-9E31-CD29-F5C2-CD0E6419085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09640" y="2942880"/>
                <a:ext cx="543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68FE7FF-AC0B-AE5D-C4E9-AB976525CC12}"/>
                  </a:ext>
                </a:extLst>
              </p14:cNvPr>
              <p14:cNvContentPartPr/>
              <p14:nvPr/>
            </p14:nvContentPartPr>
            <p14:xfrm>
              <a:off x="2778120" y="3075000"/>
              <a:ext cx="110160" cy="153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68FE7FF-AC0B-AE5D-C4E9-AB976525CC1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60480" y="3057360"/>
                <a:ext cx="1458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8E866DA-F245-54FD-483E-6B3BD52F7F95}"/>
                  </a:ext>
                </a:extLst>
              </p14:cNvPr>
              <p14:cNvContentPartPr/>
              <p14:nvPr/>
            </p14:nvContentPartPr>
            <p14:xfrm>
              <a:off x="3236760" y="2874840"/>
              <a:ext cx="347400" cy="357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8E866DA-F245-54FD-483E-6B3BD52F7F9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19120" y="2856840"/>
                <a:ext cx="383040" cy="39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BE80483-D7A5-440A-6260-CE999352E3A2}"/>
              </a:ext>
            </a:extLst>
          </p:cNvPr>
          <p:cNvGrpSpPr/>
          <p:nvPr/>
        </p:nvGrpSpPr>
        <p:grpSpPr>
          <a:xfrm>
            <a:off x="642600" y="2979600"/>
            <a:ext cx="1395000" cy="425160"/>
            <a:chOff x="642600" y="2979600"/>
            <a:chExt cx="139500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FF4EBE-C798-9CCC-E190-6AF36DD4D879}"/>
                    </a:ext>
                  </a:extLst>
                </p14:cNvPr>
                <p14:cNvContentPartPr/>
                <p14:nvPr/>
              </p14:nvContentPartPr>
              <p14:xfrm>
                <a:off x="1233000" y="2979600"/>
                <a:ext cx="804600" cy="417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FF4EBE-C798-9CCC-E190-6AF36DD4D87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15000" y="2961960"/>
                  <a:ext cx="8402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B178BC-8D71-36C2-387A-5303AAA6A688}"/>
                    </a:ext>
                  </a:extLst>
                </p14:cNvPr>
                <p14:cNvContentPartPr/>
                <p14:nvPr/>
              </p14:nvContentPartPr>
              <p14:xfrm>
                <a:off x="642600" y="3060960"/>
                <a:ext cx="38160" cy="343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B178BC-8D71-36C2-387A-5303AAA6A68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4600" y="3043320"/>
                  <a:ext cx="738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61DC20C-EDFA-261B-8683-ED09B7A08344}"/>
                    </a:ext>
                  </a:extLst>
                </p14:cNvPr>
                <p14:cNvContentPartPr/>
                <p14:nvPr/>
              </p14:nvContentPartPr>
              <p14:xfrm>
                <a:off x="838800" y="3073560"/>
                <a:ext cx="192600" cy="293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61DC20C-EDFA-261B-8683-ED09B7A083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0800" y="3055920"/>
                  <a:ext cx="228240" cy="32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64D1868-2032-447B-43AE-D706C5037C19}"/>
                  </a:ext>
                </a:extLst>
              </p14:cNvPr>
              <p14:cNvContentPartPr/>
              <p14:nvPr/>
            </p14:nvContentPartPr>
            <p14:xfrm>
              <a:off x="1547280" y="3625080"/>
              <a:ext cx="351000" cy="2790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64D1868-2032-447B-43AE-D706C5037C1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29280" y="3607440"/>
                <a:ext cx="3866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D869BD5-75C3-5414-E44A-5221A35D5248}"/>
                  </a:ext>
                </a:extLst>
              </p14:cNvPr>
              <p14:cNvContentPartPr/>
              <p14:nvPr/>
            </p14:nvContentPartPr>
            <p14:xfrm>
              <a:off x="2888640" y="3661080"/>
              <a:ext cx="136800" cy="204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D869BD5-75C3-5414-E44A-5221A35D524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870640" y="3643080"/>
                <a:ext cx="1724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0D658D4-316E-C96A-3821-D3D6343715A7}"/>
                  </a:ext>
                </a:extLst>
              </p14:cNvPr>
              <p14:cNvContentPartPr/>
              <p14:nvPr/>
            </p14:nvContentPartPr>
            <p14:xfrm>
              <a:off x="3401280" y="3499080"/>
              <a:ext cx="50400" cy="359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0D658D4-316E-C96A-3821-D3D6343715A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383640" y="3481440"/>
                <a:ext cx="86040" cy="39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D6652036-DC44-41BF-A3B4-E720F75DC03A}"/>
              </a:ext>
            </a:extLst>
          </p:cNvPr>
          <p:cNvGrpSpPr/>
          <p:nvPr/>
        </p:nvGrpSpPr>
        <p:grpSpPr>
          <a:xfrm>
            <a:off x="3909240" y="2218200"/>
            <a:ext cx="812160" cy="418320"/>
            <a:chOff x="3909240" y="2218200"/>
            <a:chExt cx="81216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62DCD6F-A1E5-DA4F-E8AC-578349612862}"/>
                    </a:ext>
                  </a:extLst>
                </p14:cNvPr>
                <p14:cNvContentPartPr/>
                <p14:nvPr/>
              </p14:nvContentPartPr>
              <p14:xfrm>
                <a:off x="3909240" y="2430600"/>
                <a:ext cx="288000" cy="2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62DCD6F-A1E5-DA4F-E8AC-57834961286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91600" y="2412600"/>
                  <a:ext cx="32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86B993E-26F1-B79A-3BC0-19D0B725AAA4}"/>
                    </a:ext>
                  </a:extLst>
                </p14:cNvPr>
                <p14:cNvContentPartPr/>
                <p14:nvPr/>
              </p14:nvContentPartPr>
              <p14:xfrm>
                <a:off x="3930840" y="2591160"/>
                <a:ext cx="288720" cy="26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86B993E-26F1-B79A-3BC0-19D0B725AA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13200" y="2573160"/>
                  <a:ext cx="3243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5EE1735-3CDB-84AF-814A-F1A2F8A05B28}"/>
                    </a:ext>
                  </a:extLst>
                </p14:cNvPr>
                <p14:cNvContentPartPr/>
                <p14:nvPr/>
              </p14:nvContentPartPr>
              <p14:xfrm>
                <a:off x="4451040" y="2218200"/>
                <a:ext cx="270360" cy="418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5EE1735-3CDB-84AF-814A-F1A2F8A05B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33400" y="2200560"/>
                  <a:ext cx="30600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296BC4-586D-6EDE-32B8-D208C0DDFEB9}"/>
                    </a:ext>
                  </a:extLst>
                </p14:cNvPr>
                <p14:cNvContentPartPr/>
                <p14:nvPr/>
              </p14:nvContentPartPr>
              <p14:xfrm>
                <a:off x="4500360" y="2457240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296BC4-586D-6EDE-32B8-D208C0DDFE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82360" y="24396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0622B79-03CE-8454-931A-FD892138D1D7}"/>
                    </a:ext>
                  </a:extLst>
                </p14:cNvPr>
                <p14:cNvContentPartPr/>
                <p14:nvPr/>
              </p14:nvContentPartPr>
              <p14:xfrm>
                <a:off x="4462920" y="2434200"/>
                <a:ext cx="181440" cy="17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0622B79-03CE-8454-931A-FD892138D1D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445280" y="2416200"/>
                  <a:ext cx="21708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E5E1EAD-2771-E01F-E730-829FFAA06E41}"/>
                  </a:ext>
                </a:extLst>
              </p14:cNvPr>
              <p14:cNvContentPartPr/>
              <p14:nvPr/>
            </p14:nvContentPartPr>
            <p14:xfrm>
              <a:off x="5157380" y="2281010"/>
              <a:ext cx="605160" cy="1658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E5E1EAD-2771-E01F-E730-829FFAA06E4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139740" y="2263010"/>
                <a:ext cx="640800" cy="169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8FD98807-073C-28C8-80F2-B326FF718D69}"/>
              </a:ext>
            </a:extLst>
          </p:cNvPr>
          <p:cNvGrpSpPr/>
          <p:nvPr/>
        </p:nvGrpSpPr>
        <p:grpSpPr>
          <a:xfrm>
            <a:off x="1271900" y="4530290"/>
            <a:ext cx="1657800" cy="513000"/>
            <a:chOff x="1271900" y="4530290"/>
            <a:chExt cx="1657800" cy="51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A0046B7-4658-1682-1537-062A09EE9543}"/>
                    </a:ext>
                  </a:extLst>
                </p14:cNvPr>
                <p14:cNvContentPartPr/>
                <p14:nvPr/>
              </p14:nvContentPartPr>
              <p14:xfrm>
                <a:off x="1271900" y="4605530"/>
                <a:ext cx="497160" cy="437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A0046B7-4658-1682-1537-062A09EE954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53900" y="4587890"/>
                  <a:ext cx="53280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F2D4A6F-8168-6DDD-E728-60E042C29FC4}"/>
                    </a:ext>
                  </a:extLst>
                </p14:cNvPr>
                <p14:cNvContentPartPr/>
                <p14:nvPr/>
              </p14:nvContentPartPr>
              <p14:xfrm>
                <a:off x="1931060" y="4574210"/>
                <a:ext cx="84600" cy="396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F2D4A6F-8168-6DDD-E728-60E042C29FC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913060" y="4556210"/>
                  <a:ext cx="1202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762CC70-C922-2093-8427-EE8ABE59FE1E}"/>
                    </a:ext>
                  </a:extLst>
                </p14:cNvPr>
                <p14:cNvContentPartPr/>
                <p14:nvPr/>
              </p14:nvContentPartPr>
              <p14:xfrm>
                <a:off x="2143820" y="4530290"/>
                <a:ext cx="281160" cy="388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762CC70-C922-2093-8427-EE8ABE59FE1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126180" y="4512650"/>
                  <a:ext cx="3168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554B69E-9B9F-04F0-78DC-C507C31C04C1}"/>
                    </a:ext>
                  </a:extLst>
                </p14:cNvPr>
                <p14:cNvContentPartPr/>
                <p14:nvPr/>
              </p14:nvContentPartPr>
              <p14:xfrm>
                <a:off x="2594900" y="4751330"/>
                <a:ext cx="24480" cy="20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554B69E-9B9F-04F0-78DC-C507C31C04C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576900" y="4733690"/>
                  <a:ext cx="60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FA210BA-1C41-F3E4-A00B-86476C4B2773}"/>
                    </a:ext>
                  </a:extLst>
                </p14:cNvPr>
                <p14:cNvContentPartPr/>
                <p14:nvPr/>
              </p14:nvContentPartPr>
              <p14:xfrm>
                <a:off x="2718380" y="4787690"/>
                <a:ext cx="211320" cy="213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FA210BA-1C41-F3E4-A00B-86476C4B277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700740" y="4769690"/>
                  <a:ext cx="2469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C836732-CF50-9F95-220B-2ED8E379FD26}"/>
              </a:ext>
            </a:extLst>
          </p:cNvPr>
          <p:cNvGrpSpPr/>
          <p:nvPr/>
        </p:nvGrpSpPr>
        <p:grpSpPr>
          <a:xfrm>
            <a:off x="3314540" y="4683650"/>
            <a:ext cx="444600" cy="236880"/>
            <a:chOff x="3314540" y="4683650"/>
            <a:chExt cx="44460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B827857-F514-DFEA-4BAA-669BF14293A0}"/>
                    </a:ext>
                  </a:extLst>
                </p14:cNvPr>
                <p14:cNvContentPartPr/>
                <p14:nvPr/>
              </p14:nvContentPartPr>
              <p14:xfrm>
                <a:off x="3314540" y="4683650"/>
                <a:ext cx="444600" cy="59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B827857-F514-DFEA-4BAA-669BF14293A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296540" y="4665650"/>
                  <a:ext cx="480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B2C3B93-F5D0-4127-9941-9A8013B907B6}"/>
                    </a:ext>
                  </a:extLst>
                </p14:cNvPr>
                <p14:cNvContentPartPr/>
                <p14:nvPr/>
              </p14:nvContentPartPr>
              <p14:xfrm>
                <a:off x="3389060" y="4878410"/>
                <a:ext cx="327600" cy="42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B2C3B93-F5D0-4127-9941-9A8013B907B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371420" y="4860410"/>
                  <a:ext cx="36324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30890C1-9A53-8FF9-9E26-BB744A4A1E54}"/>
              </a:ext>
            </a:extLst>
          </p:cNvPr>
          <p:cNvGrpSpPr/>
          <p:nvPr/>
        </p:nvGrpSpPr>
        <p:grpSpPr>
          <a:xfrm>
            <a:off x="4162340" y="4385210"/>
            <a:ext cx="1979640" cy="713160"/>
            <a:chOff x="4162340" y="4385210"/>
            <a:chExt cx="1979640" cy="71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9E068E-2F31-9E7A-A8E7-8940BEE9966D}"/>
                    </a:ext>
                  </a:extLst>
                </p14:cNvPr>
                <p14:cNvContentPartPr/>
                <p14:nvPr/>
              </p14:nvContentPartPr>
              <p14:xfrm>
                <a:off x="4162340" y="4470530"/>
                <a:ext cx="155880" cy="490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9E068E-2F31-9E7A-A8E7-8940BEE9966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144340" y="4452530"/>
                  <a:ext cx="19152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5A0CD5F-DEFD-AF25-3EAA-DA2236A76CA0}"/>
                    </a:ext>
                  </a:extLst>
                </p14:cNvPr>
                <p14:cNvContentPartPr/>
                <p14:nvPr/>
              </p14:nvContentPartPr>
              <p14:xfrm>
                <a:off x="4515860" y="4477730"/>
                <a:ext cx="479160" cy="425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5A0CD5F-DEFD-AF25-3EAA-DA2236A76CA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97860" y="4460090"/>
                  <a:ext cx="51480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563C3C2-7799-7F65-FA40-06E1704C9F9F}"/>
                    </a:ext>
                  </a:extLst>
                </p14:cNvPr>
                <p14:cNvContentPartPr/>
                <p14:nvPr/>
              </p14:nvContentPartPr>
              <p14:xfrm>
                <a:off x="5174660" y="4385210"/>
                <a:ext cx="362520" cy="485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563C3C2-7799-7F65-FA40-06E1704C9F9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156660" y="4367210"/>
                  <a:ext cx="3981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0B5010-2A2F-2EA1-666A-A6644D8C5E94}"/>
                    </a:ext>
                  </a:extLst>
                </p14:cNvPr>
                <p14:cNvContentPartPr/>
                <p14:nvPr/>
              </p14:nvContentPartPr>
              <p14:xfrm>
                <a:off x="5173220" y="4577810"/>
                <a:ext cx="209520" cy="14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0B5010-2A2F-2EA1-666A-A6644D8C5E9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155220" y="4560170"/>
                  <a:ext cx="245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FB245B-C755-BBAB-0F85-B5ABA3FD402C}"/>
                    </a:ext>
                  </a:extLst>
                </p14:cNvPr>
                <p14:cNvContentPartPr/>
                <p14:nvPr/>
              </p14:nvContentPartPr>
              <p14:xfrm>
                <a:off x="5709980" y="4804610"/>
                <a:ext cx="69120" cy="280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FB245B-C755-BBAB-0F85-B5ABA3FD402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692340" y="4786610"/>
                  <a:ext cx="1047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67DA6D9-8909-6C77-4F30-CCA323B05B5D}"/>
                    </a:ext>
                  </a:extLst>
                </p14:cNvPr>
                <p14:cNvContentPartPr/>
                <p14:nvPr/>
              </p14:nvContentPartPr>
              <p14:xfrm>
                <a:off x="5906180" y="4808930"/>
                <a:ext cx="235800" cy="289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67DA6D9-8909-6C77-4F30-CCA323B05B5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88540" y="4790930"/>
                  <a:ext cx="271440" cy="32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1C2E721-8EF3-7925-B23F-BB90D3D41B12}"/>
              </a:ext>
            </a:extLst>
          </p:cNvPr>
          <p:cNvGrpSpPr/>
          <p:nvPr/>
        </p:nvGrpSpPr>
        <p:grpSpPr>
          <a:xfrm>
            <a:off x="3700460" y="2769890"/>
            <a:ext cx="1607040" cy="1549440"/>
            <a:chOff x="3700460" y="2769890"/>
            <a:chExt cx="1607040" cy="15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BB0DE38-E442-8F98-967E-61DE1C11883E}"/>
                    </a:ext>
                  </a:extLst>
                </p14:cNvPr>
                <p14:cNvContentPartPr/>
                <p14:nvPr/>
              </p14:nvContentPartPr>
              <p14:xfrm>
                <a:off x="3700460" y="3752690"/>
                <a:ext cx="472680" cy="566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BB0DE38-E442-8F98-967E-61DE1C11883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82460" y="3734690"/>
                  <a:ext cx="50832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A412EC6-4AE5-50A3-1715-0D59C825616D}"/>
                    </a:ext>
                  </a:extLst>
                </p14:cNvPr>
                <p14:cNvContentPartPr/>
                <p14:nvPr/>
              </p14:nvContentPartPr>
              <p14:xfrm>
                <a:off x="3786860" y="3119810"/>
                <a:ext cx="951840" cy="1130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A412EC6-4AE5-50A3-1715-0D59C825616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768860" y="3102170"/>
                  <a:ext cx="987480" cy="11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09F207B-1298-3B47-6A02-B163BE0E3973}"/>
                    </a:ext>
                  </a:extLst>
                </p14:cNvPr>
                <p14:cNvContentPartPr/>
                <p14:nvPr/>
              </p14:nvContentPartPr>
              <p14:xfrm>
                <a:off x="4645820" y="2769890"/>
                <a:ext cx="661680" cy="1374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09F207B-1298-3B47-6A02-B163BE0E397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627820" y="2751890"/>
                  <a:ext cx="697320" cy="141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CED4296-9750-1883-4E80-258454331DD6}"/>
                  </a:ext>
                </a:extLst>
              </p14:cNvPr>
              <p14:cNvContentPartPr/>
              <p14:nvPr/>
            </p14:nvContentPartPr>
            <p14:xfrm>
              <a:off x="9829126" y="2521884"/>
              <a:ext cx="1087560" cy="219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CED4296-9750-1883-4E80-258454331DD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775486" y="2413884"/>
                <a:ext cx="11952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3843E41-2DBD-ED89-8C11-EE1CCF2F31A8}"/>
                  </a:ext>
                </a:extLst>
              </p14:cNvPr>
              <p14:cNvContentPartPr/>
              <p14:nvPr/>
            </p14:nvContentPartPr>
            <p14:xfrm>
              <a:off x="9900406" y="2818164"/>
              <a:ext cx="1043280" cy="320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3843E41-2DBD-ED89-8C11-EE1CCF2F31A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846766" y="2710164"/>
                <a:ext cx="115092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4B2C369-E897-AF07-94AA-36EAD525C6A6}"/>
                  </a:ext>
                </a:extLst>
              </p14:cNvPr>
              <p14:cNvContentPartPr/>
              <p14:nvPr/>
            </p14:nvContentPartPr>
            <p14:xfrm>
              <a:off x="9924526" y="3135324"/>
              <a:ext cx="1016280" cy="496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4B2C369-E897-AF07-94AA-36EAD525C6A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870886" y="3027324"/>
                <a:ext cx="112392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3C7530D-6B57-63E8-DF04-3D652F125BB7}"/>
                  </a:ext>
                </a:extLst>
              </p14:cNvPr>
              <p14:cNvContentPartPr/>
              <p14:nvPr/>
            </p14:nvContentPartPr>
            <p14:xfrm>
              <a:off x="9893206" y="3461484"/>
              <a:ext cx="1022760" cy="442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3C7530D-6B57-63E8-DF04-3D652F125BB7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839566" y="3353484"/>
                <a:ext cx="11304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8FC93E4-07A4-F191-B367-DD9407EF240D}"/>
                  </a:ext>
                </a:extLst>
              </p14:cNvPr>
              <p14:cNvContentPartPr/>
              <p14:nvPr/>
            </p14:nvContentPartPr>
            <p14:xfrm>
              <a:off x="9804646" y="3773604"/>
              <a:ext cx="1002960" cy="392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8FC93E4-07A4-F191-B367-DD9407EF240D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750646" y="3665604"/>
                <a:ext cx="11106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D085F63-BA23-9AEF-6E5A-D8D005831616}"/>
                  </a:ext>
                </a:extLst>
              </p14:cNvPr>
              <p14:cNvContentPartPr/>
              <p14:nvPr/>
            </p14:nvContentPartPr>
            <p14:xfrm>
              <a:off x="9857566" y="4041804"/>
              <a:ext cx="1015200" cy="270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D085F63-BA23-9AEF-6E5A-D8D00583161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803926" y="3933804"/>
                <a:ext cx="1122840" cy="2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8137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-85725"/>
            <a:ext cx="9404723" cy="935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E" dirty="0"/>
              <a:t>Converting from Hex to binary</a:t>
            </a:r>
            <a:br>
              <a:rPr lang="en-IE" dirty="0"/>
            </a:br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E337E-45F3-B3F4-0AE6-BC3E5255D385}"/>
              </a:ext>
            </a:extLst>
          </p:cNvPr>
          <p:cNvSpPr txBox="1"/>
          <p:nvPr/>
        </p:nvSpPr>
        <p:spPr>
          <a:xfrm>
            <a:off x="293051" y="935688"/>
            <a:ext cx="11150803" cy="4454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0" i="0" dirty="0">
                <a:effectLst/>
                <a:latin typeface="hero-new"/>
              </a:rPr>
              <a:t>Hex is very easy to convert to binary.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hero-new"/>
              </a:rPr>
              <a:t>Write down the hex number and represent each hex digit by its binary equivalent number from the table above.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hero-new"/>
              </a:rPr>
              <a:t>Use 4 digits and add insignificant leading zeros if the binary number has less than 4 digits. E.g. Write 10</a:t>
            </a:r>
            <a:r>
              <a:rPr lang="en-US" sz="2400" b="0" i="0" baseline="-25000" dirty="0">
                <a:effectLst/>
                <a:latin typeface="hero-new"/>
              </a:rPr>
              <a:t>2 </a:t>
            </a:r>
            <a:r>
              <a:rPr lang="en-US" sz="2400" b="0" i="0" dirty="0">
                <a:effectLst/>
                <a:latin typeface="hero-new"/>
              </a:rPr>
              <a:t>(2 decimal) as 0010</a:t>
            </a:r>
            <a:r>
              <a:rPr lang="en-US" sz="2400" b="0" i="0" baseline="-25000" dirty="0">
                <a:effectLst/>
                <a:latin typeface="hero-new"/>
              </a:rPr>
              <a:t>2.</a:t>
            </a:r>
            <a:endParaRPr lang="en-US" sz="2400" b="0" i="0" dirty="0">
              <a:effectLst/>
              <a:latin typeface="hero-new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hero-new"/>
              </a:rPr>
              <a:t>Then concatenate or string all the digits together.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hero-new"/>
              </a:rPr>
              <a:t>Discard any leading zeros at the left of the binary number.</a:t>
            </a:r>
          </a:p>
          <a:p>
            <a:pPr>
              <a:lnSpc>
                <a:spcPct val="150000"/>
              </a:lnSpc>
            </a:pPr>
            <a:endParaRPr lang="en-I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392DE-E031-704A-C911-F16CD5820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122" y="3162740"/>
            <a:ext cx="4291878" cy="255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306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Converting from binary to hex</a:t>
            </a:r>
            <a:br>
              <a:rPr lang="en-US" sz="3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sz="36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C53957-31A7-D6FD-4DF5-EE5558036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120" y="1678222"/>
            <a:ext cx="6142761" cy="3946723"/>
          </a:xfrm>
          <a:prstGeom prst="rect">
            <a:avLst/>
          </a:prstGeom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E337E-45F3-B3F4-0AE6-BC3E5255D385}"/>
              </a:ext>
            </a:extLst>
          </p:cNvPr>
          <p:cNvSpPr txBox="1"/>
          <p:nvPr/>
        </p:nvSpPr>
        <p:spPr>
          <a:xfrm>
            <a:off x="179392" y="1816931"/>
            <a:ext cx="5266481" cy="45099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Start from the least significant bit (LSB) at the right of the binary number and divide it up into </a:t>
            </a:r>
            <a:r>
              <a:rPr lang="en-US" sz="28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groups</a:t>
            </a:r>
            <a:r>
              <a:rPr lang="en-US" sz="24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 of 4 bits.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Convert each group of 4 bits to its equivalent hex value.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Concatenate the results together, giving the total hex number.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24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8536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7EC4-2CB0-D808-921E-F2F1D9D2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6" y="218721"/>
            <a:ext cx="9404723" cy="1400530"/>
          </a:xfrm>
        </p:spPr>
        <p:txBody>
          <a:bodyPr/>
          <a:lstStyle/>
          <a:p>
            <a:r>
              <a:rPr lang="en-IE" dirty="0"/>
              <a:t>Leaving Cert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6EFA8-6FA3-61AC-CAFE-8CDFD334A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23" y="1200889"/>
            <a:ext cx="7171941" cy="1826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1EDBCD-50AB-DF3C-72E4-4540B2B03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23" y="3552086"/>
            <a:ext cx="7322414" cy="253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2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7035-41C2-119C-DF49-43222261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More Practice Questions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38778C-14D7-235B-104D-D381BCB5D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359" y="1331651"/>
            <a:ext cx="11506915" cy="4740675"/>
          </a:xfrm>
        </p:spPr>
      </p:pic>
    </p:spTree>
    <p:extLst>
      <p:ext uri="{BB962C8B-B14F-4D97-AF65-F5344CB8AC3E}">
        <p14:creationId xmlns:p14="http://schemas.microsoft.com/office/powerpoint/2010/main" val="13020013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7035-41C2-119C-DF49-43222261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More Practice Questions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3BC2EA-ACD3-06B4-237A-C06EBFBDC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209" y="2310448"/>
            <a:ext cx="8772525" cy="6096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E99D42-E222-8129-D81D-FEFADC1EE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73" y="1396048"/>
            <a:ext cx="9153525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17501C-A0CE-6A2E-1427-9AEF4C2CC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37" y="2920048"/>
            <a:ext cx="116681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75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7035-41C2-119C-DF49-43222261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More Practice 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12DEB-123A-72D9-320D-714F27434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A3193-3C43-672C-50AA-1500C6885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70" y="1245092"/>
            <a:ext cx="11350892" cy="3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87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7035-41C2-119C-DF49-43222261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More Practice 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12DEB-123A-72D9-320D-714F27434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F950A-86F8-7615-76BF-140E229F7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95" y="1282129"/>
            <a:ext cx="11753752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1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7035-41C2-119C-DF49-43222261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More Practice Questions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50A285-D4D8-D6AF-3AF6-FC0273B78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557" y="1357750"/>
            <a:ext cx="11077331" cy="5313923"/>
          </a:xfrm>
        </p:spPr>
      </p:pic>
    </p:spTree>
    <p:extLst>
      <p:ext uri="{BB962C8B-B14F-4D97-AF65-F5344CB8AC3E}">
        <p14:creationId xmlns:p14="http://schemas.microsoft.com/office/powerpoint/2010/main" val="42570214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59C47FF1BBBD41944C27E755792B60" ma:contentTypeVersion="13" ma:contentTypeDescription="Create a new document." ma:contentTypeScope="" ma:versionID="10712fcb74858acd939241f8f14c3c2a">
  <xsd:schema xmlns:xsd="http://www.w3.org/2001/XMLSchema" xmlns:xs="http://www.w3.org/2001/XMLSchema" xmlns:p="http://schemas.microsoft.com/office/2006/metadata/properties" xmlns:ns1="http://schemas.microsoft.com/sharepoint/v3" xmlns:ns2="2a24f1cd-5e3a-428d-a962-0c0266cdec1f" xmlns:ns3="2522d011-583a-4cec-893b-a3e4ebe7a880" targetNamespace="http://schemas.microsoft.com/office/2006/metadata/properties" ma:root="true" ma:fieldsID="762bbfe59eafa4ea92fb4b763fa075a5" ns1:_="" ns2:_="" ns3:_="">
    <xsd:import namespace="http://schemas.microsoft.com/sharepoint/v3"/>
    <xsd:import namespace="2a24f1cd-5e3a-428d-a962-0c0266cdec1f"/>
    <xsd:import namespace="2522d011-583a-4cec-893b-a3e4ebe7a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4f1cd-5e3a-428d-a962-0c0266cde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12559f9-f71b-4af0-bfaa-ab2f6ccdd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2d011-583a-4cec-893b-a3e4ebe7a88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8a40212-ea4a-4620-9c44-1250f1e428a8}" ma:internalName="TaxCatchAll" ma:showField="CatchAllData" ma:web="2522d011-583a-4cec-893b-a3e4ebe7a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24f1cd-5e3a-428d-a962-0c0266cdec1f">
      <Terms xmlns="http://schemas.microsoft.com/office/infopath/2007/PartnerControls"/>
    </lcf76f155ced4ddcb4097134ff3c332f>
    <TaxCatchAll xmlns="2522d011-583a-4cec-893b-a3e4ebe7a880" xsi:nil="true"/>
    <_ip_UnifiedCompliancePolicyProperties xmlns="http://schemas.microsoft.com/sharepoint/v3" xsi:nil="true"/>
    <_ip_UnifiedCompliancePolicyUIAction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72C64044-E09F-439F-A233-4828BD72B588}"/>
</file>

<file path=customXml/itemProps2.xml><?xml version="1.0" encoding="utf-8"?>
<ds:datastoreItem xmlns:ds="http://schemas.openxmlformats.org/officeDocument/2006/customXml" ds:itemID="{76DEF989-188F-433B-BB84-6EB7DCDB4E91}"/>
</file>

<file path=customXml/itemProps3.xml><?xml version="1.0" encoding="utf-8"?>
<ds:datastoreItem xmlns:ds="http://schemas.openxmlformats.org/officeDocument/2006/customXml" ds:itemID="{6EE7507D-27F1-449B-B7D1-9F20F19A2E10}"/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0</TotalTime>
  <Words>1493</Words>
  <Application>Microsoft Office PowerPoint</Application>
  <PresentationFormat>Widescreen</PresentationFormat>
  <Paragraphs>196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Cambria Math</vt:lpstr>
      <vt:lpstr>Century Gothic</vt:lpstr>
      <vt:lpstr>hero-new</vt:lpstr>
      <vt:lpstr>Wingdings 3</vt:lpstr>
      <vt:lpstr>Ion</vt:lpstr>
      <vt:lpstr>The Number System</vt:lpstr>
      <vt:lpstr>Learning Intention</vt:lpstr>
      <vt:lpstr>Digital Computer</vt:lpstr>
      <vt:lpstr>Digital Computer</vt:lpstr>
      <vt:lpstr>Digital Computer Transistors</vt:lpstr>
      <vt:lpstr>Leaving Cert Questions</vt:lpstr>
      <vt:lpstr>Sizes of other units of data</vt:lpstr>
      <vt:lpstr>Sizes of other units of data</vt:lpstr>
      <vt:lpstr>Data  Representation</vt:lpstr>
      <vt:lpstr>Leaving Cert Questions</vt:lpstr>
      <vt:lpstr>Leaving Cert Questions</vt:lpstr>
      <vt:lpstr>Leaving Cert Questions</vt:lpstr>
      <vt:lpstr>Leaving Cert Questions</vt:lpstr>
      <vt:lpstr>Converting from binary to decimal</vt:lpstr>
      <vt:lpstr>Convert from binary to decimal</vt:lpstr>
      <vt:lpstr>Leaving Cert Questions</vt:lpstr>
      <vt:lpstr>Leaving Cert Questions</vt:lpstr>
      <vt:lpstr>Convert from decimal to binary</vt:lpstr>
      <vt:lpstr>Convert from decimal to binary</vt:lpstr>
      <vt:lpstr>Convert from decimal to binary</vt:lpstr>
      <vt:lpstr>Practice time –  Convert the following decimal numbers to binary</vt:lpstr>
      <vt:lpstr>Binary Addition</vt:lpstr>
      <vt:lpstr>Binary Addition</vt:lpstr>
      <vt:lpstr>Practice time –  Add the following binary numbers</vt:lpstr>
      <vt:lpstr>Leaving Cert Questions</vt:lpstr>
      <vt:lpstr>Overflow Errors –  </vt:lpstr>
      <vt:lpstr>Overflow Errors –  </vt:lpstr>
      <vt:lpstr>Binary Shift –  </vt:lpstr>
      <vt:lpstr>Binary Shift –  </vt:lpstr>
      <vt:lpstr>Example of Binary Shifts –  </vt:lpstr>
      <vt:lpstr>Example of Binary Shifts –  </vt:lpstr>
      <vt:lpstr>Hexadecimal code </vt:lpstr>
      <vt:lpstr>Hexadecimal code </vt:lpstr>
      <vt:lpstr>Converting from Hexadecimal to Decimal code </vt:lpstr>
      <vt:lpstr>Converting from Decimal to Hexadecimal </vt:lpstr>
      <vt:lpstr>Converting from Decimal to Hexadecimal </vt:lpstr>
      <vt:lpstr>Converting from Hex to binary </vt:lpstr>
      <vt:lpstr>Converting from binary to hex </vt:lpstr>
      <vt:lpstr>Leaving Cert Questions</vt:lpstr>
      <vt:lpstr>More Practice Questions</vt:lpstr>
      <vt:lpstr>More Practice Questions</vt:lpstr>
      <vt:lpstr>More Practice Questions</vt:lpstr>
      <vt:lpstr>More Practice Questions</vt:lpstr>
      <vt:lpstr>More 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Number System</dc:title>
  <dc:creator>Pauline Smyth</dc:creator>
  <cp:lastModifiedBy>Pauline Smyth</cp:lastModifiedBy>
  <cp:revision>1</cp:revision>
  <dcterms:created xsi:type="dcterms:W3CDTF">2022-10-09T06:44:45Z</dcterms:created>
  <dcterms:modified xsi:type="dcterms:W3CDTF">2022-10-16T19:10:07Z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0x0101008D59C47FF1BBBD41944C27E755792B60</vt:lpwstr>
  </property>
</Properties>
</file>