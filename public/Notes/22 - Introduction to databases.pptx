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7" r:id="rId1"/>
  </p:sldMasterIdLst>
  <p:notesMasterIdLst>
    <p:notesMasterId r:id="rId46"/>
  </p:notesMasterIdLst>
  <p:sldIdLst>
    <p:sldId id="256" r:id="rId2"/>
    <p:sldId id="276" r:id="rId3"/>
    <p:sldId id="294" r:id="rId4"/>
    <p:sldId id="299" r:id="rId5"/>
    <p:sldId id="561" r:id="rId6"/>
    <p:sldId id="562" r:id="rId7"/>
    <p:sldId id="605" r:id="rId8"/>
    <p:sldId id="567" r:id="rId9"/>
    <p:sldId id="604" r:id="rId10"/>
    <p:sldId id="606" r:id="rId11"/>
    <p:sldId id="577" r:id="rId12"/>
    <p:sldId id="608" r:id="rId13"/>
    <p:sldId id="609" r:id="rId14"/>
    <p:sldId id="607" r:id="rId15"/>
    <p:sldId id="578" r:id="rId16"/>
    <p:sldId id="568" r:id="rId17"/>
    <p:sldId id="611" r:id="rId18"/>
    <p:sldId id="579" r:id="rId19"/>
    <p:sldId id="612" r:id="rId20"/>
    <p:sldId id="610" r:id="rId21"/>
    <p:sldId id="613" r:id="rId22"/>
    <p:sldId id="614" r:id="rId23"/>
    <p:sldId id="591" r:id="rId24"/>
    <p:sldId id="592" r:id="rId25"/>
    <p:sldId id="563" r:id="rId26"/>
    <p:sldId id="593" r:id="rId27"/>
    <p:sldId id="594" r:id="rId28"/>
    <p:sldId id="599" r:id="rId29"/>
    <p:sldId id="595" r:id="rId30"/>
    <p:sldId id="596" r:id="rId31"/>
    <p:sldId id="580" r:id="rId32"/>
    <p:sldId id="597" r:id="rId33"/>
    <p:sldId id="601" r:id="rId34"/>
    <p:sldId id="583" r:id="rId35"/>
    <p:sldId id="584" r:id="rId36"/>
    <p:sldId id="585" r:id="rId37"/>
    <p:sldId id="560" r:id="rId38"/>
    <p:sldId id="295" r:id="rId39"/>
    <p:sldId id="331" r:id="rId40"/>
    <p:sldId id="590" r:id="rId41"/>
    <p:sldId id="333" r:id="rId42"/>
    <p:sldId id="334" r:id="rId43"/>
    <p:sldId id="549" r:id="rId44"/>
    <p:sldId id="603" r:id="rId4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0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91D4CD1-41AF-44DE-8C26-63EEA5F32213}">
  <a:tblStyle styleId="{291D4CD1-41AF-44DE-8C26-63EEA5F32213}"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35" autoAdjust="0"/>
    <p:restoredTop sz="94427" autoAdjust="0"/>
  </p:normalViewPr>
  <p:slideViewPr>
    <p:cSldViewPr snapToGrid="0">
      <p:cViewPr varScale="1">
        <p:scale>
          <a:sx n="107" d="100"/>
          <a:sy n="107" d="100"/>
        </p:scale>
        <p:origin x="52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ustomXml" Target="../customXml/item2.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ine Smyth" userId="de5ce227-53e3-42c9-b7e0-2fb7785ba6f5" providerId="ADAL" clId="{4EBABCD9-9E01-4066-8881-843B4EB449E3}"/>
    <pc:docChg chg="delSld modSld sldOrd">
      <pc:chgData name="Pauline Smyth" userId="de5ce227-53e3-42c9-b7e0-2fb7785ba6f5" providerId="ADAL" clId="{4EBABCD9-9E01-4066-8881-843B4EB449E3}" dt="2023-04-19T15:41:38.391" v="50" actId="20577"/>
      <pc:docMkLst>
        <pc:docMk/>
      </pc:docMkLst>
      <pc:sldChg chg="modSp mod">
        <pc:chgData name="Pauline Smyth" userId="de5ce227-53e3-42c9-b7e0-2fb7785ba6f5" providerId="ADAL" clId="{4EBABCD9-9E01-4066-8881-843B4EB449E3}" dt="2023-04-19T15:31:40.282" v="14" actId="20577"/>
        <pc:sldMkLst>
          <pc:docMk/>
          <pc:sldMk cId="0" sldId="256"/>
        </pc:sldMkLst>
        <pc:spChg chg="mod">
          <ac:chgData name="Pauline Smyth" userId="de5ce227-53e3-42c9-b7e0-2fb7785ba6f5" providerId="ADAL" clId="{4EBABCD9-9E01-4066-8881-843B4EB449E3}" dt="2023-04-19T15:31:40.282" v="14" actId="20577"/>
          <ac:spMkLst>
            <pc:docMk/>
            <pc:sldMk cId="0" sldId="256"/>
            <ac:spMk id="5" creationId="{0CA4DA00-E3B7-461D-A173-AC84F01DDD4E}"/>
          </ac:spMkLst>
        </pc:spChg>
        <pc:spChg chg="mod">
          <ac:chgData name="Pauline Smyth" userId="de5ce227-53e3-42c9-b7e0-2fb7785ba6f5" providerId="ADAL" clId="{4EBABCD9-9E01-4066-8881-843B4EB449E3}" dt="2023-04-19T15:31:31.011" v="0" actId="6549"/>
          <ac:spMkLst>
            <pc:docMk/>
            <pc:sldMk cId="0" sldId="256"/>
            <ac:spMk id="64" creationId="{00000000-0000-0000-0000-000000000000}"/>
          </ac:spMkLst>
        </pc:spChg>
      </pc:sldChg>
      <pc:sldChg chg="modSp mod">
        <pc:chgData name="Pauline Smyth" userId="de5ce227-53e3-42c9-b7e0-2fb7785ba6f5" providerId="ADAL" clId="{4EBABCD9-9E01-4066-8881-843B4EB449E3}" dt="2023-04-19T15:41:38.391" v="50" actId="20577"/>
        <pc:sldMkLst>
          <pc:docMk/>
          <pc:sldMk cId="3871612563" sldId="331"/>
        </pc:sldMkLst>
        <pc:spChg chg="mod">
          <ac:chgData name="Pauline Smyth" userId="de5ce227-53e3-42c9-b7e0-2fb7785ba6f5" providerId="ADAL" clId="{4EBABCD9-9E01-4066-8881-843B4EB449E3}" dt="2023-04-19T15:41:38.391" v="50" actId="20577"/>
          <ac:spMkLst>
            <pc:docMk/>
            <pc:sldMk cId="3871612563" sldId="331"/>
            <ac:spMk id="96" creationId="{00000000-0000-0000-0000-000000000000}"/>
          </ac:spMkLst>
        </pc:spChg>
      </pc:sldChg>
      <pc:sldChg chg="del">
        <pc:chgData name="Pauline Smyth" userId="de5ce227-53e3-42c9-b7e0-2fb7785ba6f5" providerId="ADAL" clId="{4EBABCD9-9E01-4066-8881-843B4EB449E3}" dt="2023-04-19T15:37:12.819" v="22" actId="47"/>
        <pc:sldMkLst>
          <pc:docMk/>
          <pc:sldMk cId="3521118382" sldId="564"/>
        </pc:sldMkLst>
      </pc:sldChg>
      <pc:sldChg chg="modSp mod">
        <pc:chgData name="Pauline Smyth" userId="de5ce227-53e3-42c9-b7e0-2fb7785ba6f5" providerId="ADAL" clId="{4EBABCD9-9E01-4066-8881-843B4EB449E3}" dt="2023-04-19T15:35:47.733" v="21" actId="20577"/>
        <pc:sldMkLst>
          <pc:docMk/>
          <pc:sldMk cId="235534083" sldId="594"/>
        </pc:sldMkLst>
        <pc:spChg chg="mod">
          <ac:chgData name="Pauline Smyth" userId="de5ce227-53e3-42c9-b7e0-2fb7785ba6f5" providerId="ADAL" clId="{4EBABCD9-9E01-4066-8881-843B4EB449E3}" dt="2023-04-19T15:35:47.733" v="21" actId="20577"/>
          <ac:spMkLst>
            <pc:docMk/>
            <pc:sldMk cId="235534083" sldId="594"/>
            <ac:spMk id="96" creationId="{00000000-0000-0000-0000-000000000000}"/>
          </ac:spMkLst>
        </pc:spChg>
      </pc:sldChg>
      <pc:sldChg chg="del">
        <pc:chgData name="Pauline Smyth" userId="de5ce227-53e3-42c9-b7e0-2fb7785ba6f5" providerId="ADAL" clId="{4EBABCD9-9E01-4066-8881-843B4EB449E3}" dt="2023-04-19T15:38:45.190" v="23" actId="47"/>
        <pc:sldMkLst>
          <pc:docMk/>
          <pc:sldMk cId="2013675479" sldId="600"/>
        </pc:sldMkLst>
      </pc:sldChg>
      <pc:sldChg chg="modSp mod">
        <pc:chgData name="Pauline Smyth" userId="de5ce227-53e3-42c9-b7e0-2fb7785ba6f5" providerId="ADAL" clId="{4EBABCD9-9E01-4066-8881-843B4EB449E3}" dt="2023-04-19T15:40:40.721" v="42" actId="20577"/>
        <pc:sldMkLst>
          <pc:docMk/>
          <pc:sldMk cId="2785708337" sldId="601"/>
        </pc:sldMkLst>
        <pc:spChg chg="mod">
          <ac:chgData name="Pauline Smyth" userId="de5ce227-53e3-42c9-b7e0-2fb7785ba6f5" providerId="ADAL" clId="{4EBABCD9-9E01-4066-8881-843B4EB449E3}" dt="2023-04-19T15:40:33.319" v="35" actId="20577"/>
          <ac:spMkLst>
            <pc:docMk/>
            <pc:sldMk cId="2785708337" sldId="601"/>
            <ac:spMk id="95" creationId="{00000000-0000-0000-0000-000000000000}"/>
          </ac:spMkLst>
        </pc:spChg>
        <pc:spChg chg="mod">
          <ac:chgData name="Pauline Smyth" userId="de5ce227-53e3-42c9-b7e0-2fb7785ba6f5" providerId="ADAL" clId="{4EBABCD9-9E01-4066-8881-843B4EB449E3}" dt="2023-04-19T15:40:40.721" v="42" actId="20577"/>
          <ac:spMkLst>
            <pc:docMk/>
            <pc:sldMk cId="2785708337" sldId="601"/>
            <ac:spMk id="96" creationId="{00000000-0000-0000-0000-000000000000}"/>
          </ac:spMkLst>
        </pc:spChg>
      </pc:sldChg>
      <pc:sldChg chg="del">
        <pc:chgData name="Pauline Smyth" userId="de5ce227-53e3-42c9-b7e0-2fb7785ba6f5" providerId="ADAL" clId="{4EBABCD9-9E01-4066-8881-843B4EB449E3}" dt="2023-04-19T15:40:01.145" v="24" actId="47"/>
        <pc:sldMkLst>
          <pc:docMk/>
          <pc:sldMk cId="3938474632" sldId="602"/>
        </pc:sldMkLst>
      </pc:sldChg>
      <pc:sldChg chg="ord">
        <pc:chgData name="Pauline Smyth" userId="de5ce227-53e3-42c9-b7e0-2fb7785ba6f5" providerId="ADAL" clId="{4EBABCD9-9E01-4066-8881-843B4EB449E3}" dt="2023-04-19T15:32:29.396" v="16"/>
        <pc:sldMkLst>
          <pc:docMk/>
          <pc:sldMk cId="2999395692" sldId="61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70880268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4852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721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65530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435587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202278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023137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331835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534585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687969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82468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7578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07507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02351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04410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71458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461545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477604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435587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385894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777282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656513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083825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11210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202278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600285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343063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603805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097663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659016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852419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783101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816561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853004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31801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097929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129484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08250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91100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61087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32118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20726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09228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20223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0831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0" y="0"/>
            <a:ext cx="9143999" cy="5143501"/>
          </a:xfrm>
          <a:prstGeom prst="rect">
            <a:avLst/>
          </a:prstGeom>
          <a:noFill/>
          <a:ln>
            <a:noFill/>
          </a:ln>
        </p:spPr>
      </p:pic>
      <p:sp>
        <p:nvSpPr>
          <p:cNvPr id="10" name="Google Shape;10;p2"/>
          <p:cNvSpPr/>
          <p:nvPr/>
        </p:nvSpPr>
        <p:spPr>
          <a:xfrm>
            <a:off x="196350" y="196350"/>
            <a:ext cx="8760600" cy="4768200"/>
          </a:xfrm>
          <a:prstGeom prst="rect">
            <a:avLst/>
          </a:prstGeom>
          <a:solidFill>
            <a:srgbClr val="FFFFFF"/>
          </a:solidFill>
          <a:ln w="76200" cap="flat" cmpd="sng">
            <a:solidFill>
              <a:srgbClr val="009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1048725" y="3058625"/>
            <a:ext cx="4914000" cy="1159800"/>
          </a:xfrm>
          <a:prstGeom prst="rect">
            <a:avLst/>
          </a:prstGeom>
        </p:spPr>
        <p:txBody>
          <a:bodyPr spcFirstLastPara="1" wrap="square" lIns="91425" tIns="91425" rIns="91425" bIns="91425" anchor="b" anchorCtr="0"/>
          <a:lstStyle>
            <a:lvl1pPr lvl="0" rtl="0">
              <a:spcBef>
                <a:spcPts val="0"/>
              </a:spcBef>
              <a:spcAft>
                <a:spcPts val="0"/>
              </a:spcAft>
              <a:buSzPts val="3600"/>
              <a:buFont typeface="Open Sans"/>
              <a:buNone/>
              <a:defRPr sz="3600">
                <a:latin typeface="Open Sans"/>
                <a:ea typeface="Open Sans"/>
                <a:cs typeface="Open Sans"/>
                <a:sym typeface="Open Sans"/>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12" name="Google Shape;12;p2"/>
          <p:cNvSpPr txBox="1"/>
          <p:nvPr/>
        </p:nvSpPr>
        <p:spPr>
          <a:xfrm>
            <a:off x="7010725" y="4600475"/>
            <a:ext cx="1906200" cy="265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000">
                <a:solidFill>
                  <a:srgbClr val="666666"/>
                </a:solidFill>
                <a:latin typeface="Open Sans"/>
                <a:ea typeface="Open Sans"/>
                <a:cs typeface="Open Sans"/>
                <a:sym typeface="Open Sans"/>
              </a:rPr>
              <a:t>teachcomputerscience.com</a:t>
            </a:r>
            <a:endParaRPr sz="1000">
              <a:solidFill>
                <a:srgbClr val="666666"/>
              </a:solidFill>
              <a:latin typeface="Open Sans"/>
              <a:ea typeface="Open Sans"/>
              <a:cs typeface="Open Sans"/>
              <a:sym typeface="Open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27"/>
        <p:cNvGrpSpPr/>
        <p:nvPr/>
      </p:nvGrpSpPr>
      <p:grpSpPr>
        <a:xfrm>
          <a:off x="0" y="0"/>
          <a:ext cx="0" cy="0"/>
          <a:chOff x="0" y="0"/>
          <a:chExt cx="0" cy="0"/>
        </a:xfrm>
      </p:grpSpPr>
      <p:pic>
        <p:nvPicPr>
          <p:cNvPr id="28" name="Google Shape;28;p5"/>
          <p:cNvPicPr preferRelativeResize="0"/>
          <p:nvPr/>
        </p:nvPicPr>
        <p:blipFill>
          <a:blip r:embed="rId2">
            <a:alphaModFix/>
          </a:blip>
          <a:stretch>
            <a:fillRect/>
          </a:stretch>
        </p:blipFill>
        <p:spPr>
          <a:xfrm>
            <a:off x="0" y="0"/>
            <a:ext cx="9143999" cy="5143501"/>
          </a:xfrm>
          <a:prstGeom prst="rect">
            <a:avLst/>
          </a:prstGeom>
          <a:noFill/>
          <a:ln>
            <a:noFill/>
          </a:ln>
        </p:spPr>
      </p:pic>
      <p:sp>
        <p:nvSpPr>
          <p:cNvPr id="29" name="Google Shape;29;p5"/>
          <p:cNvSpPr/>
          <p:nvPr/>
        </p:nvSpPr>
        <p:spPr>
          <a:xfrm>
            <a:off x="196350" y="196350"/>
            <a:ext cx="8760600" cy="4768200"/>
          </a:xfrm>
          <a:prstGeom prst="rect">
            <a:avLst/>
          </a:prstGeom>
          <a:solidFill>
            <a:srgbClr val="FFFFFF"/>
          </a:solidFill>
          <a:ln w="76200" cap="flat" cmpd="sng">
            <a:solidFill>
              <a:srgbClr val="009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5"/>
          <p:cNvSpPr txBox="1">
            <a:spLocks noGrp="1"/>
          </p:cNvSpPr>
          <p:nvPr>
            <p:ph type="body" idx="1"/>
          </p:nvPr>
        </p:nvSpPr>
        <p:spPr>
          <a:xfrm>
            <a:off x="869150" y="2312925"/>
            <a:ext cx="7405800" cy="2004000"/>
          </a:xfrm>
          <a:prstGeom prst="rect">
            <a:avLst/>
          </a:prstGeom>
        </p:spPr>
        <p:txBody>
          <a:bodyPr spcFirstLastPara="1" wrap="square" lIns="91425" tIns="91425" rIns="91425" bIns="91425" anchor="t" anchorCtr="0"/>
          <a:lstStyle>
            <a:lvl1pPr marL="457200" lvl="0" indent="-355600">
              <a:spcBef>
                <a:spcPts val="600"/>
              </a:spcBef>
              <a:spcAft>
                <a:spcPts val="0"/>
              </a:spcAft>
              <a:buSzPts val="2000"/>
              <a:buFont typeface="Open Sans"/>
              <a:buChar char="▪"/>
              <a:defRPr>
                <a:latin typeface="Open Sans"/>
                <a:ea typeface="Open Sans"/>
                <a:cs typeface="Open Sans"/>
                <a:sym typeface="Open Sans"/>
              </a:defRPr>
            </a:lvl1pPr>
            <a:lvl2pPr marL="914400" lvl="1" indent="-355600">
              <a:spcBef>
                <a:spcPts val="0"/>
              </a:spcBef>
              <a:spcAft>
                <a:spcPts val="0"/>
              </a:spcAft>
              <a:buSzPts val="2000"/>
              <a:buFont typeface="Open Sans"/>
              <a:buChar char="□"/>
              <a:defRPr>
                <a:latin typeface="Open Sans"/>
                <a:ea typeface="Open Sans"/>
                <a:cs typeface="Open Sans"/>
                <a:sym typeface="Open Sans"/>
              </a:defRPr>
            </a:lvl2pPr>
            <a:lvl3pPr marL="1371600" lvl="2" indent="-355600">
              <a:spcBef>
                <a:spcPts val="0"/>
              </a:spcBef>
              <a:spcAft>
                <a:spcPts val="0"/>
              </a:spcAft>
              <a:buSzPts val="2000"/>
              <a:buFont typeface="Open Sans"/>
              <a:buChar char="□"/>
              <a:defRPr>
                <a:latin typeface="Open Sans"/>
                <a:ea typeface="Open Sans"/>
                <a:cs typeface="Open Sans"/>
                <a:sym typeface="Open Sans"/>
              </a:defRPr>
            </a:lvl3pPr>
            <a:lvl4pPr marL="1828800" lvl="3" indent="-355600">
              <a:spcBef>
                <a:spcPts val="0"/>
              </a:spcBef>
              <a:spcAft>
                <a:spcPts val="0"/>
              </a:spcAft>
              <a:buSzPts val="2000"/>
              <a:buFont typeface="Open Sans"/>
              <a:buChar char="□"/>
              <a:defRPr>
                <a:latin typeface="Open Sans"/>
                <a:ea typeface="Open Sans"/>
                <a:cs typeface="Open Sans"/>
                <a:sym typeface="Open Sans"/>
              </a:defRPr>
            </a:lvl4pPr>
            <a:lvl5pPr marL="2286000" lvl="4" indent="-355600">
              <a:spcBef>
                <a:spcPts val="0"/>
              </a:spcBef>
              <a:spcAft>
                <a:spcPts val="0"/>
              </a:spcAft>
              <a:buSzPts val="2000"/>
              <a:buFont typeface="Open Sans"/>
              <a:buChar char="○"/>
              <a:defRPr>
                <a:latin typeface="Open Sans"/>
                <a:ea typeface="Open Sans"/>
                <a:cs typeface="Open Sans"/>
                <a:sym typeface="Open Sans"/>
              </a:defRPr>
            </a:lvl5pPr>
            <a:lvl6pPr marL="2743200" lvl="5" indent="-355600">
              <a:spcBef>
                <a:spcPts val="0"/>
              </a:spcBef>
              <a:spcAft>
                <a:spcPts val="0"/>
              </a:spcAft>
              <a:buSzPts val="2000"/>
              <a:buFont typeface="Open Sans"/>
              <a:buChar char="■"/>
              <a:defRPr>
                <a:latin typeface="Open Sans"/>
                <a:ea typeface="Open Sans"/>
                <a:cs typeface="Open Sans"/>
                <a:sym typeface="Open Sans"/>
              </a:defRPr>
            </a:lvl6pPr>
            <a:lvl7pPr marL="3200400" lvl="6" indent="-355600">
              <a:spcBef>
                <a:spcPts val="0"/>
              </a:spcBef>
              <a:spcAft>
                <a:spcPts val="0"/>
              </a:spcAft>
              <a:buSzPts val="2000"/>
              <a:buFont typeface="Open Sans"/>
              <a:buChar char="●"/>
              <a:defRPr>
                <a:latin typeface="Open Sans"/>
                <a:ea typeface="Open Sans"/>
                <a:cs typeface="Open Sans"/>
                <a:sym typeface="Open Sans"/>
              </a:defRPr>
            </a:lvl7pPr>
            <a:lvl8pPr marL="3657600" lvl="7" indent="-355600">
              <a:spcBef>
                <a:spcPts val="0"/>
              </a:spcBef>
              <a:spcAft>
                <a:spcPts val="0"/>
              </a:spcAft>
              <a:buSzPts val="2000"/>
              <a:buFont typeface="Open Sans"/>
              <a:buChar char="○"/>
              <a:defRPr>
                <a:latin typeface="Open Sans"/>
                <a:ea typeface="Open Sans"/>
                <a:cs typeface="Open Sans"/>
                <a:sym typeface="Open Sans"/>
              </a:defRPr>
            </a:lvl8pPr>
            <a:lvl9pPr marL="4114800" lvl="8" indent="-355600">
              <a:spcBef>
                <a:spcPts val="0"/>
              </a:spcBef>
              <a:spcAft>
                <a:spcPts val="0"/>
              </a:spcAft>
              <a:buSzPts val="2000"/>
              <a:buFont typeface="Open Sans"/>
              <a:buChar char="■"/>
              <a:defRPr>
                <a:latin typeface="Open Sans"/>
                <a:ea typeface="Open Sans"/>
                <a:cs typeface="Open Sans"/>
                <a:sym typeface="Open Sans"/>
              </a:defRPr>
            </a:lvl9pPr>
          </a:lstStyle>
          <a:p>
            <a:endParaRPr/>
          </a:p>
        </p:txBody>
      </p:sp>
      <p:sp>
        <p:nvSpPr>
          <p:cNvPr id="31" name="Google Shape;31;p5"/>
          <p:cNvSpPr txBox="1">
            <a:spLocks noGrp="1"/>
          </p:cNvSpPr>
          <p:nvPr>
            <p:ph type="ctrTitle"/>
          </p:nvPr>
        </p:nvSpPr>
        <p:spPr>
          <a:xfrm>
            <a:off x="940250" y="947800"/>
            <a:ext cx="4950000" cy="1159800"/>
          </a:xfrm>
          <a:prstGeom prst="rect">
            <a:avLst/>
          </a:prstGeom>
        </p:spPr>
        <p:txBody>
          <a:bodyPr spcFirstLastPara="1" wrap="square" lIns="91425" tIns="91425" rIns="91425" bIns="91425" anchor="b" anchorCtr="0"/>
          <a:lstStyle>
            <a:lvl1pPr lvl="0" rtl="0">
              <a:spcBef>
                <a:spcPts val="0"/>
              </a:spcBef>
              <a:spcAft>
                <a:spcPts val="0"/>
              </a:spcAft>
              <a:buSzPts val="3000"/>
              <a:buFont typeface="Open Sans"/>
              <a:buNone/>
              <a:defRPr sz="3000">
                <a:latin typeface="Open Sans"/>
                <a:ea typeface="Open Sans"/>
                <a:cs typeface="Open Sans"/>
                <a:sym typeface="Open Sans"/>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32" name="Google Shape;32;p5"/>
          <p:cNvSpPr txBox="1"/>
          <p:nvPr/>
        </p:nvSpPr>
        <p:spPr>
          <a:xfrm>
            <a:off x="7010725" y="4600475"/>
            <a:ext cx="1906200" cy="265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000">
                <a:solidFill>
                  <a:srgbClr val="666666"/>
                </a:solidFill>
                <a:latin typeface="Open Sans"/>
                <a:ea typeface="Open Sans"/>
                <a:cs typeface="Open Sans"/>
                <a:sym typeface="Open Sans"/>
              </a:rPr>
              <a:t>teachcomputerscience.com</a:t>
            </a:r>
            <a:endParaRPr sz="1000">
              <a:solidFill>
                <a:srgbClr val="666666"/>
              </a:solidFill>
              <a:latin typeface="Open Sans"/>
              <a:ea typeface="Open Sans"/>
              <a:cs typeface="Open Sans"/>
              <a:sym typeface="Open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3"/>
        <p:cNvGrpSpPr/>
        <p:nvPr/>
      </p:nvGrpSpPr>
      <p:grpSpPr>
        <a:xfrm>
          <a:off x="0" y="0"/>
          <a:ext cx="0" cy="0"/>
          <a:chOff x="0" y="0"/>
          <a:chExt cx="0" cy="0"/>
        </a:xfrm>
      </p:grpSpPr>
      <p:pic>
        <p:nvPicPr>
          <p:cNvPr id="14" name="Google Shape;14;p3"/>
          <p:cNvPicPr preferRelativeResize="0"/>
          <p:nvPr/>
        </p:nvPicPr>
        <p:blipFill>
          <a:blip r:embed="rId2">
            <a:alphaModFix/>
          </a:blip>
          <a:stretch>
            <a:fillRect/>
          </a:stretch>
        </p:blipFill>
        <p:spPr>
          <a:xfrm>
            <a:off x="0" y="0"/>
            <a:ext cx="9143999" cy="5143501"/>
          </a:xfrm>
          <a:prstGeom prst="rect">
            <a:avLst/>
          </a:prstGeom>
          <a:noFill/>
          <a:ln>
            <a:noFill/>
          </a:ln>
        </p:spPr>
      </p:pic>
      <p:sp>
        <p:nvSpPr>
          <p:cNvPr id="15" name="Google Shape;15;p3"/>
          <p:cNvSpPr/>
          <p:nvPr/>
        </p:nvSpPr>
        <p:spPr>
          <a:xfrm>
            <a:off x="196350" y="196350"/>
            <a:ext cx="8760600" cy="4768200"/>
          </a:xfrm>
          <a:prstGeom prst="rect">
            <a:avLst/>
          </a:prstGeom>
          <a:solidFill>
            <a:srgbClr val="FFFFFF"/>
          </a:solidFill>
          <a:ln w="76200" cap="flat" cmpd="sng">
            <a:solidFill>
              <a:srgbClr val="009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txBox="1">
            <a:spLocks noGrp="1"/>
          </p:cNvSpPr>
          <p:nvPr>
            <p:ph type="ctrTitle"/>
          </p:nvPr>
        </p:nvSpPr>
        <p:spPr>
          <a:xfrm>
            <a:off x="1012800" y="2497750"/>
            <a:ext cx="4950000" cy="1159800"/>
          </a:xfrm>
          <a:prstGeom prst="rect">
            <a:avLst/>
          </a:prstGeom>
        </p:spPr>
        <p:txBody>
          <a:bodyPr spcFirstLastPara="1" wrap="square" lIns="91425" tIns="91425" rIns="91425" bIns="91425" anchor="b" anchorCtr="0"/>
          <a:lstStyle>
            <a:lvl1pPr lvl="0" rtl="0">
              <a:spcBef>
                <a:spcPts val="0"/>
              </a:spcBef>
              <a:spcAft>
                <a:spcPts val="0"/>
              </a:spcAft>
              <a:buSzPts val="3000"/>
              <a:buFont typeface="Open Sans"/>
              <a:buNone/>
              <a:defRPr sz="3000">
                <a:latin typeface="Open Sans"/>
                <a:ea typeface="Open Sans"/>
                <a:cs typeface="Open Sans"/>
                <a:sym typeface="Open Sans"/>
              </a:defRPr>
            </a:lvl1pPr>
            <a:lvl2pPr lvl="1" rtl="0">
              <a:spcBef>
                <a:spcPts val="0"/>
              </a:spcBef>
              <a:spcAft>
                <a:spcPts val="0"/>
              </a:spcAft>
              <a:buSzPts val="4800"/>
              <a:buFont typeface="Open Sans"/>
              <a:buNone/>
              <a:defRPr sz="4800">
                <a:latin typeface="Open Sans"/>
                <a:ea typeface="Open Sans"/>
                <a:cs typeface="Open Sans"/>
                <a:sym typeface="Open Sans"/>
              </a:defRPr>
            </a:lvl2pPr>
            <a:lvl3pPr lvl="2" rtl="0">
              <a:spcBef>
                <a:spcPts val="0"/>
              </a:spcBef>
              <a:spcAft>
                <a:spcPts val="0"/>
              </a:spcAft>
              <a:buSzPts val="4800"/>
              <a:buFont typeface="Open Sans"/>
              <a:buNone/>
              <a:defRPr sz="4800">
                <a:latin typeface="Open Sans"/>
                <a:ea typeface="Open Sans"/>
                <a:cs typeface="Open Sans"/>
                <a:sym typeface="Open Sans"/>
              </a:defRPr>
            </a:lvl3pPr>
            <a:lvl4pPr lvl="3" rtl="0">
              <a:spcBef>
                <a:spcPts val="0"/>
              </a:spcBef>
              <a:spcAft>
                <a:spcPts val="0"/>
              </a:spcAft>
              <a:buSzPts val="4800"/>
              <a:buFont typeface="Open Sans"/>
              <a:buNone/>
              <a:defRPr sz="4800">
                <a:latin typeface="Open Sans"/>
                <a:ea typeface="Open Sans"/>
                <a:cs typeface="Open Sans"/>
                <a:sym typeface="Open Sans"/>
              </a:defRPr>
            </a:lvl4pPr>
            <a:lvl5pPr lvl="4" rtl="0">
              <a:spcBef>
                <a:spcPts val="0"/>
              </a:spcBef>
              <a:spcAft>
                <a:spcPts val="0"/>
              </a:spcAft>
              <a:buSzPts val="4800"/>
              <a:buFont typeface="Open Sans"/>
              <a:buNone/>
              <a:defRPr sz="4800">
                <a:latin typeface="Open Sans"/>
                <a:ea typeface="Open Sans"/>
                <a:cs typeface="Open Sans"/>
                <a:sym typeface="Open Sans"/>
              </a:defRPr>
            </a:lvl5pPr>
            <a:lvl6pPr lvl="5" rtl="0">
              <a:spcBef>
                <a:spcPts val="0"/>
              </a:spcBef>
              <a:spcAft>
                <a:spcPts val="0"/>
              </a:spcAft>
              <a:buSzPts val="4800"/>
              <a:buFont typeface="Open Sans"/>
              <a:buNone/>
              <a:defRPr sz="4800">
                <a:latin typeface="Open Sans"/>
                <a:ea typeface="Open Sans"/>
                <a:cs typeface="Open Sans"/>
                <a:sym typeface="Open Sans"/>
              </a:defRPr>
            </a:lvl6pPr>
            <a:lvl7pPr lvl="6" rtl="0">
              <a:spcBef>
                <a:spcPts val="0"/>
              </a:spcBef>
              <a:spcAft>
                <a:spcPts val="0"/>
              </a:spcAft>
              <a:buSzPts val="4800"/>
              <a:buFont typeface="Open Sans"/>
              <a:buNone/>
              <a:defRPr sz="4800">
                <a:latin typeface="Open Sans"/>
                <a:ea typeface="Open Sans"/>
                <a:cs typeface="Open Sans"/>
                <a:sym typeface="Open Sans"/>
              </a:defRPr>
            </a:lvl7pPr>
            <a:lvl8pPr lvl="7" rtl="0">
              <a:spcBef>
                <a:spcPts val="0"/>
              </a:spcBef>
              <a:spcAft>
                <a:spcPts val="0"/>
              </a:spcAft>
              <a:buSzPts val="4800"/>
              <a:buFont typeface="Open Sans"/>
              <a:buNone/>
              <a:defRPr sz="4800">
                <a:latin typeface="Open Sans"/>
                <a:ea typeface="Open Sans"/>
                <a:cs typeface="Open Sans"/>
                <a:sym typeface="Open Sans"/>
              </a:defRPr>
            </a:lvl8pPr>
            <a:lvl9pPr lvl="8" rtl="0">
              <a:spcBef>
                <a:spcPts val="0"/>
              </a:spcBef>
              <a:spcAft>
                <a:spcPts val="0"/>
              </a:spcAft>
              <a:buSzPts val="4800"/>
              <a:buFont typeface="Open Sans"/>
              <a:buNone/>
              <a:defRPr sz="4800">
                <a:latin typeface="Open Sans"/>
                <a:ea typeface="Open Sans"/>
                <a:cs typeface="Open Sans"/>
                <a:sym typeface="Open Sans"/>
              </a:defRPr>
            </a:lvl9pPr>
          </a:lstStyle>
          <a:p>
            <a:endParaRPr/>
          </a:p>
        </p:txBody>
      </p:sp>
      <p:sp>
        <p:nvSpPr>
          <p:cNvPr id="17" name="Google Shape;17;p3"/>
          <p:cNvSpPr txBox="1">
            <a:spLocks noGrp="1"/>
          </p:cNvSpPr>
          <p:nvPr>
            <p:ph type="subTitle" idx="1"/>
          </p:nvPr>
        </p:nvSpPr>
        <p:spPr>
          <a:xfrm>
            <a:off x="1012800" y="3678252"/>
            <a:ext cx="4950000" cy="784800"/>
          </a:xfrm>
          <a:prstGeom prst="rect">
            <a:avLst/>
          </a:prstGeom>
        </p:spPr>
        <p:txBody>
          <a:bodyPr spcFirstLastPara="1" wrap="square" lIns="91425" tIns="91425" rIns="91425" bIns="91425" anchor="t" anchorCtr="0"/>
          <a:lstStyle>
            <a:lvl1pPr lvl="0" rtl="0">
              <a:spcBef>
                <a:spcPts val="0"/>
              </a:spcBef>
              <a:spcAft>
                <a:spcPts val="0"/>
              </a:spcAft>
              <a:buClr>
                <a:srgbClr val="000000"/>
              </a:buClr>
              <a:buSzPts val="2000"/>
              <a:buFont typeface="Open Sans"/>
              <a:buNone/>
              <a:defRPr>
                <a:solidFill>
                  <a:srgbClr val="000000"/>
                </a:solidFill>
                <a:latin typeface="Open Sans"/>
                <a:ea typeface="Open Sans"/>
                <a:cs typeface="Open Sans"/>
                <a:sym typeface="Open Sans"/>
              </a:defRPr>
            </a:lvl1pPr>
            <a:lvl2pPr lvl="1" rtl="0">
              <a:spcBef>
                <a:spcPts val="0"/>
              </a:spcBef>
              <a:spcAft>
                <a:spcPts val="0"/>
              </a:spcAft>
              <a:buClr>
                <a:srgbClr val="000000"/>
              </a:buClr>
              <a:buSzPts val="2000"/>
              <a:buNone/>
              <a:defRPr>
                <a:solidFill>
                  <a:srgbClr val="000000"/>
                </a:solidFill>
              </a:defRPr>
            </a:lvl2pPr>
            <a:lvl3pPr lvl="2" rtl="0">
              <a:spcBef>
                <a:spcPts val="0"/>
              </a:spcBef>
              <a:spcAft>
                <a:spcPts val="0"/>
              </a:spcAft>
              <a:buClr>
                <a:srgbClr val="000000"/>
              </a:buClr>
              <a:buSzPts val="2000"/>
              <a:buNone/>
              <a:defRPr>
                <a:solidFill>
                  <a:srgbClr val="000000"/>
                </a:solidFill>
              </a:defRPr>
            </a:lvl3pPr>
            <a:lvl4pPr lvl="3" rtl="0">
              <a:spcBef>
                <a:spcPts val="0"/>
              </a:spcBef>
              <a:spcAft>
                <a:spcPts val="0"/>
              </a:spcAft>
              <a:buClr>
                <a:srgbClr val="000000"/>
              </a:buClr>
              <a:buSzPts val="2000"/>
              <a:buNone/>
              <a:defRPr>
                <a:solidFill>
                  <a:srgbClr val="000000"/>
                </a:solidFill>
              </a:defRPr>
            </a:lvl4pPr>
            <a:lvl5pPr lvl="4" rtl="0">
              <a:spcBef>
                <a:spcPts val="0"/>
              </a:spcBef>
              <a:spcAft>
                <a:spcPts val="0"/>
              </a:spcAft>
              <a:buClr>
                <a:srgbClr val="000000"/>
              </a:buClr>
              <a:buSzPts val="2000"/>
              <a:buNone/>
              <a:defRPr>
                <a:solidFill>
                  <a:srgbClr val="000000"/>
                </a:solidFill>
              </a:defRPr>
            </a:lvl5pPr>
            <a:lvl6pPr lvl="5" rtl="0">
              <a:spcBef>
                <a:spcPts val="0"/>
              </a:spcBef>
              <a:spcAft>
                <a:spcPts val="0"/>
              </a:spcAft>
              <a:buClr>
                <a:srgbClr val="000000"/>
              </a:buClr>
              <a:buSzPts val="2000"/>
              <a:buNone/>
              <a:defRPr>
                <a:solidFill>
                  <a:srgbClr val="000000"/>
                </a:solidFill>
              </a:defRPr>
            </a:lvl6pPr>
            <a:lvl7pPr lvl="6" rtl="0">
              <a:spcBef>
                <a:spcPts val="0"/>
              </a:spcBef>
              <a:spcAft>
                <a:spcPts val="0"/>
              </a:spcAft>
              <a:buClr>
                <a:srgbClr val="000000"/>
              </a:buClr>
              <a:buSzPts val="2000"/>
              <a:buNone/>
              <a:defRPr>
                <a:solidFill>
                  <a:srgbClr val="000000"/>
                </a:solidFill>
              </a:defRPr>
            </a:lvl7pPr>
            <a:lvl8pPr lvl="7" rtl="0">
              <a:spcBef>
                <a:spcPts val="0"/>
              </a:spcBef>
              <a:spcAft>
                <a:spcPts val="0"/>
              </a:spcAft>
              <a:buClr>
                <a:srgbClr val="000000"/>
              </a:buClr>
              <a:buSzPts val="2000"/>
              <a:buNone/>
              <a:defRPr>
                <a:solidFill>
                  <a:srgbClr val="000000"/>
                </a:solidFill>
              </a:defRPr>
            </a:lvl8pPr>
            <a:lvl9pPr lvl="8" rtl="0">
              <a:spcBef>
                <a:spcPts val="0"/>
              </a:spcBef>
              <a:spcAft>
                <a:spcPts val="0"/>
              </a:spcAft>
              <a:buClr>
                <a:srgbClr val="000000"/>
              </a:buClr>
              <a:buSzPts val="2000"/>
              <a:buNone/>
              <a:defRPr>
                <a:solidFill>
                  <a:srgbClr val="000000"/>
                </a:solidFill>
              </a:defRPr>
            </a:lvl9pPr>
          </a:lstStyle>
          <a:p>
            <a:endParaRPr/>
          </a:p>
        </p:txBody>
      </p:sp>
      <p:sp>
        <p:nvSpPr>
          <p:cNvPr id="18" name="Google Shape;18;p3"/>
          <p:cNvSpPr txBox="1"/>
          <p:nvPr/>
        </p:nvSpPr>
        <p:spPr>
          <a:xfrm>
            <a:off x="7010725" y="4600475"/>
            <a:ext cx="1906200" cy="265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000">
                <a:solidFill>
                  <a:srgbClr val="666666"/>
                </a:solidFill>
                <a:latin typeface="Open Sans"/>
                <a:ea typeface="Open Sans"/>
                <a:cs typeface="Open Sans"/>
                <a:sym typeface="Open Sans"/>
              </a:rPr>
              <a:t>teachcomputerscience.com</a:t>
            </a:r>
            <a:endParaRPr sz="1000">
              <a:solidFill>
                <a:srgbClr val="666666"/>
              </a:solidFill>
              <a:latin typeface="Open Sans"/>
              <a:ea typeface="Open Sans"/>
              <a:cs typeface="Open Sans"/>
              <a:sym typeface="Open Sans"/>
            </a:endParaRPr>
          </a:p>
        </p:txBody>
      </p:sp>
    </p:spTree>
    <p:extLst>
      <p:ext uri="{BB962C8B-B14F-4D97-AF65-F5344CB8AC3E}">
        <p14:creationId xmlns:p14="http://schemas.microsoft.com/office/powerpoint/2010/main" val="1427750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40"/>
        <p:cNvGrpSpPr/>
        <p:nvPr/>
      </p:nvGrpSpPr>
      <p:grpSpPr>
        <a:xfrm>
          <a:off x="0" y="0"/>
          <a:ext cx="0" cy="0"/>
          <a:chOff x="0" y="0"/>
          <a:chExt cx="0" cy="0"/>
        </a:xfrm>
      </p:grpSpPr>
      <p:pic>
        <p:nvPicPr>
          <p:cNvPr id="41" name="Google Shape;41;p7"/>
          <p:cNvPicPr preferRelativeResize="0"/>
          <p:nvPr/>
        </p:nvPicPr>
        <p:blipFill>
          <a:blip r:embed="rId2">
            <a:alphaModFix/>
          </a:blip>
          <a:stretch>
            <a:fillRect/>
          </a:stretch>
        </p:blipFill>
        <p:spPr>
          <a:xfrm>
            <a:off x="0" y="0"/>
            <a:ext cx="9143999" cy="5143501"/>
          </a:xfrm>
          <a:prstGeom prst="rect">
            <a:avLst/>
          </a:prstGeom>
          <a:noFill/>
          <a:ln>
            <a:noFill/>
          </a:ln>
        </p:spPr>
      </p:pic>
      <p:sp>
        <p:nvSpPr>
          <p:cNvPr id="42" name="Google Shape;42;p7"/>
          <p:cNvSpPr/>
          <p:nvPr/>
        </p:nvSpPr>
        <p:spPr>
          <a:xfrm>
            <a:off x="196350" y="196350"/>
            <a:ext cx="8760600" cy="4768200"/>
          </a:xfrm>
          <a:prstGeom prst="rect">
            <a:avLst/>
          </a:prstGeom>
          <a:solidFill>
            <a:srgbClr val="FFFFFF"/>
          </a:solidFill>
          <a:ln w="76200" cap="flat" cmpd="sng">
            <a:solidFill>
              <a:srgbClr val="009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7"/>
          <p:cNvSpPr txBox="1">
            <a:spLocks noGrp="1"/>
          </p:cNvSpPr>
          <p:nvPr>
            <p:ph type="body" idx="1"/>
          </p:nvPr>
        </p:nvSpPr>
        <p:spPr>
          <a:xfrm>
            <a:off x="869150" y="2312925"/>
            <a:ext cx="2366400" cy="2040000"/>
          </a:xfrm>
          <a:prstGeom prst="rect">
            <a:avLst/>
          </a:prstGeom>
        </p:spPr>
        <p:txBody>
          <a:bodyPr spcFirstLastPara="1" wrap="square" lIns="91425" tIns="91425" rIns="91425" bIns="91425" anchor="t" anchorCtr="0"/>
          <a:lstStyle>
            <a:lvl1pPr marL="457200" lvl="0" indent="-317500" rtl="0">
              <a:spcBef>
                <a:spcPts val="600"/>
              </a:spcBef>
              <a:spcAft>
                <a:spcPts val="0"/>
              </a:spcAft>
              <a:buSzPts val="1400"/>
              <a:buChar char="▪"/>
              <a:defRPr sz="1400"/>
            </a:lvl1pPr>
            <a:lvl2pPr marL="914400" lvl="1" indent="-317500" rtl="0">
              <a:spcBef>
                <a:spcPts val="0"/>
              </a:spcBef>
              <a:spcAft>
                <a:spcPts val="0"/>
              </a:spcAft>
              <a:buSzPts val="1400"/>
              <a:buChar char="□"/>
              <a:defRPr sz="1400"/>
            </a:lvl2pPr>
            <a:lvl3pPr marL="1371600" lvl="2" indent="-317500" rtl="0">
              <a:spcBef>
                <a:spcPts val="0"/>
              </a:spcBef>
              <a:spcAft>
                <a:spcPts val="0"/>
              </a:spcAft>
              <a:buSzPts val="1400"/>
              <a:buChar char="□"/>
              <a:defRPr sz="1400"/>
            </a:lvl3pPr>
            <a:lvl4pPr marL="1828800" lvl="3" indent="-317500" rtl="0">
              <a:spcBef>
                <a:spcPts val="0"/>
              </a:spcBef>
              <a:spcAft>
                <a:spcPts val="0"/>
              </a:spcAft>
              <a:buSzPts val="1400"/>
              <a:buChar char="□"/>
              <a:defRPr sz="1400"/>
            </a:lvl4pPr>
            <a:lvl5pPr marL="2286000" lvl="4" indent="-317500" rtl="0">
              <a:spcBef>
                <a:spcPts val="0"/>
              </a:spcBef>
              <a:spcAft>
                <a:spcPts val="0"/>
              </a:spcAft>
              <a:buSzPts val="1400"/>
              <a:buChar char="○"/>
              <a:defRPr sz="1400"/>
            </a:lvl5pPr>
            <a:lvl6pPr marL="2743200" lvl="5" indent="-317500" rtl="0">
              <a:spcBef>
                <a:spcPts val="0"/>
              </a:spcBef>
              <a:spcAft>
                <a:spcPts val="0"/>
              </a:spcAft>
              <a:buSzPts val="1400"/>
              <a:buChar char="■"/>
              <a:defRPr sz="1400"/>
            </a:lvl6pPr>
            <a:lvl7pPr marL="3200400" lvl="6" indent="-317500" rtl="0">
              <a:spcBef>
                <a:spcPts val="0"/>
              </a:spcBef>
              <a:spcAft>
                <a:spcPts val="0"/>
              </a:spcAft>
              <a:buSzPts val="1400"/>
              <a:buChar char="●"/>
              <a:defRPr sz="1400"/>
            </a:lvl7pPr>
            <a:lvl8pPr marL="3657600" lvl="7" indent="-317500" rtl="0">
              <a:spcBef>
                <a:spcPts val="0"/>
              </a:spcBef>
              <a:spcAft>
                <a:spcPts val="0"/>
              </a:spcAft>
              <a:buSzPts val="1400"/>
              <a:buChar char="○"/>
              <a:defRPr sz="1400"/>
            </a:lvl8pPr>
            <a:lvl9pPr marL="4114800" lvl="8" indent="-317500" rtl="0">
              <a:spcBef>
                <a:spcPts val="0"/>
              </a:spcBef>
              <a:spcAft>
                <a:spcPts val="0"/>
              </a:spcAft>
              <a:buSzPts val="1400"/>
              <a:buChar char="■"/>
              <a:defRPr sz="1400"/>
            </a:lvl9pPr>
          </a:lstStyle>
          <a:p>
            <a:endParaRPr/>
          </a:p>
        </p:txBody>
      </p:sp>
      <p:sp>
        <p:nvSpPr>
          <p:cNvPr id="44" name="Google Shape;44;p7"/>
          <p:cNvSpPr txBox="1">
            <a:spLocks noGrp="1"/>
          </p:cNvSpPr>
          <p:nvPr>
            <p:ph type="body" idx="2"/>
          </p:nvPr>
        </p:nvSpPr>
        <p:spPr>
          <a:xfrm>
            <a:off x="3356739" y="2312925"/>
            <a:ext cx="2366400" cy="2040000"/>
          </a:xfrm>
          <a:prstGeom prst="rect">
            <a:avLst/>
          </a:prstGeom>
        </p:spPr>
        <p:txBody>
          <a:bodyPr spcFirstLastPara="1" wrap="square" lIns="91425" tIns="91425" rIns="91425" bIns="91425" anchor="t" anchorCtr="0"/>
          <a:lstStyle>
            <a:lvl1pPr marL="457200" lvl="0" indent="-317500" rtl="0">
              <a:spcBef>
                <a:spcPts val="600"/>
              </a:spcBef>
              <a:spcAft>
                <a:spcPts val="0"/>
              </a:spcAft>
              <a:buSzPts val="1400"/>
              <a:buChar char="▪"/>
              <a:defRPr sz="1400"/>
            </a:lvl1pPr>
            <a:lvl2pPr marL="914400" lvl="1" indent="-317500" rtl="0">
              <a:spcBef>
                <a:spcPts val="0"/>
              </a:spcBef>
              <a:spcAft>
                <a:spcPts val="0"/>
              </a:spcAft>
              <a:buSzPts val="1400"/>
              <a:buChar char="□"/>
              <a:defRPr sz="1400"/>
            </a:lvl2pPr>
            <a:lvl3pPr marL="1371600" lvl="2" indent="-317500" rtl="0">
              <a:spcBef>
                <a:spcPts val="0"/>
              </a:spcBef>
              <a:spcAft>
                <a:spcPts val="0"/>
              </a:spcAft>
              <a:buSzPts val="1400"/>
              <a:buChar char="□"/>
              <a:defRPr sz="1400"/>
            </a:lvl3pPr>
            <a:lvl4pPr marL="1828800" lvl="3" indent="-317500" rtl="0">
              <a:spcBef>
                <a:spcPts val="0"/>
              </a:spcBef>
              <a:spcAft>
                <a:spcPts val="0"/>
              </a:spcAft>
              <a:buSzPts val="1400"/>
              <a:buChar char="□"/>
              <a:defRPr sz="1400"/>
            </a:lvl4pPr>
            <a:lvl5pPr marL="2286000" lvl="4" indent="-317500" rtl="0">
              <a:spcBef>
                <a:spcPts val="0"/>
              </a:spcBef>
              <a:spcAft>
                <a:spcPts val="0"/>
              </a:spcAft>
              <a:buSzPts val="1400"/>
              <a:buChar char="○"/>
              <a:defRPr sz="1400"/>
            </a:lvl5pPr>
            <a:lvl6pPr marL="2743200" lvl="5" indent="-317500" rtl="0">
              <a:spcBef>
                <a:spcPts val="0"/>
              </a:spcBef>
              <a:spcAft>
                <a:spcPts val="0"/>
              </a:spcAft>
              <a:buSzPts val="1400"/>
              <a:buChar char="■"/>
              <a:defRPr sz="1400"/>
            </a:lvl6pPr>
            <a:lvl7pPr marL="3200400" lvl="6" indent="-317500" rtl="0">
              <a:spcBef>
                <a:spcPts val="0"/>
              </a:spcBef>
              <a:spcAft>
                <a:spcPts val="0"/>
              </a:spcAft>
              <a:buSzPts val="1400"/>
              <a:buChar char="●"/>
              <a:defRPr sz="1400"/>
            </a:lvl7pPr>
            <a:lvl8pPr marL="3657600" lvl="7" indent="-317500" rtl="0">
              <a:spcBef>
                <a:spcPts val="0"/>
              </a:spcBef>
              <a:spcAft>
                <a:spcPts val="0"/>
              </a:spcAft>
              <a:buSzPts val="1400"/>
              <a:buChar char="○"/>
              <a:defRPr sz="1400"/>
            </a:lvl8pPr>
            <a:lvl9pPr marL="4114800" lvl="8" indent="-317500" rtl="0">
              <a:spcBef>
                <a:spcPts val="0"/>
              </a:spcBef>
              <a:spcAft>
                <a:spcPts val="0"/>
              </a:spcAft>
              <a:buSzPts val="1400"/>
              <a:buChar char="■"/>
              <a:defRPr sz="1400"/>
            </a:lvl9pPr>
          </a:lstStyle>
          <a:p>
            <a:endParaRPr/>
          </a:p>
        </p:txBody>
      </p:sp>
      <p:sp>
        <p:nvSpPr>
          <p:cNvPr id="45" name="Google Shape;45;p7"/>
          <p:cNvSpPr txBox="1">
            <a:spLocks noGrp="1"/>
          </p:cNvSpPr>
          <p:nvPr>
            <p:ph type="body" idx="3"/>
          </p:nvPr>
        </p:nvSpPr>
        <p:spPr>
          <a:xfrm>
            <a:off x="5844329" y="2312925"/>
            <a:ext cx="2366400" cy="2040000"/>
          </a:xfrm>
          <a:prstGeom prst="rect">
            <a:avLst/>
          </a:prstGeom>
        </p:spPr>
        <p:txBody>
          <a:bodyPr spcFirstLastPara="1" wrap="square" lIns="91425" tIns="91425" rIns="91425" bIns="91425" anchor="t" anchorCtr="0"/>
          <a:lstStyle>
            <a:lvl1pPr marL="457200" lvl="0" indent="-317500" rtl="0">
              <a:spcBef>
                <a:spcPts val="600"/>
              </a:spcBef>
              <a:spcAft>
                <a:spcPts val="0"/>
              </a:spcAft>
              <a:buSzPts val="1400"/>
              <a:buChar char="▪"/>
              <a:defRPr sz="1400"/>
            </a:lvl1pPr>
            <a:lvl2pPr marL="914400" lvl="1" indent="-317500" rtl="0">
              <a:spcBef>
                <a:spcPts val="0"/>
              </a:spcBef>
              <a:spcAft>
                <a:spcPts val="0"/>
              </a:spcAft>
              <a:buSzPts val="1400"/>
              <a:buChar char="□"/>
              <a:defRPr sz="1400"/>
            </a:lvl2pPr>
            <a:lvl3pPr marL="1371600" lvl="2" indent="-317500" rtl="0">
              <a:spcBef>
                <a:spcPts val="0"/>
              </a:spcBef>
              <a:spcAft>
                <a:spcPts val="0"/>
              </a:spcAft>
              <a:buSzPts val="1400"/>
              <a:buChar char="□"/>
              <a:defRPr sz="1400"/>
            </a:lvl3pPr>
            <a:lvl4pPr marL="1828800" lvl="3" indent="-317500" rtl="0">
              <a:spcBef>
                <a:spcPts val="0"/>
              </a:spcBef>
              <a:spcAft>
                <a:spcPts val="0"/>
              </a:spcAft>
              <a:buSzPts val="1400"/>
              <a:buChar char="□"/>
              <a:defRPr sz="1400"/>
            </a:lvl4pPr>
            <a:lvl5pPr marL="2286000" lvl="4" indent="-317500" rtl="0">
              <a:spcBef>
                <a:spcPts val="0"/>
              </a:spcBef>
              <a:spcAft>
                <a:spcPts val="0"/>
              </a:spcAft>
              <a:buSzPts val="1400"/>
              <a:buChar char="○"/>
              <a:defRPr sz="1400"/>
            </a:lvl5pPr>
            <a:lvl6pPr marL="2743200" lvl="5" indent="-317500" rtl="0">
              <a:spcBef>
                <a:spcPts val="0"/>
              </a:spcBef>
              <a:spcAft>
                <a:spcPts val="0"/>
              </a:spcAft>
              <a:buSzPts val="1400"/>
              <a:buChar char="■"/>
              <a:defRPr sz="1400"/>
            </a:lvl6pPr>
            <a:lvl7pPr marL="3200400" lvl="6" indent="-317500" rtl="0">
              <a:spcBef>
                <a:spcPts val="0"/>
              </a:spcBef>
              <a:spcAft>
                <a:spcPts val="0"/>
              </a:spcAft>
              <a:buSzPts val="1400"/>
              <a:buChar char="●"/>
              <a:defRPr sz="1400"/>
            </a:lvl7pPr>
            <a:lvl8pPr marL="3657600" lvl="7" indent="-317500" rtl="0">
              <a:spcBef>
                <a:spcPts val="0"/>
              </a:spcBef>
              <a:spcAft>
                <a:spcPts val="0"/>
              </a:spcAft>
              <a:buSzPts val="1400"/>
              <a:buChar char="○"/>
              <a:defRPr sz="1400"/>
            </a:lvl8pPr>
            <a:lvl9pPr marL="4114800" lvl="8" indent="-317500" rtl="0">
              <a:spcBef>
                <a:spcPts val="0"/>
              </a:spcBef>
              <a:spcAft>
                <a:spcPts val="0"/>
              </a:spcAft>
              <a:buSzPts val="1400"/>
              <a:buChar char="■"/>
              <a:defRPr sz="1400"/>
            </a:lvl9pPr>
          </a:lstStyle>
          <a:p>
            <a:endParaRPr/>
          </a:p>
        </p:txBody>
      </p:sp>
      <p:sp>
        <p:nvSpPr>
          <p:cNvPr id="46" name="Google Shape;46;p7"/>
          <p:cNvSpPr txBox="1">
            <a:spLocks noGrp="1"/>
          </p:cNvSpPr>
          <p:nvPr>
            <p:ph type="ctrTitle"/>
          </p:nvPr>
        </p:nvSpPr>
        <p:spPr>
          <a:xfrm>
            <a:off x="940250" y="947800"/>
            <a:ext cx="4950000" cy="1159800"/>
          </a:xfrm>
          <a:prstGeom prst="rect">
            <a:avLst/>
          </a:prstGeom>
        </p:spPr>
        <p:txBody>
          <a:bodyPr spcFirstLastPara="1" wrap="square" lIns="91425" tIns="91425" rIns="91425" bIns="91425" anchor="b" anchorCtr="0"/>
          <a:lstStyle>
            <a:lvl1pPr lvl="0" rtl="0">
              <a:spcBef>
                <a:spcPts val="0"/>
              </a:spcBef>
              <a:spcAft>
                <a:spcPts val="0"/>
              </a:spcAft>
              <a:buSzPts val="3000"/>
              <a:buNone/>
              <a:defRPr sz="3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47" name="Google Shape;47;p7"/>
          <p:cNvSpPr txBox="1"/>
          <p:nvPr/>
        </p:nvSpPr>
        <p:spPr>
          <a:xfrm>
            <a:off x="7010725" y="4600475"/>
            <a:ext cx="1906200" cy="265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000">
                <a:solidFill>
                  <a:srgbClr val="666666"/>
                </a:solidFill>
                <a:latin typeface="Open Sans"/>
                <a:ea typeface="Open Sans"/>
                <a:cs typeface="Open Sans"/>
                <a:sym typeface="Open Sans"/>
              </a:rPr>
              <a:t>teachcomputerscience.com</a:t>
            </a:r>
            <a:endParaRPr sz="1000">
              <a:solidFill>
                <a:srgbClr val="666666"/>
              </a:solidFill>
              <a:latin typeface="Open Sans"/>
              <a:ea typeface="Open Sans"/>
              <a:cs typeface="Open Sans"/>
              <a:sym typeface="Open Sans"/>
            </a:endParaRPr>
          </a:p>
        </p:txBody>
      </p:sp>
    </p:spTree>
    <p:extLst>
      <p:ext uri="{BB962C8B-B14F-4D97-AF65-F5344CB8AC3E}">
        <p14:creationId xmlns:p14="http://schemas.microsoft.com/office/powerpoint/2010/main" val="724311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33"/>
        <p:cNvGrpSpPr/>
        <p:nvPr/>
      </p:nvGrpSpPr>
      <p:grpSpPr>
        <a:xfrm>
          <a:off x="0" y="0"/>
          <a:ext cx="0" cy="0"/>
          <a:chOff x="0" y="0"/>
          <a:chExt cx="0" cy="0"/>
        </a:xfrm>
      </p:grpSpPr>
      <p:pic>
        <p:nvPicPr>
          <p:cNvPr id="34" name="Google Shape;34;p6"/>
          <p:cNvPicPr preferRelativeResize="0"/>
          <p:nvPr/>
        </p:nvPicPr>
        <p:blipFill>
          <a:blip r:embed="rId2">
            <a:alphaModFix/>
          </a:blip>
          <a:stretch>
            <a:fillRect/>
          </a:stretch>
        </p:blipFill>
        <p:spPr>
          <a:xfrm>
            <a:off x="0" y="0"/>
            <a:ext cx="9143999" cy="5143501"/>
          </a:xfrm>
          <a:prstGeom prst="rect">
            <a:avLst/>
          </a:prstGeom>
          <a:noFill/>
          <a:ln>
            <a:noFill/>
          </a:ln>
        </p:spPr>
      </p:pic>
      <p:sp>
        <p:nvSpPr>
          <p:cNvPr id="35" name="Google Shape;35;p6"/>
          <p:cNvSpPr/>
          <p:nvPr/>
        </p:nvSpPr>
        <p:spPr>
          <a:xfrm>
            <a:off x="196350" y="196350"/>
            <a:ext cx="8760600" cy="4768200"/>
          </a:xfrm>
          <a:prstGeom prst="rect">
            <a:avLst/>
          </a:prstGeom>
          <a:solidFill>
            <a:srgbClr val="FFFFFF"/>
          </a:solidFill>
          <a:ln w="76200" cap="flat" cmpd="sng">
            <a:solidFill>
              <a:srgbClr val="009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txBox="1">
            <a:spLocks noGrp="1"/>
          </p:cNvSpPr>
          <p:nvPr>
            <p:ph type="body" idx="1"/>
          </p:nvPr>
        </p:nvSpPr>
        <p:spPr>
          <a:xfrm>
            <a:off x="869150" y="2312925"/>
            <a:ext cx="3594600" cy="21333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Font typeface="Open Sans"/>
              <a:buChar char="▪"/>
              <a:defRPr sz="1600">
                <a:latin typeface="Open Sans"/>
                <a:ea typeface="Open Sans"/>
                <a:cs typeface="Open Sans"/>
                <a:sym typeface="Open Sans"/>
              </a:defRPr>
            </a:lvl1pPr>
            <a:lvl2pPr marL="914400" lvl="1" indent="-330200">
              <a:spcBef>
                <a:spcPts val="0"/>
              </a:spcBef>
              <a:spcAft>
                <a:spcPts val="0"/>
              </a:spcAft>
              <a:buSzPts val="1600"/>
              <a:buFont typeface="Open Sans"/>
              <a:buChar char="□"/>
              <a:defRPr sz="1600">
                <a:latin typeface="Open Sans"/>
                <a:ea typeface="Open Sans"/>
                <a:cs typeface="Open Sans"/>
                <a:sym typeface="Open Sans"/>
              </a:defRPr>
            </a:lvl2pPr>
            <a:lvl3pPr marL="1371600" lvl="2" indent="-330200">
              <a:spcBef>
                <a:spcPts val="0"/>
              </a:spcBef>
              <a:spcAft>
                <a:spcPts val="0"/>
              </a:spcAft>
              <a:buSzPts val="1600"/>
              <a:buFont typeface="Open Sans"/>
              <a:buChar char="□"/>
              <a:defRPr sz="1600">
                <a:latin typeface="Open Sans"/>
                <a:ea typeface="Open Sans"/>
                <a:cs typeface="Open Sans"/>
                <a:sym typeface="Open Sans"/>
              </a:defRPr>
            </a:lvl3pPr>
            <a:lvl4pPr marL="1828800" lvl="3" indent="-330200">
              <a:spcBef>
                <a:spcPts val="0"/>
              </a:spcBef>
              <a:spcAft>
                <a:spcPts val="0"/>
              </a:spcAft>
              <a:buSzPts val="1600"/>
              <a:buFont typeface="Open Sans"/>
              <a:buChar char="□"/>
              <a:defRPr sz="1600">
                <a:latin typeface="Open Sans"/>
                <a:ea typeface="Open Sans"/>
                <a:cs typeface="Open Sans"/>
                <a:sym typeface="Open Sans"/>
              </a:defRPr>
            </a:lvl4pPr>
            <a:lvl5pPr marL="2286000" lvl="4" indent="-330200">
              <a:spcBef>
                <a:spcPts val="0"/>
              </a:spcBef>
              <a:spcAft>
                <a:spcPts val="0"/>
              </a:spcAft>
              <a:buSzPts val="1600"/>
              <a:buFont typeface="Open Sans"/>
              <a:buChar char="○"/>
              <a:defRPr sz="1600">
                <a:latin typeface="Open Sans"/>
                <a:ea typeface="Open Sans"/>
                <a:cs typeface="Open Sans"/>
                <a:sym typeface="Open Sans"/>
              </a:defRPr>
            </a:lvl5pPr>
            <a:lvl6pPr marL="2743200" lvl="5" indent="-330200">
              <a:spcBef>
                <a:spcPts val="0"/>
              </a:spcBef>
              <a:spcAft>
                <a:spcPts val="0"/>
              </a:spcAft>
              <a:buSzPts val="1600"/>
              <a:buFont typeface="Open Sans"/>
              <a:buChar char="■"/>
              <a:defRPr sz="1600">
                <a:latin typeface="Open Sans"/>
                <a:ea typeface="Open Sans"/>
                <a:cs typeface="Open Sans"/>
                <a:sym typeface="Open Sans"/>
              </a:defRPr>
            </a:lvl6pPr>
            <a:lvl7pPr marL="3200400" lvl="6" indent="-330200">
              <a:spcBef>
                <a:spcPts val="0"/>
              </a:spcBef>
              <a:spcAft>
                <a:spcPts val="0"/>
              </a:spcAft>
              <a:buSzPts val="1600"/>
              <a:buFont typeface="Open Sans"/>
              <a:buChar char="●"/>
              <a:defRPr sz="1600">
                <a:latin typeface="Open Sans"/>
                <a:ea typeface="Open Sans"/>
                <a:cs typeface="Open Sans"/>
                <a:sym typeface="Open Sans"/>
              </a:defRPr>
            </a:lvl7pPr>
            <a:lvl8pPr marL="3657600" lvl="7" indent="-330200">
              <a:spcBef>
                <a:spcPts val="0"/>
              </a:spcBef>
              <a:spcAft>
                <a:spcPts val="0"/>
              </a:spcAft>
              <a:buSzPts val="1600"/>
              <a:buFont typeface="Open Sans"/>
              <a:buChar char="○"/>
              <a:defRPr sz="1600">
                <a:latin typeface="Open Sans"/>
                <a:ea typeface="Open Sans"/>
                <a:cs typeface="Open Sans"/>
                <a:sym typeface="Open Sans"/>
              </a:defRPr>
            </a:lvl8pPr>
            <a:lvl9pPr marL="4114800" lvl="8" indent="-330200">
              <a:spcBef>
                <a:spcPts val="0"/>
              </a:spcBef>
              <a:spcAft>
                <a:spcPts val="0"/>
              </a:spcAft>
              <a:buSzPts val="1600"/>
              <a:buFont typeface="Open Sans"/>
              <a:buChar char="■"/>
              <a:defRPr sz="1600">
                <a:latin typeface="Open Sans"/>
                <a:ea typeface="Open Sans"/>
                <a:cs typeface="Open Sans"/>
                <a:sym typeface="Open Sans"/>
              </a:defRPr>
            </a:lvl9pPr>
          </a:lstStyle>
          <a:p>
            <a:endParaRPr/>
          </a:p>
        </p:txBody>
      </p:sp>
      <p:sp>
        <p:nvSpPr>
          <p:cNvPr id="37" name="Google Shape;37;p6"/>
          <p:cNvSpPr txBox="1">
            <a:spLocks noGrp="1"/>
          </p:cNvSpPr>
          <p:nvPr>
            <p:ph type="body" idx="2"/>
          </p:nvPr>
        </p:nvSpPr>
        <p:spPr>
          <a:xfrm>
            <a:off x="4680228" y="2312925"/>
            <a:ext cx="3594600" cy="21333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Font typeface="Open Sans"/>
              <a:buChar char="▪"/>
              <a:defRPr sz="1600">
                <a:latin typeface="Open Sans"/>
                <a:ea typeface="Open Sans"/>
                <a:cs typeface="Open Sans"/>
                <a:sym typeface="Open Sans"/>
              </a:defRPr>
            </a:lvl1pPr>
            <a:lvl2pPr marL="914400" lvl="1" indent="-330200">
              <a:spcBef>
                <a:spcPts val="0"/>
              </a:spcBef>
              <a:spcAft>
                <a:spcPts val="0"/>
              </a:spcAft>
              <a:buSzPts val="1600"/>
              <a:buFont typeface="Open Sans"/>
              <a:buChar char="□"/>
              <a:defRPr sz="1600">
                <a:latin typeface="Open Sans"/>
                <a:ea typeface="Open Sans"/>
                <a:cs typeface="Open Sans"/>
                <a:sym typeface="Open Sans"/>
              </a:defRPr>
            </a:lvl2pPr>
            <a:lvl3pPr marL="1371600" lvl="2" indent="-330200">
              <a:spcBef>
                <a:spcPts val="0"/>
              </a:spcBef>
              <a:spcAft>
                <a:spcPts val="0"/>
              </a:spcAft>
              <a:buSzPts val="1600"/>
              <a:buFont typeface="Open Sans"/>
              <a:buChar char="□"/>
              <a:defRPr sz="1600">
                <a:latin typeface="Open Sans"/>
                <a:ea typeface="Open Sans"/>
                <a:cs typeface="Open Sans"/>
                <a:sym typeface="Open Sans"/>
              </a:defRPr>
            </a:lvl3pPr>
            <a:lvl4pPr marL="1828800" lvl="3" indent="-330200">
              <a:spcBef>
                <a:spcPts val="0"/>
              </a:spcBef>
              <a:spcAft>
                <a:spcPts val="0"/>
              </a:spcAft>
              <a:buSzPts val="1600"/>
              <a:buFont typeface="Open Sans"/>
              <a:buChar char="□"/>
              <a:defRPr sz="1600">
                <a:latin typeface="Open Sans"/>
                <a:ea typeface="Open Sans"/>
                <a:cs typeface="Open Sans"/>
                <a:sym typeface="Open Sans"/>
              </a:defRPr>
            </a:lvl4pPr>
            <a:lvl5pPr marL="2286000" lvl="4" indent="-330200">
              <a:spcBef>
                <a:spcPts val="0"/>
              </a:spcBef>
              <a:spcAft>
                <a:spcPts val="0"/>
              </a:spcAft>
              <a:buSzPts val="1600"/>
              <a:buFont typeface="Open Sans"/>
              <a:buChar char="○"/>
              <a:defRPr sz="1600">
                <a:latin typeface="Open Sans"/>
                <a:ea typeface="Open Sans"/>
                <a:cs typeface="Open Sans"/>
                <a:sym typeface="Open Sans"/>
              </a:defRPr>
            </a:lvl5pPr>
            <a:lvl6pPr marL="2743200" lvl="5" indent="-330200">
              <a:spcBef>
                <a:spcPts val="0"/>
              </a:spcBef>
              <a:spcAft>
                <a:spcPts val="0"/>
              </a:spcAft>
              <a:buSzPts val="1600"/>
              <a:buFont typeface="Open Sans"/>
              <a:buChar char="■"/>
              <a:defRPr sz="1600">
                <a:latin typeface="Open Sans"/>
                <a:ea typeface="Open Sans"/>
                <a:cs typeface="Open Sans"/>
                <a:sym typeface="Open Sans"/>
              </a:defRPr>
            </a:lvl6pPr>
            <a:lvl7pPr marL="3200400" lvl="6" indent="-330200">
              <a:spcBef>
                <a:spcPts val="0"/>
              </a:spcBef>
              <a:spcAft>
                <a:spcPts val="0"/>
              </a:spcAft>
              <a:buSzPts val="1600"/>
              <a:buFont typeface="Open Sans"/>
              <a:buChar char="●"/>
              <a:defRPr sz="1600">
                <a:latin typeface="Open Sans"/>
                <a:ea typeface="Open Sans"/>
                <a:cs typeface="Open Sans"/>
                <a:sym typeface="Open Sans"/>
              </a:defRPr>
            </a:lvl7pPr>
            <a:lvl8pPr marL="3657600" lvl="7" indent="-330200">
              <a:spcBef>
                <a:spcPts val="0"/>
              </a:spcBef>
              <a:spcAft>
                <a:spcPts val="0"/>
              </a:spcAft>
              <a:buSzPts val="1600"/>
              <a:buFont typeface="Open Sans"/>
              <a:buChar char="○"/>
              <a:defRPr sz="1600">
                <a:latin typeface="Open Sans"/>
                <a:ea typeface="Open Sans"/>
                <a:cs typeface="Open Sans"/>
                <a:sym typeface="Open Sans"/>
              </a:defRPr>
            </a:lvl8pPr>
            <a:lvl9pPr marL="4114800" lvl="8" indent="-330200">
              <a:spcBef>
                <a:spcPts val="0"/>
              </a:spcBef>
              <a:spcAft>
                <a:spcPts val="0"/>
              </a:spcAft>
              <a:buSzPts val="1600"/>
              <a:buFont typeface="Open Sans"/>
              <a:buChar char="■"/>
              <a:defRPr sz="1600">
                <a:latin typeface="Open Sans"/>
                <a:ea typeface="Open Sans"/>
                <a:cs typeface="Open Sans"/>
                <a:sym typeface="Open Sans"/>
              </a:defRPr>
            </a:lvl9pPr>
          </a:lstStyle>
          <a:p>
            <a:endParaRPr/>
          </a:p>
        </p:txBody>
      </p:sp>
      <p:sp>
        <p:nvSpPr>
          <p:cNvPr id="38" name="Google Shape;38;p6"/>
          <p:cNvSpPr txBox="1">
            <a:spLocks noGrp="1"/>
          </p:cNvSpPr>
          <p:nvPr>
            <p:ph type="ctrTitle"/>
          </p:nvPr>
        </p:nvSpPr>
        <p:spPr>
          <a:xfrm>
            <a:off x="940250" y="947800"/>
            <a:ext cx="4950000" cy="1159800"/>
          </a:xfrm>
          <a:prstGeom prst="rect">
            <a:avLst/>
          </a:prstGeom>
        </p:spPr>
        <p:txBody>
          <a:bodyPr spcFirstLastPara="1" wrap="square" lIns="91425" tIns="91425" rIns="91425" bIns="91425" anchor="b" anchorCtr="0"/>
          <a:lstStyle>
            <a:lvl1pPr lvl="0" rtl="0">
              <a:spcBef>
                <a:spcPts val="0"/>
              </a:spcBef>
              <a:spcAft>
                <a:spcPts val="0"/>
              </a:spcAft>
              <a:buSzPts val="3000"/>
              <a:buFont typeface="Open Sans"/>
              <a:buNone/>
              <a:defRPr sz="3000">
                <a:latin typeface="Open Sans"/>
                <a:ea typeface="Open Sans"/>
                <a:cs typeface="Open Sans"/>
                <a:sym typeface="Open Sans"/>
              </a:defRPr>
            </a:lvl1pPr>
            <a:lvl2pPr lvl="1" rtl="0">
              <a:spcBef>
                <a:spcPts val="0"/>
              </a:spcBef>
              <a:spcAft>
                <a:spcPts val="0"/>
              </a:spcAft>
              <a:buSzPts val="4800"/>
              <a:buFont typeface="Open Sans"/>
              <a:buNone/>
              <a:defRPr sz="4800">
                <a:latin typeface="Open Sans"/>
                <a:ea typeface="Open Sans"/>
                <a:cs typeface="Open Sans"/>
                <a:sym typeface="Open Sans"/>
              </a:defRPr>
            </a:lvl2pPr>
            <a:lvl3pPr lvl="2" rtl="0">
              <a:spcBef>
                <a:spcPts val="0"/>
              </a:spcBef>
              <a:spcAft>
                <a:spcPts val="0"/>
              </a:spcAft>
              <a:buSzPts val="4800"/>
              <a:buFont typeface="Open Sans"/>
              <a:buNone/>
              <a:defRPr sz="4800">
                <a:latin typeface="Open Sans"/>
                <a:ea typeface="Open Sans"/>
                <a:cs typeface="Open Sans"/>
                <a:sym typeface="Open Sans"/>
              </a:defRPr>
            </a:lvl3pPr>
            <a:lvl4pPr lvl="3" rtl="0">
              <a:spcBef>
                <a:spcPts val="0"/>
              </a:spcBef>
              <a:spcAft>
                <a:spcPts val="0"/>
              </a:spcAft>
              <a:buSzPts val="4800"/>
              <a:buFont typeface="Open Sans"/>
              <a:buNone/>
              <a:defRPr sz="4800">
                <a:latin typeface="Open Sans"/>
                <a:ea typeface="Open Sans"/>
                <a:cs typeface="Open Sans"/>
                <a:sym typeface="Open Sans"/>
              </a:defRPr>
            </a:lvl4pPr>
            <a:lvl5pPr lvl="4" rtl="0">
              <a:spcBef>
                <a:spcPts val="0"/>
              </a:spcBef>
              <a:spcAft>
                <a:spcPts val="0"/>
              </a:spcAft>
              <a:buSzPts val="4800"/>
              <a:buFont typeface="Open Sans"/>
              <a:buNone/>
              <a:defRPr sz="4800">
                <a:latin typeface="Open Sans"/>
                <a:ea typeface="Open Sans"/>
                <a:cs typeface="Open Sans"/>
                <a:sym typeface="Open Sans"/>
              </a:defRPr>
            </a:lvl5pPr>
            <a:lvl6pPr lvl="5" rtl="0">
              <a:spcBef>
                <a:spcPts val="0"/>
              </a:spcBef>
              <a:spcAft>
                <a:spcPts val="0"/>
              </a:spcAft>
              <a:buSzPts val="4800"/>
              <a:buFont typeface="Open Sans"/>
              <a:buNone/>
              <a:defRPr sz="4800">
                <a:latin typeface="Open Sans"/>
                <a:ea typeface="Open Sans"/>
                <a:cs typeface="Open Sans"/>
                <a:sym typeface="Open Sans"/>
              </a:defRPr>
            </a:lvl6pPr>
            <a:lvl7pPr lvl="6" rtl="0">
              <a:spcBef>
                <a:spcPts val="0"/>
              </a:spcBef>
              <a:spcAft>
                <a:spcPts val="0"/>
              </a:spcAft>
              <a:buSzPts val="4800"/>
              <a:buFont typeface="Open Sans"/>
              <a:buNone/>
              <a:defRPr sz="4800">
                <a:latin typeface="Open Sans"/>
                <a:ea typeface="Open Sans"/>
                <a:cs typeface="Open Sans"/>
                <a:sym typeface="Open Sans"/>
              </a:defRPr>
            </a:lvl7pPr>
            <a:lvl8pPr lvl="7" rtl="0">
              <a:spcBef>
                <a:spcPts val="0"/>
              </a:spcBef>
              <a:spcAft>
                <a:spcPts val="0"/>
              </a:spcAft>
              <a:buSzPts val="4800"/>
              <a:buFont typeface="Open Sans"/>
              <a:buNone/>
              <a:defRPr sz="4800">
                <a:latin typeface="Open Sans"/>
                <a:ea typeface="Open Sans"/>
                <a:cs typeface="Open Sans"/>
                <a:sym typeface="Open Sans"/>
              </a:defRPr>
            </a:lvl8pPr>
            <a:lvl9pPr lvl="8" rtl="0">
              <a:spcBef>
                <a:spcPts val="0"/>
              </a:spcBef>
              <a:spcAft>
                <a:spcPts val="0"/>
              </a:spcAft>
              <a:buSzPts val="4800"/>
              <a:buFont typeface="Open Sans"/>
              <a:buNone/>
              <a:defRPr sz="4800">
                <a:latin typeface="Open Sans"/>
                <a:ea typeface="Open Sans"/>
                <a:cs typeface="Open Sans"/>
                <a:sym typeface="Open Sans"/>
              </a:defRPr>
            </a:lvl9pPr>
          </a:lstStyle>
          <a:p>
            <a:endParaRPr/>
          </a:p>
        </p:txBody>
      </p:sp>
      <p:sp>
        <p:nvSpPr>
          <p:cNvPr id="39" name="Google Shape;39;p6"/>
          <p:cNvSpPr txBox="1"/>
          <p:nvPr/>
        </p:nvSpPr>
        <p:spPr>
          <a:xfrm>
            <a:off x="7010725" y="4600475"/>
            <a:ext cx="1906200" cy="265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000">
                <a:solidFill>
                  <a:srgbClr val="666666"/>
                </a:solidFill>
                <a:latin typeface="Open Sans"/>
                <a:ea typeface="Open Sans"/>
                <a:cs typeface="Open Sans"/>
                <a:sym typeface="Open Sans"/>
              </a:rPr>
              <a:t>teachcomputerscience.com</a:t>
            </a:r>
            <a:endParaRPr sz="1000">
              <a:solidFill>
                <a:srgbClr val="666666"/>
              </a:solidFill>
              <a:latin typeface="Open Sans"/>
              <a:ea typeface="Open Sans"/>
              <a:cs typeface="Open Sans"/>
              <a:sym typeface="Open Sans"/>
            </a:endParaRPr>
          </a:p>
        </p:txBody>
      </p:sp>
    </p:spTree>
    <p:extLst>
      <p:ext uri="{BB962C8B-B14F-4D97-AF65-F5344CB8AC3E}">
        <p14:creationId xmlns:p14="http://schemas.microsoft.com/office/powerpoint/2010/main" val="334995100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69150" y="847600"/>
            <a:ext cx="5092200" cy="1360200"/>
          </a:xfrm>
          <a:prstGeom prst="rect">
            <a:avLst/>
          </a:prstGeom>
          <a:noFill/>
          <a:ln>
            <a:noFill/>
          </a:ln>
        </p:spPr>
        <p:txBody>
          <a:bodyPr spcFirstLastPara="1" wrap="square" lIns="91425" tIns="91425" rIns="91425" bIns="91425" anchor="b" anchorCtr="0"/>
          <a:lstStyle>
            <a:lvl1pPr lvl="0" rtl="0">
              <a:spcBef>
                <a:spcPts val="0"/>
              </a:spcBef>
              <a:spcAft>
                <a:spcPts val="0"/>
              </a:spcAft>
              <a:buClr>
                <a:schemeClr val="dk1"/>
              </a:buClr>
              <a:buSzPts val="3000"/>
              <a:buFont typeface="Open Sans"/>
              <a:buNone/>
              <a:defRPr sz="3000">
                <a:solidFill>
                  <a:schemeClr val="dk1"/>
                </a:solidFill>
                <a:latin typeface="Open Sans"/>
                <a:ea typeface="Open Sans"/>
                <a:cs typeface="Open Sans"/>
                <a:sym typeface="Open Sans"/>
              </a:defRPr>
            </a:lvl1pPr>
            <a:lvl2pPr lvl="1" rtl="0">
              <a:spcBef>
                <a:spcPts val="0"/>
              </a:spcBef>
              <a:spcAft>
                <a:spcPts val="0"/>
              </a:spcAft>
              <a:buClr>
                <a:schemeClr val="dk1"/>
              </a:buClr>
              <a:buSzPts val="4000"/>
              <a:buFont typeface="Work Sans"/>
              <a:buNone/>
              <a:defRPr sz="4000" b="1">
                <a:solidFill>
                  <a:schemeClr val="dk1"/>
                </a:solidFill>
                <a:latin typeface="Work Sans"/>
                <a:ea typeface="Work Sans"/>
                <a:cs typeface="Work Sans"/>
                <a:sym typeface="Work Sans"/>
              </a:defRPr>
            </a:lvl2pPr>
            <a:lvl3pPr lvl="2" rtl="0">
              <a:spcBef>
                <a:spcPts val="0"/>
              </a:spcBef>
              <a:spcAft>
                <a:spcPts val="0"/>
              </a:spcAft>
              <a:buClr>
                <a:schemeClr val="dk1"/>
              </a:buClr>
              <a:buSzPts val="4000"/>
              <a:buFont typeface="Work Sans"/>
              <a:buNone/>
              <a:defRPr sz="4000" b="1">
                <a:solidFill>
                  <a:schemeClr val="dk1"/>
                </a:solidFill>
                <a:latin typeface="Work Sans"/>
                <a:ea typeface="Work Sans"/>
                <a:cs typeface="Work Sans"/>
                <a:sym typeface="Work Sans"/>
              </a:defRPr>
            </a:lvl3pPr>
            <a:lvl4pPr lvl="3" rtl="0">
              <a:spcBef>
                <a:spcPts val="0"/>
              </a:spcBef>
              <a:spcAft>
                <a:spcPts val="0"/>
              </a:spcAft>
              <a:buClr>
                <a:schemeClr val="dk1"/>
              </a:buClr>
              <a:buSzPts val="4000"/>
              <a:buFont typeface="Work Sans"/>
              <a:buNone/>
              <a:defRPr sz="4000" b="1">
                <a:solidFill>
                  <a:schemeClr val="dk1"/>
                </a:solidFill>
                <a:latin typeface="Work Sans"/>
                <a:ea typeface="Work Sans"/>
                <a:cs typeface="Work Sans"/>
                <a:sym typeface="Work Sans"/>
              </a:defRPr>
            </a:lvl4pPr>
            <a:lvl5pPr lvl="4" rtl="0">
              <a:spcBef>
                <a:spcPts val="0"/>
              </a:spcBef>
              <a:spcAft>
                <a:spcPts val="0"/>
              </a:spcAft>
              <a:buClr>
                <a:schemeClr val="dk1"/>
              </a:buClr>
              <a:buSzPts val="4000"/>
              <a:buFont typeface="Work Sans"/>
              <a:buNone/>
              <a:defRPr sz="4000" b="1">
                <a:solidFill>
                  <a:schemeClr val="dk1"/>
                </a:solidFill>
                <a:latin typeface="Work Sans"/>
                <a:ea typeface="Work Sans"/>
                <a:cs typeface="Work Sans"/>
                <a:sym typeface="Work Sans"/>
              </a:defRPr>
            </a:lvl5pPr>
            <a:lvl6pPr lvl="5" rtl="0">
              <a:spcBef>
                <a:spcPts val="0"/>
              </a:spcBef>
              <a:spcAft>
                <a:spcPts val="0"/>
              </a:spcAft>
              <a:buClr>
                <a:schemeClr val="dk1"/>
              </a:buClr>
              <a:buSzPts val="4000"/>
              <a:buFont typeface="Work Sans"/>
              <a:buNone/>
              <a:defRPr sz="4000" b="1">
                <a:solidFill>
                  <a:schemeClr val="dk1"/>
                </a:solidFill>
                <a:latin typeface="Work Sans"/>
                <a:ea typeface="Work Sans"/>
                <a:cs typeface="Work Sans"/>
                <a:sym typeface="Work Sans"/>
              </a:defRPr>
            </a:lvl6pPr>
            <a:lvl7pPr lvl="6" rtl="0">
              <a:spcBef>
                <a:spcPts val="0"/>
              </a:spcBef>
              <a:spcAft>
                <a:spcPts val="0"/>
              </a:spcAft>
              <a:buClr>
                <a:schemeClr val="dk1"/>
              </a:buClr>
              <a:buSzPts val="4000"/>
              <a:buFont typeface="Work Sans"/>
              <a:buNone/>
              <a:defRPr sz="4000" b="1">
                <a:solidFill>
                  <a:schemeClr val="dk1"/>
                </a:solidFill>
                <a:latin typeface="Work Sans"/>
                <a:ea typeface="Work Sans"/>
                <a:cs typeface="Work Sans"/>
                <a:sym typeface="Work Sans"/>
              </a:defRPr>
            </a:lvl7pPr>
            <a:lvl8pPr lvl="7" rtl="0">
              <a:spcBef>
                <a:spcPts val="0"/>
              </a:spcBef>
              <a:spcAft>
                <a:spcPts val="0"/>
              </a:spcAft>
              <a:buClr>
                <a:schemeClr val="dk1"/>
              </a:buClr>
              <a:buSzPts val="4000"/>
              <a:buFont typeface="Work Sans"/>
              <a:buNone/>
              <a:defRPr sz="4000" b="1">
                <a:solidFill>
                  <a:schemeClr val="dk1"/>
                </a:solidFill>
                <a:latin typeface="Work Sans"/>
                <a:ea typeface="Work Sans"/>
                <a:cs typeface="Work Sans"/>
                <a:sym typeface="Work Sans"/>
              </a:defRPr>
            </a:lvl8pPr>
            <a:lvl9pPr lvl="8" rtl="0">
              <a:spcBef>
                <a:spcPts val="0"/>
              </a:spcBef>
              <a:spcAft>
                <a:spcPts val="0"/>
              </a:spcAft>
              <a:buClr>
                <a:schemeClr val="dk1"/>
              </a:buClr>
              <a:buSzPts val="4000"/>
              <a:buFont typeface="Work Sans"/>
              <a:buNone/>
              <a:defRPr sz="4000" b="1">
                <a:solidFill>
                  <a:schemeClr val="dk1"/>
                </a:solidFill>
                <a:latin typeface="Work Sans"/>
                <a:ea typeface="Work Sans"/>
                <a:cs typeface="Work Sans"/>
                <a:sym typeface="Work Sans"/>
              </a:defRPr>
            </a:lvl9pPr>
          </a:lstStyle>
          <a:p>
            <a:endParaRPr/>
          </a:p>
        </p:txBody>
      </p:sp>
      <p:sp>
        <p:nvSpPr>
          <p:cNvPr id="7" name="Google Shape;7;p1"/>
          <p:cNvSpPr txBox="1">
            <a:spLocks noGrp="1"/>
          </p:cNvSpPr>
          <p:nvPr>
            <p:ph type="body" idx="1"/>
          </p:nvPr>
        </p:nvSpPr>
        <p:spPr>
          <a:xfrm>
            <a:off x="869150" y="2312925"/>
            <a:ext cx="7405800" cy="2004000"/>
          </a:xfrm>
          <a:prstGeom prst="rect">
            <a:avLst/>
          </a:prstGeom>
          <a:noFill/>
          <a:ln>
            <a:noFill/>
          </a:ln>
        </p:spPr>
        <p:txBody>
          <a:bodyPr spcFirstLastPara="1" wrap="square" lIns="91425" tIns="91425" rIns="91425" bIns="91425" anchor="t" anchorCtr="0"/>
          <a:lstStyle>
            <a:lvl1pPr marL="457200" lvl="0" indent="-355600">
              <a:spcBef>
                <a:spcPts val="600"/>
              </a:spcBef>
              <a:spcAft>
                <a:spcPts val="0"/>
              </a:spcAft>
              <a:buClr>
                <a:schemeClr val="dk1"/>
              </a:buClr>
              <a:buSzPts val="2000"/>
              <a:buFont typeface="Open Sans"/>
              <a:buChar char="▪"/>
              <a:defRPr sz="2000">
                <a:solidFill>
                  <a:schemeClr val="dk1"/>
                </a:solidFill>
                <a:latin typeface="Open Sans"/>
                <a:ea typeface="Open Sans"/>
                <a:cs typeface="Open Sans"/>
                <a:sym typeface="Open Sans"/>
              </a:defRPr>
            </a:lvl1pPr>
            <a:lvl2pPr marL="914400" lvl="1" indent="-355600">
              <a:spcBef>
                <a:spcPts val="0"/>
              </a:spcBef>
              <a:spcAft>
                <a:spcPts val="0"/>
              </a:spcAft>
              <a:buClr>
                <a:schemeClr val="dk1"/>
              </a:buClr>
              <a:buSzPts val="2000"/>
              <a:buFont typeface="Open Sans"/>
              <a:buChar char="□"/>
              <a:defRPr sz="2000">
                <a:solidFill>
                  <a:schemeClr val="dk1"/>
                </a:solidFill>
                <a:latin typeface="Open Sans"/>
                <a:ea typeface="Open Sans"/>
                <a:cs typeface="Open Sans"/>
                <a:sym typeface="Open Sans"/>
              </a:defRPr>
            </a:lvl2pPr>
            <a:lvl3pPr marL="1371600" lvl="2" indent="-355600">
              <a:spcBef>
                <a:spcPts val="0"/>
              </a:spcBef>
              <a:spcAft>
                <a:spcPts val="0"/>
              </a:spcAft>
              <a:buClr>
                <a:schemeClr val="dk1"/>
              </a:buClr>
              <a:buSzPts val="2000"/>
              <a:buFont typeface="Open Sans"/>
              <a:buChar char="□"/>
              <a:defRPr sz="2000">
                <a:solidFill>
                  <a:schemeClr val="dk1"/>
                </a:solidFill>
                <a:latin typeface="Open Sans"/>
                <a:ea typeface="Open Sans"/>
                <a:cs typeface="Open Sans"/>
                <a:sym typeface="Open Sans"/>
              </a:defRPr>
            </a:lvl3pPr>
            <a:lvl4pPr marL="1828800" lvl="3" indent="-355600">
              <a:spcBef>
                <a:spcPts val="0"/>
              </a:spcBef>
              <a:spcAft>
                <a:spcPts val="0"/>
              </a:spcAft>
              <a:buClr>
                <a:schemeClr val="dk1"/>
              </a:buClr>
              <a:buSzPts val="2000"/>
              <a:buFont typeface="Open Sans"/>
              <a:buChar char="□"/>
              <a:defRPr sz="2000">
                <a:solidFill>
                  <a:schemeClr val="dk1"/>
                </a:solidFill>
                <a:latin typeface="Open Sans"/>
                <a:ea typeface="Open Sans"/>
                <a:cs typeface="Open Sans"/>
                <a:sym typeface="Open Sans"/>
              </a:defRPr>
            </a:lvl4pPr>
            <a:lvl5pPr marL="2286000" lvl="4" indent="-355600">
              <a:spcBef>
                <a:spcPts val="0"/>
              </a:spcBef>
              <a:spcAft>
                <a:spcPts val="0"/>
              </a:spcAft>
              <a:buClr>
                <a:schemeClr val="dk1"/>
              </a:buClr>
              <a:buSzPts val="2000"/>
              <a:buFont typeface="Open Sans"/>
              <a:buChar char="○"/>
              <a:defRPr sz="2000">
                <a:solidFill>
                  <a:schemeClr val="dk1"/>
                </a:solidFill>
                <a:latin typeface="Open Sans"/>
                <a:ea typeface="Open Sans"/>
                <a:cs typeface="Open Sans"/>
                <a:sym typeface="Open Sans"/>
              </a:defRPr>
            </a:lvl5pPr>
            <a:lvl6pPr marL="2743200" lvl="5" indent="-355600">
              <a:spcBef>
                <a:spcPts val="0"/>
              </a:spcBef>
              <a:spcAft>
                <a:spcPts val="0"/>
              </a:spcAft>
              <a:buClr>
                <a:schemeClr val="dk1"/>
              </a:buClr>
              <a:buSzPts val="2000"/>
              <a:buFont typeface="Open Sans"/>
              <a:buChar char="■"/>
              <a:defRPr sz="2000">
                <a:solidFill>
                  <a:schemeClr val="dk1"/>
                </a:solidFill>
                <a:latin typeface="Open Sans"/>
                <a:ea typeface="Open Sans"/>
                <a:cs typeface="Open Sans"/>
                <a:sym typeface="Open Sans"/>
              </a:defRPr>
            </a:lvl6pPr>
            <a:lvl7pPr marL="3200400" lvl="6" indent="-355600">
              <a:spcBef>
                <a:spcPts val="0"/>
              </a:spcBef>
              <a:spcAft>
                <a:spcPts val="0"/>
              </a:spcAft>
              <a:buClr>
                <a:schemeClr val="dk1"/>
              </a:buClr>
              <a:buSzPts val="2000"/>
              <a:buFont typeface="Open Sans"/>
              <a:buChar char="●"/>
              <a:defRPr sz="2000">
                <a:solidFill>
                  <a:schemeClr val="dk1"/>
                </a:solidFill>
                <a:latin typeface="Open Sans"/>
                <a:ea typeface="Open Sans"/>
                <a:cs typeface="Open Sans"/>
                <a:sym typeface="Open Sans"/>
              </a:defRPr>
            </a:lvl7pPr>
            <a:lvl8pPr marL="3657600" lvl="7" indent="-355600">
              <a:spcBef>
                <a:spcPts val="0"/>
              </a:spcBef>
              <a:spcAft>
                <a:spcPts val="0"/>
              </a:spcAft>
              <a:buClr>
                <a:schemeClr val="dk1"/>
              </a:buClr>
              <a:buSzPts val="2000"/>
              <a:buFont typeface="Open Sans"/>
              <a:buChar char="○"/>
              <a:defRPr sz="2000">
                <a:solidFill>
                  <a:schemeClr val="dk1"/>
                </a:solidFill>
                <a:latin typeface="Open Sans"/>
                <a:ea typeface="Open Sans"/>
                <a:cs typeface="Open Sans"/>
                <a:sym typeface="Open Sans"/>
              </a:defRPr>
            </a:lvl8pPr>
            <a:lvl9pPr marL="4114800" lvl="8" indent="-355600">
              <a:spcBef>
                <a:spcPts val="0"/>
              </a:spcBef>
              <a:spcAft>
                <a:spcPts val="0"/>
              </a:spcAft>
              <a:buClr>
                <a:schemeClr val="dk1"/>
              </a:buClr>
              <a:buSzPts val="2000"/>
              <a:buFont typeface="Open Sans"/>
              <a:buChar char="■"/>
              <a:defRPr sz="2000">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8" r:id="rId3"/>
    <p:sldLayoutId id="2147483659" r:id="rId4"/>
    <p:sldLayoutId id="2147483660" r:id="rId5"/>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1"/>
          <p:cNvSpPr txBox="1">
            <a:spLocks noGrp="1"/>
          </p:cNvSpPr>
          <p:nvPr>
            <p:ph type="ctrTitle"/>
          </p:nvPr>
        </p:nvSpPr>
        <p:spPr>
          <a:xfrm>
            <a:off x="2221200" y="1905450"/>
            <a:ext cx="4701600" cy="1332600"/>
          </a:xfrm>
          <a:prstGeom prst="rect">
            <a:avLst/>
          </a:prstGeom>
        </p:spPr>
        <p:txBody>
          <a:bodyPr spcFirstLastPara="1" wrap="square" lIns="91425" tIns="91425" rIns="91425" bIns="91425" anchor="b" anchorCtr="0">
            <a:noAutofit/>
          </a:bodyPr>
          <a:lstStyle/>
          <a:p>
            <a:pPr lvl="0" algn="ctr"/>
            <a:r>
              <a:rPr lang="en-IN" sz="3200" dirty="0"/>
              <a:t>Introduction to databases</a:t>
            </a:r>
            <a:endParaRPr sz="3200" dirty="0"/>
          </a:p>
        </p:txBody>
      </p:sp>
      <p:pic>
        <p:nvPicPr>
          <p:cNvPr id="63" name="Google Shape;63;p11"/>
          <p:cNvPicPr preferRelativeResize="0"/>
          <p:nvPr/>
        </p:nvPicPr>
        <p:blipFill>
          <a:blip r:embed="rId3">
            <a:alphaModFix/>
          </a:blip>
          <a:stretch>
            <a:fillRect/>
          </a:stretch>
        </p:blipFill>
        <p:spPr>
          <a:xfrm>
            <a:off x="4302107" y="466350"/>
            <a:ext cx="539775" cy="539775"/>
          </a:xfrm>
          <a:prstGeom prst="rect">
            <a:avLst/>
          </a:prstGeom>
          <a:noFill/>
          <a:ln>
            <a:noFill/>
          </a:ln>
        </p:spPr>
      </p:pic>
      <p:sp>
        <p:nvSpPr>
          <p:cNvPr id="64" name="Google Shape;64;p11"/>
          <p:cNvSpPr txBox="1">
            <a:spLocks noGrp="1"/>
          </p:cNvSpPr>
          <p:nvPr>
            <p:ph type="ctrTitle"/>
          </p:nvPr>
        </p:nvSpPr>
        <p:spPr>
          <a:xfrm>
            <a:off x="1962450" y="1055363"/>
            <a:ext cx="5219100" cy="584100"/>
          </a:xfrm>
          <a:prstGeom prst="rect">
            <a:avLst/>
          </a:prstGeom>
        </p:spPr>
        <p:txBody>
          <a:bodyPr spcFirstLastPara="1" wrap="square" lIns="91425" tIns="91425" rIns="91425" bIns="91425" anchor="b" anchorCtr="0">
            <a:noAutofit/>
          </a:bodyPr>
          <a:lstStyle/>
          <a:p>
            <a:pPr marL="0" marR="0" lvl="0" indent="0" algn="ctr" rtl="0">
              <a:spcBef>
                <a:spcPts val="0"/>
              </a:spcBef>
              <a:spcAft>
                <a:spcPts val="0"/>
              </a:spcAft>
              <a:buNone/>
            </a:pPr>
            <a:r>
              <a:rPr lang="en" sz="3000" b="1" dirty="0"/>
              <a:t>Computer Science</a:t>
            </a:r>
            <a:endParaRPr sz="3000" b="1" dirty="0"/>
          </a:p>
        </p:txBody>
      </p:sp>
      <p:sp>
        <p:nvSpPr>
          <p:cNvPr id="5" name="Google Shape;64;p11">
            <a:extLst>
              <a:ext uri="{FF2B5EF4-FFF2-40B4-BE49-F238E27FC236}">
                <a16:creationId xmlns:a16="http://schemas.microsoft.com/office/drawing/2014/main" id="{0CA4DA00-E3B7-461D-A173-AC84F01DDD4E}"/>
              </a:ext>
            </a:extLst>
          </p:cNvPr>
          <p:cNvSpPr txBox="1">
            <a:spLocks/>
          </p:cNvSpPr>
          <p:nvPr/>
        </p:nvSpPr>
        <p:spPr>
          <a:xfrm>
            <a:off x="1962450" y="1480407"/>
            <a:ext cx="5219100" cy="584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Open Sans"/>
              <a:buNone/>
              <a:defRPr sz="3600" b="0" i="0" u="none" strike="noStrike" cap="none">
                <a:solidFill>
                  <a:schemeClr val="dk1"/>
                </a:solidFill>
                <a:latin typeface="Open Sans"/>
                <a:ea typeface="Open Sans"/>
                <a:cs typeface="Open Sans"/>
                <a:sym typeface="Open Sans"/>
              </a:defRPr>
            </a:lvl1pPr>
            <a:lvl2pPr marR="0" lvl="1" algn="l" rtl="0">
              <a:lnSpc>
                <a:spcPct val="100000"/>
              </a:lnSpc>
              <a:spcBef>
                <a:spcPts val="0"/>
              </a:spcBef>
              <a:spcAft>
                <a:spcPts val="0"/>
              </a:spcAft>
              <a:buClr>
                <a:schemeClr val="dk1"/>
              </a:buClr>
              <a:buSzPts val="4800"/>
              <a:buFont typeface="Work Sans"/>
              <a:buNone/>
              <a:defRPr sz="4800" b="1" i="0" u="none" strike="noStrike" cap="none">
                <a:solidFill>
                  <a:schemeClr val="dk1"/>
                </a:solidFill>
                <a:latin typeface="Work Sans"/>
                <a:ea typeface="Work Sans"/>
                <a:cs typeface="Work Sans"/>
                <a:sym typeface="Work Sans"/>
              </a:defRPr>
            </a:lvl2pPr>
            <a:lvl3pPr marR="0" lvl="2" algn="l" rtl="0">
              <a:lnSpc>
                <a:spcPct val="100000"/>
              </a:lnSpc>
              <a:spcBef>
                <a:spcPts val="0"/>
              </a:spcBef>
              <a:spcAft>
                <a:spcPts val="0"/>
              </a:spcAft>
              <a:buClr>
                <a:schemeClr val="dk1"/>
              </a:buClr>
              <a:buSzPts val="4800"/>
              <a:buFont typeface="Work Sans"/>
              <a:buNone/>
              <a:defRPr sz="4800" b="1" i="0" u="none" strike="noStrike" cap="none">
                <a:solidFill>
                  <a:schemeClr val="dk1"/>
                </a:solidFill>
                <a:latin typeface="Work Sans"/>
                <a:ea typeface="Work Sans"/>
                <a:cs typeface="Work Sans"/>
                <a:sym typeface="Work Sans"/>
              </a:defRPr>
            </a:lvl3pPr>
            <a:lvl4pPr marR="0" lvl="3" algn="l" rtl="0">
              <a:lnSpc>
                <a:spcPct val="100000"/>
              </a:lnSpc>
              <a:spcBef>
                <a:spcPts val="0"/>
              </a:spcBef>
              <a:spcAft>
                <a:spcPts val="0"/>
              </a:spcAft>
              <a:buClr>
                <a:schemeClr val="dk1"/>
              </a:buClr>
              <a:buSzPts val="4800"/>
              <a:buFont typeface="Work Sans"/>
              <a:buNone/>
              <a:defRPr sz="4800" b="1" i="0" u="none" strike="noStrike" cap="none">
                <a:solidFill>
                  <a:schemeClr val="dk1"/>
                </a:solidFill>
                <a:latin typeface="Work Sans"/>
                <a:ea typeface="Work Sans"/>
                <a:cs typeface="Work Sans"/>
                <a:sym typeface="Work Sans"/>
              </a:defRPr>
            </a:lvl4pPr>
            <a:lvl5pPr marR="0" lvl="4" algn="l" rtl="0">
              <a:lnSpc>
                <a:spcPct val="100000"/>
              </a:lnSpc>
              <a:spcBef>
                <a:spcPts val="0"/>
              </a:spcBef>
              <a:spcAft>
                <a:spcPts val="0"/>
              </a:spcAft>
              <a:buClr>
                <a:schemeClr val="dk1"/>
              </a:buClr>
              <a:buSzPts val="4800"/>
              <a:buFont typeface="Work Sans"/>
              <a:buNone/>
              <a:defRPr sz="4800" b="1" i="0" u="none" strike="noStrike" cap="none">
                <a:solidFill>
                  <a:schemeClr val="dk1"/>
                </a:solidFill>
                <a:latin typeface="Work Sans"/>
                <a:ea typeface="Work Sans"/>
                <a:cs typeface="Work Sans"/>
                <a:sym typeface="Work Sans"/>
              </a:defRPr>
            </a:lvl5pPr>
            <a:lvl6pPr marR="0" lvl="5" algn="l" rtl="0">
              <a:lnSpc>
                <a:spcPct val="100000"/>
              </a:lnSpc>
              <a:spcBef>
                <a:spcPts val="0"/>
              </a:spcBef>
              <a:spcAft>
                <a:spcPts val="0"/>
              </a:spcAft>
              <a:buClr>
                <a:schemeClr val="dk1"/>
              </a:buClr>
              <a:buSzPts val="4800"/>
              <a:buFont typeface="Work Sans"/>
              <a:buNone/>
              <a:defRPr sz="4800" b="1" i="0" u="none" strike="noStrike" cap="none">
                <a:solidFill>
                  <a:schemeClr val="dk1"/>
                </a:solidFill>
                <a:latin typeface="Work Sans"/>
                <a:ea typeface="Work Sans"/>
                <a:cs typeface="Work Sans"/>
                <a:sym typeface="Work Sans"/>
              </a:defRPr>
            </a:lvl6pPr>
            <a:lvl7pPr marR="0" lvl="6" algn="l" rtl="0">
              <a:lnSpc>
                <a:spcPct val="100000"/>
              </a:lnSpc>
              <a:spcBef>
                <a:spcPts val="0"/>
              </a:spcBef>
              <a:spcAft>
                <a:spcPts val="0"/>
              </a:spcAft>
              <a:buClr>
                <a:schemeClr val="dk1"/>
              </a:buClr>
              <a:buSzPts val="4800"/>
              <a:buFont typeface="Work Sans"/>
              <a:buNone/>
              <a:defRPr sz="4800" b="1" i="0" u="none" strike="noStrike" cap="none">
                <a:solidFill>
                  <a:schemeClr val="dk1"/>
                </a:solidFill>
                <a:latin typeface="Work Sans"/>
                <a:ea typeface="Work Sans"/>
                <a:cs typeface="Work Sans"/>
                <a:sym typeface="Work Sans"/>
              </a:defRPr>
            </a:lvl7pPr>
            <a:lvl8pPr marR="0" lvl="7" algn="l" rtl="0">
              <a:lnSpc>
                <a:spcPct val="100000"/>
              </a:lnSpc>
              <a:spcBef>
                <a:spcPts val="0"/>
              </a:spcBef>
              <a:spcAft>
                <a:spcPts val="0"/>
              </a:spcAft>
              <a:buClr>
                <a:schemeClr val="dk1"/>
              </a:buClr>
              <a:buSzPts val="4800"/>
              <a:buFont typeface="Work Sans"/>
              <a:buNone/>
              <a:defRPr sz="4800" b="1" i="0" u="none" strike="noStrike" cap="none">
                <a:solidFill>
                  <a:schemeClr val="dk1"/>
                </a:solidFill>
                <a:latin typeface="Work Sans"/>
                <a:ea typeface="Work Sans"/>
                <a:cs typeface="Work Sans"/>
                <a:sym typeface="Work Sans"/>
              </a:defRPr>
            </a:lvl8pPr>
            <a:lvl9pPr marR="0" lvl="8" algn="l" rtl="0">
              <a:lnSpc>
                <a:spcPct val="100000"/>
              </a:lnSpc>
              <a:spcBef>
                <a:spcPts val="0"/>
              </a:spcBef>
              <a:spcAft>
                <a:spcPts val="0"/>
              </a:spcAft>
              <a:buClr>
                <a:schemeClr val="dk1"/>
              </a:buClr>
              <a:buSzPts val="4800"/>
              <a:buFont typeface="Work Sans"/>
              <a:buNone/>
              <a:defRPr sz="4800" b="1" i="0" u="none" strike="noStrike" cap="none">
                <a:solidFill>
                  <a:schemeClr val="dk1"/>
                </a:solidFill>
                <a:latin typeface="Work Sans"/>
                <a:ea typeface="Work Sans"/>
                <a:cs typeface="Work Sans"/>
                <a:sym typeface="Work Sans"/>
              </a:defRPr>
            </a:lvl9pPr>
          </a:lstStyle>
          <a:p>
            <a:pPr algn="ctr"/>
            <a:r>
              <a:rPr lang="en-GB" sz="2400" b="1" dirty="0"/>
              <a:t>Leaving Cert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869150" y="1078122"/>
            <a:ext cx="5092200" cy="62618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Lesson Objectives</a:t>
            </a:r>
            <a:endParaRPr dirty="0"/>
          </a:p>
        </p:txBody>
      </p:sp>
      <p:sp>
        <p:nvSpPr>
          <p:cNvPr id="96" name="Google Shape;96;p15"/>
          <p:cNvSpPr txBox="1">
            <a:spLocks noGrp="1"/>
          </p:cNvSpPr>
          <p:nvPr>
            <p:ph type="body" idx="1"/>
          </p:nvPr>
        </p:nvSpPr>
        <p:spPr>
          <a:xfrm>
            <a:off x="869150" y="2040153"/>
            <a:ext cx="7405800" cy="2004000"/>
          </a:xfrm>
          <a:prstGeom prst="rect">
            <a:avLst/>
          </a:prstGeom>
        </p:spPr>
        <p:txBody>
          <a:bodyPr spcFirstLastPara="1" wrap="square" lIns="91425" tIns="91425" rIns="91425" bIns="91425" anchor="t" anchorCtr="0">
            <a:noAutofit/>
          </a:bodyPr>
          <a:lstStyle/>
          <a:p>
            <a:pPr marL="114300" lvl="0" indent="0">
              <a:buSzPts val="1800"/>
              <a:buNone/>
            </a:pPr>
            <a:r>
              <a:rPr lang="en" sz="1800" dirty="0"/>
              <a:t>Students will learn about:</a:t>
            </a:r>
          </a:p>
          <a:p>
            <a:pPr marL="400050" lvl="0" indent="-285750">
              <a:buSzPts val="1800"/>
              <a:buFont typeface="Wingdings" panose="05000000000000000000" pitchFamily="2" charset="2"/>
              <a:buChar char="§"/>
            </a:pPr>
            <a:r>
              <a:rPr lang="en-IN" sz="1800" dirty="0"/>
              <a:t>The difference between structured data and unstructured data</a:t>
            </a:r>
          </a:p>
          <a:p>
            <a:pPr marL="400050" lvl="0" indent="-285750">
              <a:buSzPts val="1800"/>
              <a:buFont typeface="Wingdings" panose="05000000000000000000" pitchFamily="2" charset="2"/>
              <a:buChar char="§"/>
            </a:pPr>
            <a:r>
              <a:rPr lang="en-IN" sz="1800" dirty="0"/>
              <a:t>The database and its structure</a:t>
            </a:r>
          </a:p>
          <a:p>
            <a:pPr marL="400050" lvl="0" indent="-285750">
              <a:buSzPts val="1800"/>
              <a:buFont typeface="Wingdings" panose="05000000000000000000" pitchFamily="2" charset="2"/>
              <a:buChar char="§"/>
            </a:pPr>
            <a:r>
              <a:rPr lang="en-IN" sz="1800" dirty="0"/>
              <a:t>The relational database and its advantage over a flat-file database</a:t>
            </a:r>
          </a:p>
          <a:p>
            <a:pPr marL="400050" lvl="0" indent="-285750">
              <a:buSzPts val="1800"/>
              <a:buFont typeface="Wingdings" panose="05000000000000000000" pitchFamily="2" charset="2"/>
              <a:buChar char="§"/>
            </a:pPr>
            <a:r>
              <a:rPr lang="en-IN" sz="1800" dirty="0"/>
              <a:t>How entities (or tables) are related to each other in a relational database.</a:t>
            </a:r>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a:t>
            </a:fld>
            <a:endParaRPr/>
          </a:p>
        </p:txBody>
      </p:sp>
      <p:grpSp>
        <p:nvGrpSpPr>
          <p:cNvPr id="9" name="Google Shape;278;p29"/>
          <p:cNvGrpSpPr/>
          <p:nvPr/>
        </p:nvGrpSpPr>
        <p:grpSpPr>
          <a:xfrm>
            <a:off x="7713184" y="579369"/>
            <a:ext cx="623940" cy="789090"/>
            <a:chOff x="584925" y="238125"/>
            <a:chExt cx="415200" cy="525100"/>
          </a:xfrm>
        </p:grpSpPr>
        <p:sp>
          <p:nvSpPr>
            <p:cNvPr id="10" name="Google Shape;279;p29"/>
            <p:cNvSpPr/>
            <p:nvPr/>
          </p:nvSpPr>
          <p:spPr>
            <a:xfrm>
              <a:off x="621550" y="299175"/>
              <a:ext cx="378575" cy="464050"/>
            </a:xfrm>
            <a:custGeom>
              <a:avLst/>
              <a:gdLst/>
              <a:ahLst/>
              <a:cxnLst/>
              <a:rect l="l" t="t" r="r" b="b"/>
              <a:pathLst>
                <a:path w="15143" h="18562" extrusionOk="0">
                  <a:moveTo>
                    <a:pt x="14166" y="0"/>
                  </a:moveTo>
                  <a:lnTo>
                    <a:pt x="14166" y="16755"/>
                  </a:lnTo>
                  <a:lnTo>
                    <a:pt x="14141" y="16926"/>
                  </a:lnTo>
                  <a:lnTo>
                    <a:pt x="14093" y="17072"/>
                  </a:lnTo>
                  <a:lnTo>
                    <a:pt x="14044" y="17194"/>
                  </a:lnTo>
                  <a:lnTo>
                    <a:pt x="13946" y="17341"/>
                  </a:lnTo>
                  <a:lnTo>
                    <a:pt x="13824" y="17438"/>
                  </a:lnTo>
                  <a:lnTo>
                    <a:pt x="13677" y="17512"/>
                  </a:lnTo>
                  <a:lnTo>
                    <a:pt x="13531" y="17561"/>
                  </a:lnTo>
                  <a:lnTo>
                    <a:pt x="13384" y="17585"/>
                  </a:lnTo>
                  <a:lnTo>
                    <a:pt x="0" y="17585"/>
                  </a:lnTo>
                  <a:lnTo>
                    <a:pt x="0" y="17731"/>
                  </a:lnTo>
                  <a:lnTo>
                    <a:pt x="25" y="17902"/>
                  </a:lnTo>
                  <a:lnTo>
                    <a:pt x="74" y="18049"/>
                  </a:lnTo>
                  <a:lnTo>
                    <a:pt x="123" y="18171"/>
                  </a:lnTo>
                  <a:lnTo>
                    <a:pt x="220" y="18318"/>
                  </a:lnTo>
                  <a:lnTo>
                    <a:pt x="342" y="18415"/>
                  </a:lnTo>
                  <a:lnTo>
                    <a:pt x="489" y="18489"/>
                  </a:lnTo>
                  <a:lnTo>
                    <a:pt x="635" y="18537"/>
                  </a:lnTo>
                  <a:lnTo>
                    <a:pt x="782" y="18562"/>
                  </a:lnTo>
                  <a:lnTo>
                    <a:pt x="14361" y="18562"/>
                  </a:lnTo>
                  <a:lnTo>
                    <a:pt x="14508" y="18537"/>
                  </a:lnTo>
                  <a:lnTo>
                    <a:pt x="14654" y="18489"/>
                  </a:lnTo>
                  <a:lnTo>
                    <a:pt x="14801" y="18415"/>
                  </a:lnTo>
                  <a:lnTo>
                    <a:pt x="14923" y="18318"/>
                  </a:lnTo>
                  <a:lnTo>
                    <a:pt x="15021" y="18171"/>
                  </a:lnTo>
                  <a:lnTo>
                    <a:pt x="15069" y="18049"/>
                  </a:lnTo>
                  <a:lnTo>
                    <a:pt x="15118" y="17902"/>
                  </a:lnTo>
                  <a:lnTo>
                    <a:pt x="15143" y="17731"/>
                  </a:lnTo>
                  <a:lnTo>
                    <a:pt x="15143" y="733"/>
                  </a:lnTo>
                  <a:lnTo>
                    <a:pt x="15118" y="586"/>
                  </a:lnTo>
                  <a:lnTo>
                    <a:pt x="15069" y="440"/>
                  </a:lnTo>
                  <a:lnTo>
                    <a:pt x="15021" y="318"/>
                  </a:lnTo>
                  <a:lnTo>
                    <a:pt x="14923" y="196"/>
                  </a:lnTo>
                  <a:lnTo>
                    <a:pt x="14801" y="122"/>
                  </a:lnTo>
                  <a:lnTo>
                    <a:pt x="14654" y="49"/>
                  </a:lnTo>
                  <a:lnTo>
                    <a:pt x="14508" y="25"/>
                  </a:lnTo>
                  <a:lnTo>
                    <a:pt x="14361"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80;p29"/>
            <p:cNvSpPr/>
            <p:nvPr/>
          </p:nvSpPr>
          <p:spPr>
            <a:xfrm>
              <a:off x="633750" y="238125"/>
              <a:ext cx="29350" cy="63500"/>
            </a:xfrm>
            <a:custGeom>
              <a:avLst/>
              <a:gdLst/>
              <a:ahLst/>
              <a:cxnLst/>
              <a:rect l="l" t="t" r="r" b="b"/>
              <a:pathLst>
                <a:path w="1174" h="2540" extrusionOk="0">
                  <a:moveTo>
                    <a:pt x="392" y="0"/>
                  </a:moveTo>
                  <a:lnTo>
                    <a:pt x="294" y="49"/>
                  </a:lnTo>
                  <a:lnTo>
                    <a:pt x="221" y="73"/>
                  </a:lnTo>
                  <a:lnTo>
                    <a:pt x="147" y="147"/>
                  </a:lnTo>
                  <a:lnTo>
                    <a:pt x="74" y="220"/>
                  </a:lnTo>
                  <a:lnTo>
                    <a:pt x="50" y="293"/>
                  </a:lnTo>
                  <a:lnTo>
                    <a:pt x="1" y="391"/>
                  </a:lnTo>
                  <a:lnTo>
                    <a:pt x="1" y="488"/>
                  </a:lnTo>
                  <a:lnTo>
                    <a:pt x="1" y="2052"/>
                  </a:lnTo>
                  <a:lnTo>
                    <a:pt x="1" y="2149"/>
                  </a:lnTo>
                  <a:lnTo>
                    <a:pt x="50" y="2247"/>
                  </a:lnTo>
                  <a:lnTo>
                    <a:pt x="74" y="2320"/>
                  </a:lnTo>
                  <a:lnTo>
                    <a:pt x="147" y="2393"/>
                  </a:lnTo>
                  <a:lnTo>
                    <a:pt x="221" y="2467"/>
                  </a:lnTo>
                  <a:lnTo>
                    <a:pt x="294" y="2491"/>
                  </a:lnTo>
                  <a:lnTo>
                    <a:pt x="392" y="2540"/>
                  </a:lnTo>
                  <a:lnTo>
                    <a:pt x="782" y="2540"/>
                  </a:lnTo>
                  <a:lnTo>
                    <a:pt x="880" y="2491"/>
                  </a:lnTo>
                  <a:lnTo>
                    <a:pt x="953" y="2467"/>
                  </a:lnTo>
                  <a:lnTo>
                    <a:pt x="1027" y="2393"/>
                  </a:lnTo>
                  <a:lnTo>
                    <a:pt x="1100" y="2320"/>
                  </a:lnTo>
                  <a:lnTo>
                    <a:pt x="1124" y="2247"/>
                  </a:lnTo>
                  <a:lnTo>
                    <a:pt x="1173" y="2149"/>
                  </a:lnTo>
                  <a:lnTo>
                    <a:pt x="1173" y="2052"/>
                  </a:lnTo>
                  <a:lnTo>
                    <a:pt x="1173" y="488"/>
                  </a:lnTo>
                  <a:lnTo>
                    <a:pt x="1173" y="391"/>
                  </a:lnTo>
                  <a:lnTo>
                    <a:pt x="1124" y="293"/>
                  </a:lnTo>
                  <a:lnTo>
                    <a:pt x="1100" y="220"/>
                  </a:lnTo>
                  <a:lnTo>
                    <a:pt x="1027" y="147"/>
                  </a:lnTo>
                  <a:lnTo>
                    <a:pt x="953" y="73"/>
                  </a:lnTo>
                  <a:lnTo>
                    <a:pt x="880" y="49"/>
                  </a:lnTo>
                  <a:lnTo>
                    <a:pt x="782"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81;p29"/>
            <p:cNvSpPr/>
            <p:nvPr/>
          </p:nvSpPr>
          <p:spPr>
            <a:xfrm>
              <a:off x="716800" y="238125"/>
              <a:ext cx="29325" cy="63500"/>
            </a:xfrm>
            <a:custGeom>
              <a:avLst/>
              <a:gdLst/>
              <a:ahLst/>
              <a:cxnLst/>
              <a:rect l="l" t="t" r="r" b="b"/>
              <a:pathLst>
                <a:path w="1173" h="2540" extrusionOk="0">
                  <a:moveTo>
                    <a:pt x="391" y="0"/>
                  </a:moveTo>
                  <a:lnTo>
                    <a:pt x="294" y="49"/>
                  </a:lnTo>
                  <a:lnTo>
                    <a:pt x="220" y="73"/>
                  </a:lnTo>
                  <a:lnTo>
                    <a:pt x="147" y="147"/>
                  </a:lnTo>
                  <a:lnTo>
                    <a:pt x="74" y="220"/>
                  </a:lnTo>
                  <a:lnTo>
                    <a:pt x="49" y="293"/>
                  </a:lnTo>
                  <a:lnTo>
                    <a:pt x="0" y="391"/>
                  </a:lnTo>
                  <a:lnTo>
                    <a:pt x="0" y="488"/>
                  </a:lnTo>
                  <a:lnTo>
                    <a:pt x="0" y="2052"/>
                  </a:lnTo>
                  <a:lnTo>
                    <a:pt x="0" y="2149"/>
                  </a:lnTo>
                  <a:lnTo>
                    <a:pt x="49" y="2247"/>
                  </a:lnTo>
                  <a:lnTo>
                    <a:pt x="74" y="2320"/>
                  </a:lnTo>
                  <a:lnTo>
                    <a:pt x="147" y="2393"/>
                  </a:lnTo>
                  <a:lnTo>
                    <a:pt x="220" y="2467"/>
                  </a:lnTo>
                  <a:lnTo>
                    <a:pt x="294" y="2491"/>
                  </a:lnTo>
                  <a:lnTo>
                    <a:pt x="391" y="2540"/>
                  </a:lnTo>
                  <a:lnTo>
                    <a:pt x="782" y="2540"/>
                  </a:lnTo>
                  <a:lnTo>
                    <a:pt x="880" y="2491"/>
                  </a:lnTo>
                  <a:lnTo>
                    <a:pt x="953" y="2467"/>
                  </a:lnTo>
                  <a:lnTo>
                    <a:pt x="1026" y="2393"/>
                  </a:lnTo>
                  <a:lnTo>
                    <a:pt x="1099" y="2320"/>
                  </a:lnTo>
                  <a:lnTo>
                    <a:pt x="1124" y="2247"/>
                  </a:lnTo>
                  <a:lnTo>
                    <a:pt x="1173" y="2149"/>
                  </a:lnTo>
                  <a:lnTo>
                    <a:pt x="1173" y="2052"/>
                  </a:lnTo>
                  <a:lnTo>
                    <a:pt x="1173" y="488"/>
                  </a:lnTo>
                  <a:lnTo>
                    <a:pt x="1173" y="391"/>
                  </a:lnTo>
                  <a:lnTo>
                    <a:pt x="1124" y="293"/>
                  </a:lnTo>
                  <a:lnTo>
                    <a:pt x="1099" y="220"/>
                  </a:lnTo>
                  <a:lnTo>
                    <a:pt x="1026" y="147"/>
                  </a:lnTo>
                  <a:lnTo>
                    <a:pt x="953" y="73"/>
                  </a:lnTo>
                  <a:lnTo>
                    <a:pt x="880" y="49"/>
                  </a:lnTo>
                  <a:lnTo>
                    <a:pt x="782"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82;p29"/>
            <p:cNvSpPr/>
            <p:nvPr/>
          </p:nvSpPr>
          <p:spPr>
            <a:xfrm>
              <a:off x="799825" y="238125"/>
              <a:ext cx="29350" cy="63500"/>
            </a:xfrm>
            <a:custGeom>
              <a:avLst/>
              <a:gdLst/>
              <a:ahLst/>
              <a:cxnLst/>
              <a:rect l="l" t="t" r="r" b="b"/>
              <a:pathLst>
                <a:path w="1174" h="2540" extrusionOk="0">
                  <a:moveTo>
                    <a:pt x="392" y="0"/>
                  </a:moveTo>
                  <a:lnTo>
                    <a:pt x="294" y="49"/>
                  </a:lnTo>
                  <a:lnTo>
                    <a:pt x="221" y="73"/>
                  </a:lnTo>
                  <a:lnTo>
                    <a:pt x="148" y="147"/>
                  </a:lnTo>
                  <a:lnTo>
                    <a:pt x="74" y="220"/>
                  </a:lnTo>
                  <a:lnTo>
                    <a:pt x="50" y="293"/>
                  </a:lnTo>
                  <a:lnTo>
                    <a:pt x="1" y="391"/>
                  </a:lnTo>
                  <a:lnTo>
                    <a:pt x="1" y="488"/>
                  </a:lnTo>
                  <a:lnTo>
                    <a:pt x="1" y="2052"/>
                  </a:lnTo>
                  <a:lnTo>
                    <a:pt x="1" y="2149"/>
                  </a:lnTo>
                  <a:lnTo>
                    <a:pt x="50" y="2247"/>
                  </a:lnTo>
                  <a:lnTo>
                    <a:pt x="74" y="2320"/>
                  </a:lnTo>
                  <a:lnTo>
                    <a:pt x="148" y="2393"/>
                  </a:lnTo>
                  <a:lnTo>
                    <a:pt x="221" y="2467"/>
                  </a:lnTo>
                  <a:lnTo>
                    <a:pt x="294" y="2491"/>
                  </a:lnTo>
                  <a:lnTo>
                    <a:pt x="392" y="2540"/>
                  </a:lnTo>
                  <a:lnTo>
                    <a:pt x="783" y="2540"/>
                  </a:lnTo>
                  <a:lnTo>
                    <a:pt x="880" y="2491"/>
                  </a:lnTo>
                  <a:lnTo>
                    <a:pt x="953" y="2467"/>
                  </a:lnTo>
                  <a:lnTo>
                    <a:pt x="1027" y="2393"/>
                  </a:lnTo>
                  <a:lnTo>
                    <a:pt x="1100" y="2320"/>
                  </a:lnTo>
                  <a:lnTo>
                    <a:pt x="1124" y="2247"/>
                  </a:lnTo>
                  <a:lnTo>
                    <a:pt x="1173" y="2149"/>
                  </a:lnTo>
                  <a:lnTo>
                    <a:pt x="1173" y="2052"/>
                  </a:lnTo>
                  <a:lnTo>
                    <a:pt x="1173" y="488"/>
                  </a:lnTo>
                  <a:lnTo>
                    <a:pt x="1173" y="391"/>
                  </a:lnTo>
                  <a:lnTo>
                    <a:pt x="1124" y="293"/>
                  </a:lnTo>
                  <a:lnTo>
                    <a:pt x="1100" y="220"/>
                  </a:lnTo>
                  <a:lnTo>
                    <a:pt x="1027" y="147"/>
                  </a:lnTo>
                  <a:lnTo>
                    <a:pt x="953" y="73"/>
                  </a:lnTo>
                  <a:lnTo>
                    <a:pt x="880" y="49"/>
                  </a:lnTo>
                  <a:lnTo>
                    <a:pt x="783"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83;p29"/>
            <p:cNvSpPr/>
            <p:nvPr/>
          </p:nvSpPr>
          <p:spPr>
            <a:xfrm>
              <a:off x="882875" y="238125"/>
              <a:ext cx="29325" cy="63500"/>
            </a:xfrm>
            <a:custGeom>
              <a:avLst/>
              <a:gdLst/>
              <a:ahLst/>
              <a:cxnLst/>
              <a:rect l="l" t="t" r="r" b="b"/>
              <a:pathLst>
                <a:path w="1173" h="2540" extrusionOk="0">
                  <a:moveTo>
                    <a:pt x="391" y="0"/>
                  </a:moveTo>
                  <a:lnTo>
                    <a:pt x="294" y="49"/>
                  </a:lnTo>
                  <a:lnTo>
                    <a:pt x="220" y="73"/>
                  </a:lnTo>
                  <a:lnTo>
                    <a:pt x="147" y="147"/>
                  </a:lnTo>
                  <a:lnTo>
                    <a:pt x="74" y="220"/>
                  </a:lnTo>
                  <a:lnTo>
                    <a:pt x="49" y="293"/>
                  </a:lnTo>
                  <a:lnTo>
                    <a:pt x="1" y="391"/>
                  </a:lnTo>
                  <a:lnTo>
                    <a:pt x="1" y="488"/>
                  </a:lnTo>
                  <a:lnTo>
                    <a:pt x="1" y="2052"/>
                  </a:lnTo>
                  <a:lnTo>
                    <a:pt x="1" y="2149"/>
                  </a:lnTo>
                  <a:lnTo>
                    <a:pt x="49" y="2247"/>
                  </a:lnTo>
                  <a:lnTo>
                    <a:pt x="74" y="2320"/>
                  </a:lnTo>
                  <a:lnTo>
                    <a:pt x="147" y="2393"/>
                  </a:lnTo>
                  <a:lnTo>
                    <a:pt x="220" y="2467"/>
                  </a:lnTo>
                  <a:lnTo>
                    <a:pt x="294" y="2491"/>
                  </a:lnTo>
                  <a:lnTo>
                    <a:pt x="391" y="2540"/>
                  </a:lnTo>
                  <a:lnTo>
                    <a:pt x="782" y="2540"/>
                  </a:lnTo>
                  <a:lnTo>
                    <a:pt x="880" y="2491"/>
                  </a:lnTo>
                  <a:lnTo>
                    <a:pt x="953" y="2467"/>
                  </a:lnTo>
                  <a:lnTo>
                    <a:pt x="1026" y="2393"/>
                  </a:lnTo>
                  <a:lnTo>
                    <a:pt x="1100" y="2320"/>
                  </a:lnTo>
                  <a:lnTo>
                    <a:pt x="1124" y="2247"/>
                  </a:lnTo>
                  <a:lnTo>
                    <a:pt x="1173" y="2149"/>
                  </a:lnTo>
                  <a:lnTo>
                    <a:pt x="1173" y="2052"/>
                  </a:lnTo>
                  <a:lnTo>
                    <a:pt x="1173" y="488"/>
                  </a:lnTo>
                  <a:lnTo>
                    <a:pt x="1173" y="391"/>
                  </a:lnTo>
                  <a:lnTo>
                    <a:pt x="1124" y="293"/>
                  </a:lnTo>
                  <a:lnTo>
                    <a:pt x="1100" y="220"/>
                  </a:lnTo>
                  <a:lnTo>
                    <a:pt x="1026" y="147"/>
                  </a:lnTo>
                  <a:lnTo>
                    <a:pt x="953" y="73"/>
                  </a:lnTo>
                  <a:lnTo>
                    <a:pt x="880" y="49"/>
                  </a:lnTo>
                  <a:lnTo>
                    <a:pt x="782"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84;p29"/>
            <p:cNvSpPr/>
            <p:nvPr/>
          </p:nvSpPr>
          <p:spPr>
            <a:xfrm>
              <a:off x="584925" y="261325"/>
              <a:ext cx="378575" cy="464050"/>
            </a:xfrm>
            <a:custGeom>
              <a:avLst/>
              <a:gdLst/>
              <a:ahLst/>
              <a:cxnLst/>
              <a:rect l="l" t="t" r="r" b="b"/>
              <a:pathLst>
                <a:path w="15143" h="18562" extrusionOk="0">
                  <a:moveTo>
                    <a:pt x="2540" y="171"/>
                  </a:moveTo>
                  <a:lnTo>
                    <a:pt x="2711" y="195"/>
                  </a:lnTo>
                  <a:lnTo>
                    <a:pt x="2882" y="244"/>
                  </a:lnTo>
                  <a:lnTo>
                    <a:pt x="3053" y="318"/>
                  </a:lnTo>
                  <a:lnTo>
                    <a:pt x="3175" y="440"/>
                  </a:lnTo>
                  <a:lnTo>
                    <a:pt x="3297" y="562"/>
                  </a:lnTo>
                  <a:lnTo>
                    <a:pt x="3370" y="733"/>
                  </a:lnTo>
                  <a:lnTo>
                    <a:pt x="3419" y="904"/>
                  </a:lnTo>
                  <a:lnTo>
                    <a:pt x="3444" y="1075"/>
                  </a:lnTo>
                  <a:lnTo>
                    <a:pt x="3419" y="1246"/>
                  </a:lnTo>
                  <a:lnTo>
                    <a:pt x="3370" y="1417"/>
                  </a:lnTo>
                  <a:lnTo>
                    <a:pt x="3297" y="1588"/>
                  </a:lnTo>
                  <a:lnTo>
                    <a:pt x="3175" y="1710"/>
                  </a:lnTo>
                  <a:lnTo>
                    <a:pt x="3053" y="1832"/>
                  </a:lnTo>
                  <a:lnTo>
                    <a:pt x="2882" y="1905"/>
                  </a:lnTo>
                  <a:lnTo>
                    <a:pt x="2711" y="1954"/>
                  </a:lnTo>
                  <a:lnTo>
                    <a:pt x="2540" y="1978"/>
                  </a:lnTo>
                  <a:lnTo>
                    <a:pt x="2369" y="1954"/>
                  </a:lnTo>
                  <a:lnTo>
                    <a:pt x="2198" y="1905"/>
                  </a:lnTo>
                  <a:lnTo>
                    <a:pt x="2027" y="1832"/>
                  </a:lnTo>
                  <a:lnTo>
                    <a:pt x="1905" y="1710"/>
                  </a:lnTo>
                  <a:lnTo>
                    <a:pt x="1783" y="1588"/>
                  </a:lnTo>
                  <a:lnTo>
                    <a:pt x="1710" y="1417"/>
                  </a:lnTo>
                  <a:lnTo>
                    <a:pt x="1661" y="1246"/>
                  </a:lnTo>
                  <a:lnTo>
                    <a:pt x="1636" y="1075"/>
                  </a:lnTo>
                  <a:lnTo>
                    <a:pt x="1661" y="904"/>
                  </a:lnTo>
                  <a:lnTo>
                    <a:pt x="1710" y="733"/>
                  </a:lnTo>
                  <a:lnTo>
                    <a:pt x="1783" y="562"/>
                  </a:lnTo>
                  <a:lnTo>
                    <a:pt x="1905" y="440"/>
                  </a:lnTo>
                  <a:lnTo>
                    <a:pt x="2027" y="318"/>
                  </a:lnTo>
                  <a:lnTo>
                    <a:pt x="2198" y="244"/>
                  </a:lnTo>
                  <a:lnTo>
                    <a:pt x="2369" y="195"/>
                  </a:lnTo>
                  <a:lnTo>
                    <a:pt x="2540" y="171"/>
                  </a:lnTo>
                  <a:close/>
                  <a:moveTo>
                    <a:pt x="5862" y="171"/>
                  </a:moveTo>
                  <a:lnTo>
                    <a:pt x="6033" y="195"/>
                  </a:lnTo>
                  <a:lnTo>
                    <a:pt x="6204" y="244"/>
                  </a:lnTo>
                  <a:lnTo>
                    <a:pt x="6374" y="318"/>
                  </a:lnTo>
                  <a:lnTo>
                    <a:pt x="6497" y="440"/>
                  </a:lnTo>
                  <a:lnTo>
                    <a:pt x="6619" y="562"/>
                  </a:lnTo>
                  <a:lnTo>
                    <a:pt x="6692" y="733"/>
                  </a:lnTo>
                  <a:lnTo>
                    <a:pt x="6741" y="904"/>
                  </a:lnTo>
                  <a:lnTo>
                    <a:pt x="6765" y="1075"/>
                  </a:lnTo>
                  <a:lnTo>
                    <a:pt x="6741" y="1246"/>
                  </a:lnTo>
                  <a:lnTo>
                    <a:pt x="6692" y="1417"/>
                  </a:lnTo>
                  <a:lnTo>
                    <a:pt x="6619" y="1588"/>
                  </a:lnTo>
                  <a:lnTo>
                    <a:pt x="6497" y="1710"/>
                  </a:lnTo>
                  <a:lnTo>
                    <a:pt x="6374" y="1832"/>
                  </a:lnTo>
                  <a:lnTo>
                    <a:pt x="6204" y="1905"/>
                  </a:lnTo>
                  <a:lnTo>
                    <a:pt x="6033" y="1954"/>
                  </a:lnTo>
                  <a:lnTo>
                    <a:pt x="5862" y="1978"/>
                  </a:lnTo>
                  <a:lnTo>
                    <a:pt x="5691" y="1954"/>
                  </a:lnTo>
                  <a:lnTo>
                    <a:pt x="5520" y="1905"/>
                  </a:lnTo>
                  <a:lnTo>
                    <a:pt x="5349" y="1832"/>
                  </a:lnTo>
                  <a:lnTo>
                    <a:pt x="5227" y="1710"/>
                  </a:lnTo>
                  <a:lnTo>
                    <a:pt x="5104" y="1588"/>
                  </a:lnTo>
                  <a:lnTo>
                    <a:pt x="5031" y="1417"/>
                  </a:lnTo>
                  <a:lnTo>
                    <a:pt x="4982" y="1246"/>
                  </a:lnTo>
                  <a:lnTo>
                    <a:pt x="4958" y="1075"/>
                  </a:lnTo>
                  <a:lnTo>
                    <a:pt x="4982" y="904"/>
                  </a:lnTo>
                  <a:lnTo>
                    <a:pt x="5031" y="733"/>
                  </a:lnTo>
                  <a:lnTo>
                    <a:pt x="5104" y="562"/>
                  </a:lnTo>
                  <a:lnTo>
                    <a:pt x="5227" y="440"/>
                  </a:lnTo>
                  <a:lnTo>
                    <a:pt x="5349" y="318"/>
                  </a:lnTo>
                  <a:lnTo>
                    <a:pt x="5520" y="244"/>
                  </a:lnTo>
                  <a:lnTo>
                    <a:pt x="5691" y="195"/>
                  </a:lnTo>
                  <a:lnTo>
                    <a:pt x="5862" y="171"/>
                  </a:lnTo>
                  <a:close/>
                  <a:moveTo>
                    <a:pt x="9183" y="171"/>
                  </a:moveTo>
                  <a:lnTo>
                    <a:pt x="9354" y="195"/>
                  </a:lnTo>
                  <a:lnTo>
                    <a:pt x="9525" y="244"/>
                  </a:lnTo>
                  <a:lnTo>
                    <a:pt x="9696" y="318"/>
                  </a:lnTo>
                  <a:lnTo>
                    <a:pt x="9818" y="440"/>
                  </a:lnTo>
                  <a:lnTo>
                    <a:pt x="9940" y="562"/>
                  </a:lnTo>
                  <a:lnTo>
                    <a:pt x="10014" y="733"/>
                  </a:lnTo>
                  <a:lnTo>
                    <a:pt x="10062" y="904"/>
                  </a:lnTo>
                  <a:lnTo>
                    <a:pt x="10087" y="1075"/>
                  </a:lnTo>
                  <a:lnTo>
                    <a:pt x="10062" y="1246"/>
                  </a:lnTo>
                  <a:lnTo>
                    <a:pt x="10014" y="1417"/>
                  </a:lnTo>
                  <a:lnTo>
                    <a:pt x="9940" y="1588"/>
                  </a:lnTo>
                  <a:lnTo>
                    <a:pt x="9818" y="1710"/>
                  </a:lnTo>
                  <a:lnTo>
                    <a:pt x="9696" y="1832"/>
                  </a:lnTo>
                  <a:lnTo>
                    <a:pt x="9525" y="1905"/>
                  </a:lnTo>
                  <a:lnTo>
                    <a:pt x="9354" y="1954"/>
                  </a:lnTo>
                  <a:lnTo>
                    <a:pt x="9183" y="1978"/>
                  </a:lnTo>
                  <a:lnTo>
                    <a:pt x="9012" y="1954"/>
                  </a:lnTo>
                  <a:lnTo>
                    <a:pt x="8841" y="1905"/>
                  </a:lnTo>
                  <a:lnTo>
                    <a:pt x="8670" y="1832"/>
                  </a:lnTo>
                  <a:lnTo>
                    <a:pt x="8548" y="1710"/>
                  </a:lnTo>
                  <a:lnTo>
                    <a:pt x="8426" y="1588"/>
                  </a:lnTo>
                  <a:lnTo>
                    <a:pt x="8353" y="1417"/>
                  </a:lnTo>
                  <a:lnTo>
                    <a:pt x="8304" y="1246"/>
                  </a:lnTo>
                  <a:lnTo>
                    <a:pt x="8279" y="1075"/>
                  </a:lnTo>
                  <a:lnTo>
                    <a:pt x="8304" y="904"/>
                  </a:lnTo>
                  <a:lnTo>
                    <a:pt x="8353" y="733"/>
                  </a:lnTo>
                  <a:lnTo>
                    <a:pt x="8426" y="562"/>
                  </a:lnTo>
                  <a:lnTo>
                    <a:pt x="8548" y="440"/>
                  </a:lnTo>
                  <a:lnTo>
                    <a:pt x="8670" y="318"/>
                  </a:lnTo>
                  <a:lnTo>
                    <a:pt x="8841" y="244"/>
                  </a:lnTo>
                  <a:lnTo>
                    <a:pt x="9012" y="195"/>
                  </a:lnTo>
                  <a:lnTo>
                    <a:pt x="9183" y="171"/>
                  </a:lnTo>
                  <a:close/>
                  <a:moveTo>
                    <a:pt x="12505" y="171"/>
                  </a:moveTo>
                  <a:lnTo>
                    <a:pt x="12676" y="195"/>
                  </a:lnTo>
                  <a:lnTo>
                    <a:pt x="12847" y="244"/>
                  </a:lnTo>
                  <a:lnTo>
                    <a:pt x="13018" y="318"/>
                  </a:lnTo>
                  <a:lnTo>
                    <a:pt x="13140" y="440"/>
                  </a:lnTo>
                  <a:lnTo>
                    <a:pt x="13262" y="562"/>
                  </a:lnTo>
                  <a:lnTo>
                    <a:pt x="13335" y="733"/>
                  </a:lnTo>
                  <a:lnTo>
                    <a:pt x="13384" y="904"/>
                  </a:lnTo>
                  <a:lnTo>
                    <a:pt x="13408" y="1075"/>
                  </a:lnTo>
                  <a:lnTo>
                    <a:pt x="13384" y="1246"/>
                  </a:lnTo>
                  <a:lnTo>
                    <a:pt x="13335" y="1417"/>
                  </a:lnTo>
                  <a:lnTo>
                    <a:pt x="13262" y="1588"/>
                  </a:lnTo>
                  <a:lnTo>
                    <a:pt x="13140" y="1710"/>
                  </a:lnTo>
                  <a:lnTo>
                    <a:pt x="13018" y="1832"/>
                  </a:lnTo>
                  <a:lnTo>
                    <a:pt x="12847" y="1905"/>
                  </a:lnTo>
                  <a:lnTo>
                    <a:pt x="12676" y="1954"/>
                  </a:lnTo>
                  <a:lnTo>
                    <a:pt x="12505" y="1978"/>
                  </a:lnTo>
                  <a:lnTo>
                    <a:pt x="12334" y="1954"/>
                  </a:lnTo>
                  <a:lnTo>
                    <a:pt x="12163" y="1905"/>
                  </a:lnTo>
                  <a:lnTo>
                    <a:pt x="11992" y="1832"/>
                  </a:lnTo>
                  <a:lnTo>
                    <a:pt x="11870" y="1710"/>
                  </a:lnTo>
                  <a:lnTo>
                    <a:pt x="11748" y="1588"/>
                  </a:lnTo>
                  <a:lnTo>
                    <a:pt x="11674" y="1417"/>
                  </a:lnTo>
                  <a:lnTo>
                    <a:pt x="11625" y="1246"/>
                  </a:lnTo>
                  <a:lnTo>
                    <a:pt x="11601" y="1075"/>
                  </a:lnTo>
                  <a:lnTo>
                    <a:pt x="11625" y="904"/>
                  </a:lnTo>
                  <a:lnTo>
                    <a:pt x="11674" y="733"/>
                  </a:lnTo>
                  <a:lnTo>
                    <a:pt x="11748" y="562"/>
                  </a:lnTo>
                  <a:lnTo>
                    <a:pt x="11870" y="440"/>
                  </a:lnTo>
                  <a:lnTo>
                    <a:pt x="11992" y="318"/>
                  </a:lnTo>
                  <a:lnTo>
                    <a:pt x="12163" y="244"/>
                  </a:lnTo>
                  <a:lnTo>
                    <a:pt x="12334" y="195"/>
                  </a:lnTo>
                  <a:lnTo>
                    <a:pt x="12505" y="171"/>
                  </a:lnTo>
                  <a:close/>
                  <a:moveTo>
                    <a:pt x="13091" y="5520"/>
                  </a:moveTo>
                  <a:lnTo>
                    <a:pt x="13189" y="5544"/>
                  </a:lnTo>
                  <a:lnTo>
                    <a:pt x="13262" y="5593"/>
                  </a:lnTo>
                  <a:lnTo>
                    <a:pt x="13311" y="5666"/>
                  </a:lnTo>
                  <a:lnTo>
                    <a:pt x="13335" y="5764"/>
                  </a:lnTo>
                  <a:lnTo>
                    <a:pt x="13311" y="5862"/>
                  </a:lnTo>
                  <a:lnTo>
                    <a:pt x="13262" y="5935"/>
                  </a:lnTo>
                  <a:lnTo>
                    <a:pt x="13189" y="5984"/>
                  </a:lnTo>
                  <a:lnTo>
                    <a:pt x="13091" y="6008"/>
                  </a:lnTo>
                  <a:lnTo>
                    <a:pt x="1954" y="6008"/>
                  </a:lnTo>
                  <a:lnTo>
                    <a:pt x="1856" y="5984"/>
                  </a:lnTo>
                  <a:lnTo>
                    <a:pt x="1783" y="5935"/>
                  </a:lnTo>
                  <a:lnTo>
                    <a:pt x="1734" y="5862"/>
                  </a:lnTo>
                  <a:lnTo>
                    <a:pt x="1710" y="5764"/>
                  </a:lnTo>
                  <a:lnTo>
                    <a:pt x="1734" y="5666"/>
                  </a:lnTo>
                  <a:lnTo>
                    <a:pt x="1783" y="5593"/>
                  </a:lnTo>
                  <a:lnTo>
                    <a:pt x="1856" y="5544"/>
                  </a:lnTo>
                  <a:lnTo>
                    <a:pt x="1954" y="5520"/>
                  </a:lnTo>
                  <a:close/>
                  <a:moveTo>
                    <a:pt x="13189" y="7840"/>
                  </a:moveTo>
                  <a:lnTo>
                    <a:pt x="13262" y="7913"/>
                  </a:lnTo>
                  <a:lnTo>
                    <a:pt x="13311" y="7986"/>
                  </a:lnTo>
                  <a:lnTo>
                    <a:pt x="13335" y="8084"/>
                  </a:lnTo>
                  <a:lnTo>
                    <a:pt x="13311" y="8182"/>
                  </a:lnTo>
                  <a:lnTo>
                    <a:pt x="13262" y="8255"/>
                  </a:lnTo>
                  <a:lnTo>
                    <a:pt x="13189" y="8304"/>
                  </a:lnTo>
                  <a:lnTo>
                    <a:pt x="13091" y="8328"/>
                  </a:lnTo>
                  <a:lnTo>
                    <a:pt x="1954" y="8328"/>
                  </a:lnTo>
                  <a:lnTo>
                    <a:pt x="1856" y="8304"/>
                  </a:lnTo>
                  <a:lnTo>
                    <a:pt x="1783" y="8255"/>
                  </a:lnTo>
                  <a:lnTo>
                    <a:pt x="1734" y="8182"/>
                  </a:lnTo>
                  <a:lnTo>
                    <a:pt x="1710" y="8084"/>
                  </a:lnTo>
                  <a:lnTo>
                    <a:pt x="1734" y="7986"/>
                  </a:lnTo>
                  <a:lnTo>
                    <a:pt x="1783" y="7913"/>
                  </a:lnTo>
                  <a:lnTo>
                    <a:pt x="1856" y="7840"/>
                  </a:lnTo>
                  <a:close/>
                  <a:moveTo>
                    <a:pt x="13091" y="10136"/>
                  </a:moveTo>
                  <a:lnTo>
                    <a:pt x="13189" y="10160"/>
                  </a:lnTo>
                  <a:lnTo>
                    <a:pt x="13262" y="10209"/>
                  </a:lnTo>
                  <a:lnTo>
                    <a:pt x="13311" y="10282"/>
                  </a:lnTo>
                  <a:lnTo>
                    <a:pt x="13335" y="10380"/>
                  </a:lnTo>
                  <a:lnTo>
                    <a:pt x="13311" y="10478"/>
                  </a:lnTo>
                  <a:lnTo>
                    <a:pt x="13262" y="10551"/>
                  </a:lnTo>
                  <a:lnTo>
                    <a:pt x="13189" y="10600"/>
                  </a:lnTo>
                  <a:lnTo>
                    <a:pt x="13091" y="10624"/>
                  </a:lnTo>
                  <a:lnTo>
                    <a:pt x="1954" y="10624"/>
                  </a:lnTo>
                  <a:lnTo>
                    <a:pt x="1856" y="10600"/>
                  </a:lnTo>
                  <a:lnTo>
                    <a:pt x="1783" y="10551"/>
                  </a:lnTo>
                  <a:lnTo>
                    <a:pt x="1734" y="10478"/>
                  </a:lnTo>
                  <a:lnTo>
                    <a:pt x="1710" y="10380"/>
                  </a:lnTo>
                  <a:lnTo>
                    <a:pt x="1734" y="10282"/>
                  </a:lnTo>
                  <a:lnTo>
                    <a:pt x="1783" y="10209"/>
                  </a:lnTo>
                  <a:lnTo>
                    <a:pt x="1856" y="10160"/>
                  </a:lnTo>
                  <a:lnTo>
                    <a:pt x="1954" y="10136"/>
                  </a:lnTo>
                  <a:close/>
                  <a:moveTo>
                    <a:pt x="8206" y="12456"/>
                  </a:moveTo>
                  <a:lnTo>
                    <a:pt x="8304" y="12480"/>
                  </a:lnTo>
                  <a:lnTo>
                    <a:pt x="8377" y="12529"/>
                  </a:lnTo>
                  <a:lnTo>
                    <a:pt x="8426" y="12602"/>
                  </a:lnTo>
                  <a:lnTo>
                    <a:pt x="8450" y="12700"/>
                  </a:lnTo>
                  <a:lnTo>
                    <a:pt x="8426" y="12798"/>
                  </a:lnTo>
                  <a:lnTo>
                    <a:pt x="8377" y="12871"/>
                  </a:lnTo>
                  <a:lnTo>
                    <a:pt x="8304" y="12920"/>
                  </a:lnTo>
                  <a:lnTo>
                    <a:pt x="8206" y="12944"/>
                  </a:lnTo>
                  <a:lnTo>
                    <a:pt x="1954" y="12944"/>
                  </a:lnTo>
                  <a:lnTo>
                    <a:pt x="1856" y="12920"/>
                  </a:lnTo>
                  <a:lnTo>
                    <a:pt x="1783" y="12871"/>
                  </a:lnTo>
                  <a:lnTo>
                    <a:pt x="1734" y="12798"/>
                  </a:lnTo>
                  <a:lnTo>
                    <a:pt x="1710" y="12700"/>
                  </a:lnTo>
                  <a:lnTo>
                    <a:pt x="1734" y="12602"/>
                  </a:lnTo>
                  <a:lnTo>
                    <a:pt x="1783" y="12529"/>
                  </a:lnTo>
                  <a:lnTo>
                    <a:pt x="1856" y="12480"/>
                  </a:lnTo>
                  <a:lnTo>
                    <a:pt x="1954" y="12456"/>
                  </a:lnTo>
                  <a:close/>
                  <a:moveTo>
                    <a:pt x="782" y="0"/>
                  </a:moveTo>
                  <a:lnTo>
                    <a:pt x="635" y="25"/>
                  </a:lnTo>
                  <a:lnTo>
                    <a:pt x="489" y="73"/>
                  </a:lnTo>
                  <a:lnTo>
                    <a:pt x="342" y="122"/>
                  </a:lnTo>
                  <a:lnTo>
                    <a:pt x="220" y="220"/>
                  </a:lnTo>
                  <a:lnTo>
                    <a:pt x="122" y="342"/>
                  </a:lnTo>
                  <a:lnTo>
                    <a:pt x="73" y="489"/>
                  </a:lnTo>
                  <a:lnTo>
                    <a:pt x="24" y="635"/>
                  </a:lnTo>
                  <a:lnTo>
                    <a:pt x="0" y="782"/>
                  </a:lnTo>
                  <a:lnTo>
                    <a:pt x="0" y="17780"/>
                  </a:lnTo>
                  <a:lnTo>
                    <a:pt x="24" y="17927"/>
                  </a:lnTo>
                  <a:lnTo>
                    <a:pt x="73" y="18073"/>
                  </a:lnTo>
                  <a:lnTo>
                    <a:pt x="122" y="18220"/>
                  </a:lnTo>
                  <a:lnTo>
                    <a:pt x="220" y="18342"/>
                  </a:lnTo>
                  <a:lnTo>
                    <a:pt x="342" y="18440"/>
                  </a:lnTo>
                  <a:lnTo>
                    <a:pt x="489" y="18488"/>
                  </a:lnTo>
                  <a:lnTo>
                    <a:pt x="635" y="18537"/>
                  </a:lnTo>
                  <a:lnTo>
                    <a:pt x="782" y="18562"/>
                  </a:lnTo>
                  <a:lnTo>
                    <a:pt x="14361" y="18562"/>
                  </a:lnTo>
                  <a:lnTo>
                    <a:pt x="14507" y="18537"/>
                  </a:lnTo>
                  <a:lnTo>
                    <a:pt x="14654" y="18488"/>
                  </a:lnTo>
                  <a:lnTo>
                    <a:pt x="14800" y="18440"/>
                  </a:lnTo>
                  <a:lnTo>
                    <a:pt x="14923" y="18342"/>
                  </a:lnTo>
                  <a:lnTo>
                    <a:pt x="15020" y="18220"/>
                  </a:lnTo>
                  <a:lnTo>
                    <a:pt x="15069" y="18073"/>
                  </a:lnTo>
                  <a:lnTo>
                    <a:pt x="15118" y="17927"/>
                  </a:lnTo>
                  <a:lnTo>
                    <a:pt x="15142" y="17780"/>
                  </a:lnTo>
                  <a:lnTo>
                    <a:pt x="15142" y="782"/>
                  </a:lnTo>
                  <a:lnTo>
                    <a:pt x="15118" y="635"/>
                  </a:lnTo>
                  <a:lnTo>
                    <a:pt x="15069" y="489"/>
                  </a:lnTo>
                  <a:lnTo>
                    <a:pt x="15020" y="342"/>
                  </a:lnTo>
                  <a:lnTo>
                    <a:pt x="14923" y="220"/>
                  </a:lnTo>
                  <a:lnTo>
                    <a:pt x="14800" y="122"/>
                  </a:lnTo>
                  <a:lnTo>
                    <a:pt x="14654" y="73"/>
                  </a:lnTo>
                  <a:lnTo>
                    <a:pt x="14507" y="25"/>
                  </a:lnTo>
                  <a:lnTo>
                    <a:pt x="14361"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429806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3"/>
          <p:cNvSpPr txBox="1">
            <a:spLocks noGrp="1"/>
          </p:cNvSpPr>
          <p:nvPr>
            <p:ph type="ctrTitle"/>
          </p:nvPr>
        </p:nvSpPr>
        <p:spPr>
          <a:xfrm>
            <a:off x="1012800" y="2497750"/>
            <a:ext cx="49500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Content</a:t>
            </a:r>
            <a:endParaRPr dirty="0"/>
          </a:p>
        </p:txBody>
      </p:sp>
      <p:sp>
        <p:nvSpPr>
          <p:cNvPr id="84" name="Google Shape;84;p13"/>
          <p:cNvSpPr txBox="1"/>
          <p:nvPr/>
        </p:nvSpPr>
        <p:spPr>
          <a:xfrm>
            <a:off x="6219050" y="337750"/>
            <a:ext cx="2232000" cy="1931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sz="12000" b="1">
                <a:solidFill>
                  <a:srgbClr val="0090FF"/>
                </a:solidFill>
                <a:latin typeface="Open Sans"/>
                <a:ea typeface="Open Sans"/>
                <a:cs typeface="Open Sans"/>
                <a:sym typeface="Open Sans"/>
              </a:rPr>
              <a:t>1.</a:t>
            </a:r>
            <a:endParaRPr sz="12000" b="1">
              <a:solidFill>
                <a:srgbClr val="0090FF"/>
              </a:solidFill>
              <a:latin typeface="Open Sans"/>
              <a:ea typeface="Open Sans"/>
              <a:cs typeface="Open Sans"/>
              <a:sym typeface="Open Sans"/>
            </a:endParaRPr>
          </a:p>
        </p:txBody>
      </p:sp>
    </p:spTree>
    <p:extLst>
      <p:ext uri="{BB962C8B-B14F-4D97-AF65-F5344CB8AC3E}">
        <p14:creationId xmlns:p14="http://schemas.microsoft.com/office/powerpoint/2010/main" val="947501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859853" y="1423670"/>
            <a:ext cx="5092200" cy="713430"/>
          </a:xfrm>
          <a:prstGeom prst="rect">
            <a:avLst/>
          </a:prstGeom>
        </p:spPr>
        <p:txBody>
          <a:bodyPr spcFirstLastPara="1" wrap="square" lIns="91425" tIns="91425" rIns="91425" bIns="91425" anchor="b" anchorCtr="0">
            <a:noAutofit/>
          </a:bodyPr>
          <a:lstStyle/>
          <a:p>
            <a:pPr lvl="0"/>
            <a:r>
              <a:rPr lang="en-IN" dirty="0"/>
              <a:t>What is a database?</a:t>
            </a:r>
          </a:p>
        </p:txBody>
      </p:sp>
      <p:sp>
        <p:nvSpPr>
          <p:cNvPr id="96" name="Google Shape;96;p15"/>
          <p:cNvSpPr txBox="1">
            <a:spLocks noGrp="1"/>
          </p:cNvSpPr>
          <p:nvPr>
            <p:ph type="body" idx="1"/>
          </p:nvPr>
        </p:nvSpPr>
        <p:spPr>
          <a:xfrm>
            <a:off x="768120" y="2331091"/>
            <a:ext cx="7935205" cy="1685887"/>
          </a:xfrm>
          <a:prstGeom prst="rect">
            <a:avLst/>
          </a:prstGeom>
        </p:spPr>
        <p:txBody>
          <a:bodyPr spcFirstLastPara="1" wrap="square" lIns="91425" tIns="91425" rIns="91425" bIns="91425" anchor="t" anchorCtr="0">
            <a:noAutofit/>
          </a:bodyPr>
          <a:lstStyle/>
          <a:p>
            <a:pPr marL="400050" lvl="0" indent="-285750">
              <a:lnSpc>
                <a:spcPct val="113000"/>
              </a:lnSpc>
              <a:buSzPts val="1800"/>
              <a:buFont typeface="Wingdings" panose="05000000000000000000" pitchFamily="2" charset="2"/>
              <a:buChar char="§"/>
            </a:pPr>
            <a:r>
              <a:rPr lang="en-IN" sz="1800" dirty="0"/>
              <a:t>A database is an organised collection of data, that allows users to access and search the information easily.</a:t>
            </a:r>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a:t>
            </a:fld>
            <a:endParaRPr/>
          </a:p>
        </p:txBody>
      </p:sp>
      <p:grpSp>
        <p:nvGrpSpPr>
          <p:cNvPr id="6" name="Google Shape;142;p18"/>
          <p:cNvGrpSpPr/>
          <p:nvPr/>
        </p:nvGrpSpPr>
        <p:grpSpPr>
          <a:xfrm>
            <a:off x="7516121" y="711701"/>
            <a:ext cx="903434" cy="903434"/>
            <a:chOff x="2594325" y="1627175"/>
            <a:chExt cx="440850" cy="440850"/>
          </a:xfrm>
        </p:grpSpPr>
        <p:sp>
          <p:nvSpPr>
            <p:cNvPr id="7" name="Google Shape;143;p1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4;p1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5;p1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398950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666970" y="423540"/>
            <a:ext cx="6226747" cy="713430"/>
          </a:xfrm>
          <a:prstGeom prst="rect">
            <a:avLst/>
          </a:prstGeom>
        </p:spPr>
        <p:txBody>
          <a:bodyPr spcFirstLastPara="1" wrap="square" lIns="91425" tIns="91425" rIns="91425" bIns="91425" anchor="b" anchorCtr="0">
            <a:noAutofit/>
          </a:bodyPr>
          <a:lstStyle/>
          <a:p>
            <a:pPr lvl="0"/>
            <a:r>
              <a:rPr lang="en-IN" dirty="0"/>
              <a:t>Advantages of using database</a:t>
            </a:r>
          </a:p>
        </p:txBody>
      </p:sp>
      <p:sp>
        <p:nvSpPr>
          <p:cNvPr id="96" name="Google Shape;96;p15"/>
          <p:cNvSpPr txBox="1">
            <a:spLocks noGrp="1"/>
          </p:cNvSpPr>
          <p:nvPr>
            <p:ph type="body" idx="1"/>
          </p:nvPr>
        </p:nvSpPr>
        <p:spPr>
          <a:xfrm>
            <a:off x="507685" y="1377437"/>
            <a:ext cx="7569004" cy="2004000"/>
          </a:xfrm>
          <a:prstGeom prst="rect">
            <a:avLst/>
          </a:prstGeom>
        </p:spPr>
        <p:txBody>
          <a:bodyPr spcFirstLastPara="1" wrap="square" lIns="91425" tIns="91425" rIns="91425" bIns="91425" anchor="t" anchorCtr="0">
            <a:noAutofit/>
          </a:bodyPr>
          <a:lstStyle/>
          <a:p>
            <a:pPr marL="400050" lvl="0" indent="-285750">
              <a:lnSpc>
                <a:spcPct val="113000"/>
              </a:lnSpc>
              <a:buSzPts val="1800"/>
              <a:buFont typeface="Wingdings" panose="05000000000000000000" pitchFamily="2" charset="2"/>
              <a:buChar char="§"/>
            </a:pPr>
            <a:r>
              <a:rPr lang="en-IN" sz="1600" dirty="0"/>
              <a:t>Databases are better storage techniques compared to file systems. </a:t>
            </a:r>
          </a:p>
          <a:p>
            <a:pPr marL="400050" lvl="0" indent="-285750">
              <a:lnSpc>
                <a:spcPct val="113000"/>
              </a:lnSpc>
              <a:buSzPts val="1800"/>
              <a:buFont typeface="Wingdings" panose="05000000000000000000" pitchFamily="2" charset="2"/>
              <a:buChar char="§"/>
            </a:pPr>
            <a:r>
              <a:rPr lang="en-IN" sz="1600" dirty="0"/>
              <a:t>Many users can access the data at the same time.</a:t>
            </a:r>
          </a:p>
          <a:p>
            <a:pPr marL="400050" lvl="0" indent="-285750">
              <a:lnSpc>
                <a:spcPct val="113000"/>
              </a:lnSpc>
              <a:buSzPts val="1800"/>
              <a:buFont typeface="Wingdings" panose="05000000000000000000" pitchFamily="2" charset="2"/>
              <a:buChar char="§"/>
            </a:pPr>
            <a:r>
              <a:rPr lang="en-IN" sz="1600" dirty="0"/>
              <a:t>Databases can hold very large amounts of data.</a:t>
            </a:r>
          </a:p>
          <a:p>
            <a:pPr marL="400050" lvl="0" indent="-285750">
              <a:lnSpc>
                <a:spcPct val="113000"/>
              </a:lnSpc>
              <a:buSzPts val="1800"/>
              <a:buFont typeface="Wingdings" panose="05000000000000000000" pitchFamily="2" charset="2"/>
              <a:buChar char="§"/>
            </a:pPr>
            <a:r>
              <a:rPr lang="en-IN" sz="1600" dirty="0"/>
              <a:t>The data is only stored once and, hence, data duplication is avoided. </a:t>
            </a:r>
          </a:p>
          <a:p>
            <a:pPr marL="400050" lvl="0" indent="-285750">
              <a:lnSpc>
                <a:spcPct val="113000"/>
              </a:lnSpc>
              <a:buSzPts val="1800"/>
              <a:buFont typeface="Wingdings" panose="05000000000000000000" pitchFamily="2" charset="2"/>
              <a:buChar char="§"/>
            </a:pPr>
            <a:r>
              <a:rPr lang="en-IN" sz="1600" dirty="0"/>
              <a:t>The data is consistent as the changes need to be made only once. These changes are then reflected for all the users using the database.</a:t>
            </a:r>
          </a:p>
          <a:p>
            <a:pPr marL="400050" lvl="0" indent="-285750">
              <a:lnSpc>
                <a:spcPct val="113000"/>
              </a:lnSpc>
              <a:buSzPts val="1800"/>
              <a:buFont typeface="Wingdings" panose="05000000000000000000" pitchFamily="2" charset="2"/>
              <a:buChar char="§"/>
            </a:pPr>
            <a:r>
              <a:rPr lang="en-IN" sz="1600" dirty="0"/>
              <a:t>The data is stored in an organised way, which makes it easier and faster to carry out searches of the data</a:t>
            </a:r>
          </a:p>
          <a:p>
            <a:pPr marL="400050" lvl="0" indent="-285750">
              <a:lnSpc>
                <a:spcPct val="113000"/>
              </a:lnSpc>
              <a:buSzPts val="1800"/>
              <a:buFont typeface="Wingdings" panose="05000000000000000000" pitchFamily="2" charset="2"/>
              <a:buChar char="§"/>
            </a:pPr>
            <a:r>
              <a:rPr lang="en-IN" sz="1600" dirty="0"/>
              <a:t>Databases can interact with many different types of systems e.g. phone apps, web pages, business software</a:t>
            </a:r>
          </a:p>
          <a:p>
            <a:pPr marL="400050" lvl="0" indent="-285750">
              <a:lnSpc>
                <a:spcPct val="113000"/>
              </a:lnSpc>
              <a:buSzPts val="1800"/>
              <a:buFont typeface="Wingdings" panose="05000000000000000000" pitchFamily="2" charset="2"/>
              <a:buChar char="§"/>
            </a:pPr>
            <a:endParaRPr lang="en-IN" sz="1600" dirty="0"/>
          </a:p>
          <a:p>
            <a:pPr marL="400050" lvl="0" indent="-285750">
              <a:lnSpc>
                <a:spcPct val="113000"/>
              </a:lnSpc>
              <a:buSzPts val="1800"/>
              <a:buFont typeface="Wingdings" panose="05000000000000000000" pitchFamily="2" charset="2"/>
              <a:buChar char="§"/>
            </a:pPr>
            <a:endParaRPr lang="en-IN" sz="1600" dirty="0"/>
          </a:p>
          <a:p>
            <a:pPr marL="20638" lvl="0" indent="0">
              <a:lnSpc>
                <a:spcPct val="113000"/>
              </a:lnSpc>
              <a:buSzPts val="1800"/>
              <a:buNone/>
            </a:pPr>
            <a:endParaRPr lang="en-IN" sz="1600" dirty="0"/>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5</a:t>
            </a:fld>
            <a:endParaRPr/>
          </a:p>
        </p:txBody>
      </p:sp>
      <p:grpSp>
        <p:nvGrpSpPr>
          <p:cNvPr id="10" name="Google Shape;71;p12"/>
          <p:cNvGrpSpPr/>
          <p:nvPr/>
        </p:nvGrpSpPr>
        <p:grpSpPr>
          <a:xfrm>
            <a:off x="7245744" y="711703"/>
            <a:ext cx="1097515" cy="913074"/>
            <a:chOff x="1926350" y="995225"/>
            <a:chExt cx="428650" cy="356600"/>
          </a:xfrm>
        </p:grpSpPr>
        <p:sp>
          <p:nvSpPr>
            <p:cNvPr id="11" name="Google Shape;72;p12"/>
            <p:cNvSpPr/>
            <p:nvPr/>
          </p:nvSpPr>
          <p:spPr>
            <a:xfrm>
              <a:off x="1926350" y="1298075"/>
              <a:ext cx="208225" cy="53750"/>
            </a:xfrm>
            <a:custGeom>
              <a:avLst/>
              <a:gdLst/>
              <a:ahLst/>
              <a:cxnLst/>
              <a:rect l="l" t="t" r="r" b="b"/>
              <a:pathLst>
                <a:path w="8329" h="2150" extrusionOk="0">
                  <a:moveTo>
                    <a:pt x="0" y="0"/>
                  </a:moveTo>
                  <a:lnTo>
                    <a:pt x="0" y="489"/>
                  </a:lnTo>
                  <a:lnTo>
                    <a:pt x="25" y="635"/>
                  </a:lnTo>
                  <a:lnTo>
                    <a:pt x="74" y="758"/>
                  </a:lnTo>
                  <a:lnTo>
                    <a:pt x="147" y="855"/>
                  </a:lnTo>
                  <a:lnTo>
                    <a:pt x="245" y="953"/>
                  </a:lnTo>
                  <a:lnTo>
                    <a:pt x="391" y="1026"/>
                  </a:lnTo>
                  <a:lnTo>
                    <a:pt x="562" y="1051"/>
                  </a:lnTo>
                  <a:lnTo>
                    <a:pt x="733" y="1026"/>
                  </a:lnTo>
                  <a:lnTo>
                    <a:pt x="1295" y="855"/>
                  </a:lnTo>
                  <a:lnTo>
                    <a:pt x="1661" y="782"/>
                  </a:lnTo>
                  <a:lnTo>
                    <a:pt x="2076" y="684"/>
                  </a:lnTo>
                  <a:lnTo>
                    <a:pt x="2540" y="611"/>
                  </a:lnTo>
                  <a:lnTo>
                    <a:pt x="3029" y="562"/>
                  </a:lnTo>
                  <a:lnTo>
                    <a:pt x="3591" y="513"/>
                  </a:lnTo>
                  <a:lnTo>
                    <a:pt x="4177" y="489"/>
                  </a:lnTo>
                  <a:lnTo>
                    <a:pt x="4616" y="513"/>
                  </a:lnTo>
                  <a:lnTo>
                    <a:pt x="5032" y="538"/>
                  </a:lnTo>
                  <a:lnTo>
                    <a:pt x="5422" y="611"/>
                  </a:lnTo>
                  <a:lnTo>
                    <a:pt x="5789" y="684"/>
                  </a:lnTo>
                  <a:lnTo>
                    <a:pt x="6131" y="782"/>
                  </a:lnTo>
                  <a:lnTo>
                    <a:pt x="6448" y="880"/>
                  </a:lnTo>
                  <a:lnTo>
                    <a:pt x="6717" y="1002"/>
                  </a:lnTo>
                  <a:lnTo>
                    <a:pt x="6985" y="1124"/>
                  </a:lnTo>
                  <a:lnTo>
                    <a:pt x="7205" y="1246"/>
                  </a:lnTo>
                  <a:lnTo>
                    <a:pt x="7425" y="1393"/>
                  </a:lnTo>
                  <a:lnTo>
                    <a:pt x="7791" y="1661"/>
                  </a:lnTo>
                  <a:lnTo>
                    <a:pt x="8084" y="1930"/>
                  </a:lnTo>
                  <a:lnTo>
                    <a:pt x="8329" y="2150"/>
                  </a:lnTo>
                  <a:lnTo>
                    <a:pt x="8329" y="1661"/>
                  </a:lnTo>
                  <a:lnTo>
                    <a:pt x="8084" y="1441"/>
                  </a:lnTo>
                  <a:lnTo>
                    <a:pt x="7791" y="1173"/>
                  </a:lnTo>
                  <a:lnTo>
                    <a:pt x="7425" y="904"/>
                  </a:lnTo>
                  <a:lnTo>
                    <a:pt x="7205" y="758"/>
                  </a:lnTo>
                  <a:lnTo>
                    <a:pt x="6985" y="635"/>
                  </a:lnTo>
                  <a:lnTo>
                    <a:pt x="6717" y="513"/>
                  </a:lnTo>
                  <a:lnTo>
                    <a:pt x="6448" y="391"/>
                  </a:lnTo>
                  <a:lnTo>
                    <a:pt x="6131" y="294"/>
                  </a:lnTo>
                  <a:lnTo>
                    <a:pt x="5789" y="196"/>
                  </a:lnTo>
                  <a:lnTo>
                    <a:pt x="5422" y="123"/>
                  </a:lnTo>
                  <a:lnTo>
                    <a:pt x="5032" y="49"/>
                  </a:lnTo>
                  <a:lnTo>
                    <a:pt x="4616" y="25"/>
                  </a:lnTo>
                  <a:lnTo>
                    <a:pt x="4177" y="0"/>
                  </a:lnTo>
                  <a:lnTo>
                    <a:pt x="3591" y="25"/>
                  </a:lnTo>
                  <a:lnTo>
                    <a:pt x="3029" y="74"/>
                  </a:lnTo>
                  <a:lnTo>
                    <a:pt x="2540" y="123"/>
                  </a:lnTo>
                  <a:lnTo>
                    <a:pt x="2076" y="196"/>
                  </a:lnTo>
                  <a:lnTo>
                    <a:pt x="1661" y="294"/>
                  </a:lnTo>
                  <a:lnTo>
                    <a:pt x="1295" y="367"/>
                  </a:lnTo>
                  <a:lnTo>
                    <a:pt x="733" y="538"/>
                  </a:lnTo>
                  <a:lnTo>
                    <a:pt x="562" y="562"/>
                  </a:lnTo>
                  <a:lnTo>
                    <a:pt x="391" y="538"/>
                  </a:lnTo>
                  <a:lnTo>
                    <a:pt x="245" y="465"/>
                  </a:lnTo>
                  <a:lnTo>
                    <a:pt x="147" y="367"/>
                  </a:lnTo>
                  <a:lnTo>
                    <a:pt x="74" y="269"/>
                  </a:lnTo>
                  <a:lnTo>
                    <a:pt x="25" y="147"/>
                  </a:lnTo>
                  <a:lnTo>
                    <a:pt x="0"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73;p12"/>
            <p:cNvSpPr/>
            <p:nvPr/>
          </p:nvSpPr>
          <p:spPr>
            <a:xfrm>
              <a:off x="2146775" y="1298075"/>
              <a:ext cx="208225" cy="53750"/>
            </a:xfrm>
            <a:custGeom>
              <a:avLst/>
              <a:gdLst/>
              <a:ahLst/>
              <a:cxnLst/>
              <a:rect l="l" t="t" r="r" b="b"/>
              <a:pathLst>
                <a:path w="8329" h="2150" extrusionOk="0">
                  <a:moveTo>
                    <a:pt x="4152" y="0"/>
                  </a:moveTo>
                  <a:lnTo>
                    <a:pt x="3712" y="25"/>
                  </a:lnTo>
                  <a:lnTo>
                    <a:pt x="3297" y="49"/>
                  </a:lnTo>
                  <a:lnTo>
                    <a:pt x="2907" y="123"/>
                  </a:lnTo>
                  <a:lnTo>
                    <a:pt x="2540" y="196"/>
                  </a:lnTo>
                  <a:lnTo>
                    <a:pt x="2198" y="294"/>
                  </a:lnTo>
                  <a:lnTo>
                    <a:pt x="1881" y="391"/>
                  </a:lnTo>
                  <a:lnTo>
                    <a:pt x="1612" y="513"/>
                  </a:lnTo>
                  <a:lnTo>
                    <a:pt x="1343" y="635"/>
                  </a:lnTo>
                  <a:lnTo>
                    <a:pt x="1124" y="758"/>
                  </a:lnTo>
                  <a:lnTo>
                    <a:pt x="904" y="904"/>
                  </a:lnTo>
                  <a:lnTo>
                    <a:pt x="537" y="1173"/>
                  </a:lnTo>
                  <a:lnTo>
                    <a:pt x="244" y="1441"/>
                  </a:lnTo>
                  <a:lnTo>
                    <a:pt x="0" y="1661"/>
                  </a:lnTo>
                  <a:lnTo>
                    <a:pt x="0" y="2150"/>
                  </a:lnTo>
                  <a:lnTo>
                    <a:pt x="244" y="1930"/>
                  </a:lnTo>
                  <a:lnTo>
                    <a:pt x="537" y="1661"/>
                  </a:lnTo>
                  <a:lnTo>
                    <a:pt x="904" y="1393"/>
                  </a:lnTo>
                  <a:lnTo>
                    <a:pt x="1124" y="1246"/>
                  </a:lnTo>
                  <a:lnTo>
                    <a:pt x="1343" y="1124"/>
                  </a:lnTo>
                  <a:lnTo>
                    <a:pt x="1612" y="1002"/>
                  </a:lnTo>
                  <a:lnTo>
                    <a:pt x="1881" y="880"/>
                  </a:lnTo>
                  <a:lnTo>
                    <a:pt x="2198" y="782"/>
                  </a:lnTo>
                  <a:lnTo>
                    <a:pt x="2540" y="684"/>
                  </a:lnTo>
                  <a:lnTo>
                    <a:pt x="2907" y="611"/>
                  </a:lnTo>
                  <a:lnTo>
                    <a:pt x="3297" y="538"/>
                  </a:lnTo>
                  <a:lnTo>
                    <a:pt x="3712" y="513"/>
                  </a:lnTo>
                  <a:lnTo>
                    <a:pt x="4152" y="489"/>
                  </a:lnTo>
                  <a:lnTo>
                    <a:pt x="4738" y="513"/>
                  </a:lnTo>
                  <a:lnTo>
                    <a:pt x="5300" y="562"/>
                  </a:lnTo>
                  <a:lnTo>
                    <a:pt x="5788" y="611"/>
                  </a:lnTo>
                  <a:lnTo>
                    <a:pt x="6252" y="684"/>
                  </a:lnTo>
                  <a:lnTo>
                    <a:pt x="6668" y="782"/>
                  </a:lnTo>
                  <a:lnTo>
                    <a:pt x="7034" y="855"/>
                  </a:lnTo>
                  <a:lnTo>
                    <a:pt x="7596" y="1026"/>
                  </a:lnTo>
                  <a:lnTo>
                    <a:pt x="7767" y="1051"/>
                  </a:lnTo>
                  <a:lnTo>
                    <a:pt x="7938" y="1026"/>
                  </a:lnTo>
                  <a:lnTo>
                    <a:pt x="8084" y="953"/>
                  </a:lnTo>
                  <a:lnTo>
                    <a:pt x="8182" y="855"/>
                  </a:lnTo>
                  <a:lnTo>
                    <a:pt x="8255" y="758"/>
                  </a:lnTo>
                  <a:lnTo>
                    <a:pt x="8304" y="635"/>
                  </a:lnTo>
                  <a:lnTo>
                    <a:pt x="8328" y="489"/>
                  </a:lnTo>
                  <a:lnTo>
                    <a:pt x="8328" y="0"/>
                  </a:lnTo>
                  <a:lnTo>
                    <a:pt x="8304" y="147"/>
                  </a:lnTo>
                  <a:lnTo>
                    <a:pt x="8255" y="269"/>
                  </a:lnTo>
                  <a:lnTo>
                    <a:pt x="8182" y="367"/>
                  </a:lnTo>
                  <a:lnTo>
                    <a:pt x="8084" y="465"/>
                  </a:lnTo>
                  <a:lnTo>
                    <a:pt x="7938" y="538"/>
                  </a:lnTo>
                  <a:lnTo>
                    <a:pt x="7767" y="562"/>
                  </a:lnTo>
                  <a:lnTo>
                    <a:pt x="7596" y="538"/>
                  </a:lnTo>
                  <a:lnTo>
                    <a:pt x="7034" y="367"/>
                  </a:lnTo>
                  <a:lnTo>
                    <a:pt x="6668" y="294"/>
                  </a:lnTo>
                  <a:lnTo>
                    <a:pt x="6252" y="196"/>
                  </a:lnTo>
                  <a:lnTo>
                    <a:pt x="5788" y="123"/>
                  </a:lnTo>
                  <a:lnTo>
                    <a:pt x="5300" y="74"/>
                  </a:lnTo>
                  <a:lnTo>
                    <a:pt x="4738" y="25"/>
                  </a:lnTo>
                  <a:lnTo>
                    <a:pt x="4152"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74;p12"/>
            <p:cNvSpPr/>
            <p:nvPr/>
          </p:nvSpPr>
          <p:spPr>
            <a:xfrm>
              <a:off x="1926350" y="995225"/>
              <a:ext cx="208225" cy="332175"/>
            </a:xfrm>
            <a:custGeom>
              <a:avLst/>
              <a:gdLst/>
              <a:ahLst/>
              <a:cxnLst/>
              <a:rect l="l" t="t" r="r" b="b"/>
              <a:pathLst>
                <a:path w="8329" h="13287" extrusionOk="0">
                  <a:moveTo>
                    <a:pt x="4177" y="1"/>
                  </a:moveTo>
                  <a:lnTo>
                    <a:pt x="3591" y="25"/>
                  </a:lnTo>
                  <a:lnTo>
                    <a:pt x="3029" y="74"/>
                  </a:lnTo>
                  <a:lnTo>
                    <a:pt x="2467" y="196"/>
                  </a:lnTo>
                  <a:lnTo>
                    <a:pt x="1905" y="343"/>
                  </a:lnTo>
                  <a:lnTo>
                    <a:pt x="1393" y="538"/>
                  </a:lnTo>
                  <a:lnTo>
                    <a:pt x="929" y="758"/>
                  </a:lnTo>
                  <a:lnTo>
                    <a:pt x="513" y="978"/>
                  </a:lnTo>
                  <a:lnTo>
                    <a:pt x="342" y="1124"/>
                  </a:lnTo>
                  <a:lnTo>
                    <a:pt x="196" y="1246"/>
                  </a:lnTo>
                  <a:lnTo>
                    <a:pt x="123" y="1319"/>
                  </a:lnTo>
                  <a:lnTo>
                    <a:pt x="49" y="1442"/>
                  </a:lnTo>
                  <a:lnTo>
                    <a:pt x="25" y="1539"/>
                  </a:lnTo>
                  <a:lnTo>
                    <a:pt x="0" y="1661"/>
                  </a:lnTo>
                  <a:lnTo>
                    <a:pt x="0" y="11626"/>
                  </a:lnTo>
                  <a:lnTo>
                    <a:pt x="25" y="11773"/>
                  </a:lnTo>
                  <a:lnTo>
                    <a:pt x="74" y="11895"/>
                  </a:lnTo>
                  <a:lnTo>
                    <a:pt x="147" y="11992"/>
                  </a:lnTo>
                  <a:lnTo>
                    <a:pt x="245" y="12090"/>
                  </a:lnTo>
                  <a:lnTo>
                    <a:pt x="391" y="12163"/>
                  </a:lnTo>
                  <a:lnTo>
                    <a:pt x="562" y="12188"/>
                  </a:lnTo>
                  <a:lnTo>
                    <a:pt x="733" y="12163"/>
                  </a:lnTo>
                  <a:lnTo>
                    <a:pt x="1295" y="11992"/>
                  </a:lnTo>
                  <a:lnTo>
                    <a:pt x="1661" y="11919"/>
                  </a:lnTo>
                  <a:lnTo>
                    <a:pt x="2076" y="11821"/>
                  </a:lnTo>
                  <a:lnTo>
                    <a:pt x="2540" y="11748"/>
                  </a:lnTo>
                  <a:lnTo>
                    <a:pt x="3029" y="11699"/>
                  </a:lnTo>
                  <a:lnTo>
                    <a:pt x="3591" y="11650"/>
                  </a:lnTo>
                  <a:lnTo>
                    <a:pt x="4177" y="11626"/>
                  </a:lnTo>
                  <a:lnTo>
                    <a:pt x="4616" y="11650"/>
                  </a:lnTo>
                  <a:lnTo>
                    <a:pt x="5032" y="11675"/>
                  </a:lnTo>
                  <a:lnTo>
                    <a:pt x="5422" y="11748"/>
                  </a:lnTo>
                  <a:lnTo>
                    <a:pt x="5789" y="11821"/>
                  </a:lnTo>
                  <a:lnTo>
                    <a:pt x="6131" y="11919"/>
                  </a:lnTo>
                  <a:lnTo>
                    <a:pt x="6448" y="12017"/>
                  </a:lnTo>
                  <a:lnTo>
                    <a:pt x="6717" y="12139"/>
                  </a:lnTo>
                  <a:lnTo>
                    <a:pt x="6985" y="12261"/>
                  </a:lnTo>
                  <a:lnTo>
                    <a:pt x="7205" y="12383"/>
                  </a:lnTo>
                  <a:lnTo>
                    <a:pt x="7425" y="12530"/>
                  </a:lnTo>
                  <a:lnTo>
                    <a:pt x="7791" y="12798"/>
                  </a:lnTo>
                  <a:lnTo>
                    <a:pt x="8084" y="13067"/>
                  </a:lnTo>
                  <a:lnTo>
                    <a:pt x="8329" y="13287"/>
                  </a:lnTo>
                  <a:lnTo>
                    <a:pt x="8329" y="2199"/>
                  </a:lnTo>
                  <a:lnTo>
                    <a:pt x="8329" y="2101"/>
                  </a:lnTo>
                  <a:lnTo>
                    <a:pt x="8280" y="1979"/>
                  </a:lnTo>
                  <a:lnTo>
                    <a:pt x="8231" y="1881"/>
                  </a:lnTo>
                  <a:lnTo>
                    <a:pt x="8158" y="1808"/>
                  </a:lnTo>
                  <a:lnTo>
                    <a:pt x="8036" y="1686"/>
                  </a:lnTo>
                  <a:lnTo>
                    <a:pt x="7767" y="1442"/>
                  </a:lnTo>
                  <a:lnTo>
                    <a:pt x="7449" y="1173"/>
                  </a:lnTo>
                  <a:lnTo>
                    <a:pt x="7083" y="904"/>
                  </a:lnTo>
                  <a:lnTo>
                    <a:pt x="6644" y="611"/>
                  </a:lnTo>
                  <a:lnTo>
                    <a:pt x="6375" y="489"/>
                  </a:lnTo>
                  <a:lnTo>
                    <a:pt x="6131" y="367"/>
                  </a:lnTo>
                  <a:lnTo>
                    <a:pt x="5838" y="269"/>
                  </a:lnTo>
                  <a:lnTo>
                    <a:pt x="5544" y="172"/>
                  </a:lnTo>
                  <a:lnTo>
                    <a:pt x="5227" y="98"/>
                  </a:lnTo>
                  <a:lnTo>
                    <a:pt x="4885" y="49"/>
                  </a:lnTo>
                  <a:lnTo>
                    <a:pt x="4543"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75;p12"/>
            <p:cNvSpPr/>
            <p:nvPr/>
          </p:nvSpPr>
          <p:spPr>
            <a:xfrm>
              <a:off x="2146775" y="995225"/>
              <a:ext cx="208225" cy="332175"/>
            </a:xfrm>
            <a:custGeom>
              <a:avLst/>
              <a:gdLst/>
              <a:ahLst/>
              <a:cxnLst/>
              <a:rect l="l" t="t" r="r" b="b"/>
              <a:pathLst>
                <a:path w="8329" h="13287" extrusionOk="0">
                  <a:moveTo>
                    <a:pt x="3786" y="1"/>
                  </a:moveTo>
                  <a:lnTo>
                    <a:pt x="3444" y="49"/>
                  </a:lnTo>
                  <a:lnTo>
                    <a:pt x="3102" y="98"/>
                  </a:lnTo>
                  <a:lnTo>
                    <a:pt x="2784" y="172"/>
                  </a:lnTo>
                  <a:lnTo>
                    <a:pt x="2491" y="269"/>
                  </a:lnTo>
                  <a:lnTo>
                    <a:pt x="2198" y="367"/>
                  </a:lnTo>
                  <a:lnTo>
                    <a:pt x="1954" y="489"/>
                  </a:lnTo>
                  <a:lnTo>
                    <a:pt x="1685" y="611"/>
                  </a:lnTo>
                  <a:lnTo>
                    <a:pt x="1246" y="904"/>
                  </a:lnTo>
                  <a:lnTo>
                    <a:pt x="879" y="1173"/>
                  </a:lnTo>
                  <a:lnTo>
                    <a:pt x="562" y="1442"/>
                  </a:lnTo>
                  <a:lnTo>
                    <a:pt x="293" y="1686"/>
                  </a:lnTo>
                  <a:lnTo>
                    <a:pt x="171" y="1808"/>
                  </a:lnTo>
                  <a:lnTo>
                    <a:pt x="98" y="1881"/>
                  </a:lnTo>
                  <a:lnTo>
                    <a:pt x="49" y="1979"/>
                  </a:lnTo>
                  <a:lnTo>
                    <a:pt x="0" y="2101"/>
                  </a:lnTo>
                  <a:lnTo>
                    <a:pt x="0" y="2199"/>
                  </a:lnTo>
                  <a:lnTo>
                    <a:pt x="0" y="13287"/>
                  </a:lnTo>
                  <a:lnTo>
                    <a:pt x="244" y="13067"/>
                  </a:lnTo>
                  <a:lnTo>
                    <a:pt x="537" y="12798"/>
                  </a:lnTo>
                  <a:lnTo>
                    <a:pt x="904" y="12530"/>
                  </a:lnTo>
                  <a:lnTo>
                    <a:pt x="1124" y="12383"/>
                  </a:lnTo>
                  <a:lnTo>
                    <a:pt x="1343" y="12261"/>
                  </a:lnTo>
                  <a:lnTo>
                    <a:pt x="1612" y="12139"/>
                  </a:lnTo>
                  <a:lnTo>
                    <a:pt x="1881" y="12017"/>
                  </a:lnTo>
                  <a:lnTo>
                    <a:pt x="2198" y="11919"/>
                  </a:lnTo>
                  <a:lnTo>
                    <a:pt x="2540" y="11821"/>
                  </a:lnTo>
                  <a:lnTo>
                    <a:pt x="2907" y="11748"/>
                  </a:lnTo>
                  <a:lnTo>
                    <a:pt x="3297" y="11675"/>
                  </a:lnTo>
                  <a:lnTo>
                    <a:pt x="3712" y="11650"/>
                  </a:lnTo>
                  <a:lnTo>
                    <a:pt x="4152" y="11626"/>
                  </a:lnTo>
                  <a:lnTo>
                    <a:pt x="4738" y="11650"/>
                  </a:lnTo>
                  <a:lnTo>
                    <a:pt x="5300" y="11699"/>
                  </a:lnTo>
                  <a:lnTo>
                    <a:pt x="5788" y="11748"/>
                  </a:lnTo>
                  <a:lnTo>
                    <a:pt x="6252" y="11821"/>
                  </a:lnTo>
                  <a:lnTo>
                    <a:pt x="6668" y="11919"/>
                  </a:lnTo>
                  <a:lnTo>
                    <a:pt x="7034" y="11992"/>
                  </a:lnTo>
                  <a:lnTo>
                    <a:pt x="7596" y="12163"/>
                  </a:lnTo>
                  <a:lnTo>
                    <a:pt x="7767" y="12188"/>
                  </a:lnTo>
                  <a:lnTo>
                    <a:pt x="7938" y="12163"/>
                  </a:lnTo>
                  <a:lnTo>
                    <a:pt x="8084" y="12090"/>
                  </a:lnTo>
                  <a:lnTo>
                    <a:pt x="8182" y="11992"/>
                  </a:lnTo>
                  <a:lnTo>
                    <a:pt x="8255" y="11895"/>
                  </a:lnTo>
                  <a:lnTo>
                    <a:pt x="8304" y="11773"/>
                  </a:lnTo>
                  <a:lnTo>
                    <a:pt x="8328" y="11626"/>
                  </a:lnTo>
                  <a:lnTo>
                    <a:pt x="8328" y="1661"/>
                  </a:lnTo>
                  <a:lnTo>
                    <a:pt x="8304" y="1539"/>
                  </a:lnTo>
                  <a:lnTo>
                    <a:pt x="8280" y="1442"/>
                  </a:lnTo>
                  <a:lnTo>
                    <a:pt x="8206" y="1319"/>
                  </a:lnTo>
                  <a:lnTo>
                    <a:pt x="8133" y="1246"/>
                  </a:lnTo>
                  <a:lnTo>
                    <a:pt x="7987" y="1124"/>
                  </a:lnTo>
                  <a:lnTo>
                    <a:pt x="7816" y="978"/>
                  </a:lnTo>
                  <a:lnTo>
                    <a:pt x="7400" y="758"/>
                  </a:lnTo>
                  <a:lnTo>
                    <a:pt x="6936" y="538"/>
                  </a:lnTo>
                  <a:lnTo>
                    <a:pt x="6423" y="343"/>
                  </a:lnTo>
                  <a:lnTo>
                    <a:pt x="5862" y="196"/>
                  </a:lnTo>
                  <a:lnTo>
                    <a:pt x="5300" y="74"/>
                  </a:lnTo>
                  <a:lnTo>
                    <a:pt x="4738" y="25"/>
                  </a:lnTo>
                  <a:lnTo>
                    <a:pt x="4152"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839520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6</a:t>
            </a:fld>
            <a:endParaRPr/>
          </a:p>
        </p:txBody>
      </p:sp>
      <p:grpSp>
        <p:nvGrpSpPr>
          <p:cNvPr id="2" name="Group 1"/>
          <p:cNvGrpSpPr/>
          <p:nvPr/>
        </p:nvGrpSpPr>
        <p:grpSpPr>
          <a:xfrm>
            <a:off x="872091" y="768208"/>
            <a:ext cx="7043931" cy="3865239"/>
            <a:chOff x="750906" y="944478"/>
            <a:chExt cx="7043931" cy="3865239"/>
          </a:xfrm>
        </p:grpSpPr>
        <p:pic>
          <p:nvPicPr>
            <p:cNvPr id="12" name="Picture 11"/>
            <p:cNvPicPr>
              <a:picLocks noChangeAspect="1"/>
            </p:cNvPicPr>
            <p:nvPr/>
          </p:nvPicPr>
          <p:blipFill>
            <a:blip r:embed="rId3">
              <a:duotone>
                <a:schemeClr val="accent4">
                  <a:shade val="45000"/>
                  <a:satMod val="135000"/>
                </a:schemeClr>
                <a:prstClr val="white"/>
              </a:duotone>
            </a:blip>
            <a:stretch>
              <a:fillRect/>
            </a:stretch>
          </p:blipFill>
          <p:spPr>
            <a:xfrm>
              <a:off x="1504517" y="3176362"/>
              <a:ext cx="828675" cy="802228"/>
            </a:xfrm>
            <a:prstGeom prst="rect">
              <a:avLst/>
            </a:prstGeom>
          </p:spPr>
        </p:pic>
        <p:grpSp>
          <p:nvGrpSpPr>
            <p:cNvPr id="23" name="Google Shape;466;p29"/>
            <p:cNvGrpSpPr/>
            <p:nvPr/>
          </p:nvGrpSpPr>
          <p:grpSpPr>
            <a:xfrm>
              <a:off x="6599407" y="2958344"/>
              <a:ext cx="599760" cy="439742"/>
              <a:chOff x="4610450" y="3703750"/>
              <a:chExt cx="453050" cy="332175"/>
            </a:xfrm>
          </p:grpSpPr>
          <p:sp>
            <p:nvSpPr>
              <p:cNvPr id="24" name="Google Shape;467;p29"/>
              <p:cNvSpPr/>
              <p:nvPr/>
            </p:nvSpPr>
            <p:spPr>
              <a:xfrm>
                <a:off x="4610450" y="3703750"/>
                <a:ext cx="453050" cy="332175"/>
              </a:xfrm>
              <a:custGeom>
                <a:avLst/>
                <a:gdLst/>
                <a:ahLst/>
                <a:cxnLst/>
                <a:rect l="l" t="t" r="r" b="b"/>
                <a:pathLst>
                  <a:path w="18122" h="13287" extrusionOk="0">
                    <a:moveTo>
                      <a:pt x="366" y="0"/>
                    </a:moveTo>
                    <a:lnTo>
                      <a:pt x="293" y="49"/>
                    </a:lnTo>
                    <a:lnTo>
                      <a:pt x="195" y="74"/>
                    </a:lnTo>
                    <a:lnTo>
                      <a:pt x="122" y="147"/>
                    </a:lnTo>
                    <a:lnTo>
                      <a:pt x="73" y="220"/>
                    </a:lnTo>
                    <a:lnTo>
                      <a:pt x="25" y="293"/>
                    </a:lnTo>
                    <a:lnTo>
                      <a:pt x="0" y="391"/>
                    </a:lnTo>
                    <a:lnTo>
                      <a:pt x="0" y="489"/>
                    </a:lnTo>
                    <a:lnTo>
                      <a:pt x="0" y="12798"/>
                    </a:lnTo>
                    <a:lnTo>
                      <a:pt x="0" y="12896"/>
                    </a:lnTo>
                    <a:lnTo>
                      <a:pt x="25" y="12993"/>
                    </a:lnTo>
                    <a:lnTo>
                      <a:pt x="73" y="13067"/>
                    </a:lnTo>
                    <a:lnTo>
                      <a:pt x="122" y="13140"/>
                    </a:lnTo>
                    <a:lnTo>
                      <a:pt x="195" y="13213"/>
                    </a:lnTo>
                    <a:lnTo>
                      <a:pt x="293" y="13238"/>
                    </a:lnTo>
                    <a:lnTo>
                      <a:pt x="366" y="13287"/>
                    </a:lnTo>
                    <a:lnTo>
                      <a:pt x="17756" y="13287"/>
                    </a:lnTo>
                    <a:lnTo>
                      <a:pt x="17829" y="13238"/>
                    </a:lnTo>
                    <a:lnTo>
                      <a:pt x="17927" y="13213"/>
                    </a:lnTo>
                    <a:lnTo>
                      <a:pt x="18000" y="13140"/>
                    </a:lnTo>
                    <a:lnTo>
                      <a:pt x="18049" y="13067"/>
                    </a:lnTo>
                    <a:lnTo>
                      <a:pt x="18098" y="12993"/>
                    </a:lnTo>
                    <a:lnTo>
                      <a:pt x="18122" y="12896"/>
                    </a:lnTo>
                    <a:lnTo>
                      <a:pt x="18122" y="12798"/>
                    </a:lnTo>
                    <a:lnTo>
                      <a:pt x="18122" y="12700"/>
                    </a:lnTo>
                    <a:lnTo>
                      <a:pt x="18098" y="12603"/>
                    </a:lnTo>
                    <a:lnTo>
                      <a:pt x="18049" y="12529"/>
                    </a:lnTo>
                    <a:lnTo>
                      <a:pt x="18000" y="12456"/>
                    </a:lnTo>
                    <a:lnTo>
                      <a:pt x="17927" y="12383"/>
                    </a:lnTo>
                    <a:lnTo>
                      <a:pt x="17829" y="12358"/>
                    </a:lnTo>
                    <a:lnTo>
                      <a:pt x="17756" y="12310"/>
                    </a:lnTo>
                    <a:lnTo>
                      <a:pt x="977" y="12310"/>
                    </a:lnTo>
                    <a:lnTo>
                      <a:pt x="977" y="489"/>
                    </a:lnTo>
                    <a:lnTo>
                      <a:pt x="953" y="391"/>
                    </a:lnTo>
                    <a:lnTo>
                      <a:pt x="928" y="293"/>
                    </a:lnTo>
                    <a:lnTo>
                      <a:pt x="879" y="220"/>
                    </a:lnTo>
                    <a:lnTo>
                      <a:pt x="830" y="147"/>
                    </a:lnTo>
                    <a:lnTo>
                      <a:pt x="757" y="74"/>
                    </a:lnTo>
                    <a:lnTo>
                      <a:pt x="660" y="49"/>
                    </a:lnTo>
                    <a:lnTo>
                      <a:pt x="586"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pen Sans" panose="020B0604020202020204" charset="0"/>
                  <a:ea typeface="Open Sans" panose="020B0604020202020204" charset="0"/>
                  <a:cs typeface="Open Sans" panose="020B0604020202020204" charset="0"/>
                </a:endParaRPr>
              </a:p>
            </p:txBody>
          </p:sp>
          <p:sp>
            <p:nvSpPr>
              <p:cNvPr id="25" name="Google Shape;468;p29"/>
              <p:cNvSpPr/>
              <p:nvPr/>
            </p:nvSpPr>
            <p:spPr>
              <a:xfrm>
                <a:off x="4642200" y="3730000"/>
                <a:ext cx="389550" cy="249150"/>
              </a:xfrm>
              <a:custGeom>
                <a:avLst/>
                <a:gdLst/>
                <a:ahLst/>
                <a:cxnLst/>
                <a:rect l="l" t="t" r="r" b="b"/>
                <a:pathLst>
                  <a:path w="15582" h="9966" extrusionOk="0">
                    <a:moveTo>
                      <a:pt x="14752" y="1"/>
                    </a:moveTo>
                    <a:lnTo>
                      <a:pt x="14629" y="49"/>
                    </a:lnTo>
                    <a:lnTo>
                      <a:pt x="14507" y="98"/>
                    </a:lnTo>
                    <a:lnTo>
                      <a:pt x="14410" y="196"/>
                    </a:lnTo>
                    <a:lnTo>
                      <a:pt x="14336" y="294"/>
                    </a:lnTo>
                    <a:lnTo>
                      <a:pt x="14263" y="416"/>
                    </a:lnTo>
                    <a:lnTo>
                      <a:pt x="14239" y="538"/>
                    </a:lnTo>
                    <a:lnTo>
                      <a:pt x="14214" y="684"/>
                    </a:lnTo>
                    <a:lnTo>
                      <a:pt x="14239" y="831"/>
                    </a:lnTo>
                    <a:lnTo>
                      <a:pt x="14288" y="1002"/>
                    </a:lnTo>
                    <a:lnTo>
                      <a:pt x="11308" y="4372"/>
                    </a:lnTo>
                    <a:lnTo>
                      <a:pt x="11161" y="4323"/>
                    </a:lnTo>
                    <a:lnTo>
                      <a:pt x="11015" y="4299"/>
                    </a:lnTo>
                    <a:lnTo>
                      <a:pt x="10844" y="4323"/>
                    </a:lnTo>
                    <a:lnTo>
                      <a:pt x="10087" y="3005"/>
                    </a:lnTo>
                    <a:lnTo>
                      <a:pt x="10160" y="2907"/>
                    </a:lnTo>
                    <a:lnTo>
                      <a:pt x="10209" y="2809"/>
                    </a:lnTo>
                    <a:lnTo>
                      <a:pt x="10233" y="2687"/>
                    </a:lnTo>
                    <a:lnTo>
                      <a:pt x="10233" y="2565"/>
                    </a:lnTo>
                    <a:lnTo>
                      <a:pt x="10233" y="2418"/>
                    </a:lnTo>
                    <a:lnTo>
                      <a:pt x="10184" y="2296"/>
                    </a:lnTo>
                    <a:lnTo>
                      <a:pt x="10136" y="2174"/>
                    </a:lnTo>
                    <a:lnTo>
                      <a:pt x="10038" y="2077"/>
                    </a:lnTo>
                    <a:lnTo>
                      <a:pt x="9940" y="2003"/>
                    </a:lnTo>
                    <a:lnTo>
                      <a:pt x="9818" y="1930"/>
                    </a:lnTo>
                    <a:lnTo>
                      <a:pt x="9696" y="1906"/>
                    </a:lnTo>
                    <a:lnTo>
                      <a:pt x="9549" y="1881"/>
                    </a:lnTo>
                    <a:lnTo>
                      <a:pt x="9427" y="1906"/>
                    </a:lnTo>
                    <a:lnTo>
                      <a:pt x="9281" y="1930"/>
                    </a:lnTo>
                    <a:lnTo>
                      <a:pt x="9183" y="2003"/>
                    </a:lnTo>
                    <a:lnTo>
                      <a:pt x="9085" y="2077"/>
                    </a:lnTo>
                    <a:lnTo>
                      <a:pt x="8988" y="2174"/>
                    </a:lnTo>
                    <a:lnTo>
                      <a:pt x="8939" y="2296"/>
                    </a:lnTo>
                    <a:lnTo>
                      <a:pt x="8890" y="2418"/>
                    </a:lnTo>
                    <a:lnTo>
                      <a:pt x="8866" y="2565"/>
                    </a:lnTo>
                    <a:lnTo>
                      <a:pt x="8890" y="2663"/>
                    </a:lnTo>
                    <a:lnTo>
                      <a:pt x="8914" y="2785"/>
                    </a:lnTo>
                    <a:lnTo>
                      <a:pt x="8939" y="2883"/>
                    </a:lnTo>
                    <a:lnTo>
                      <a:pt x="8988" y="2956"/>
                    </a:lnTo>
                    <a:lnTo>
                      <a:pt x="6521" y="6668"/>
                    </a:lnTo>
                    <a:lnTo>
                      <a:pt x="6399" y="6644"/>
                    </a:lnTo>
                    <a:lnTo>
                      <a:pt x="6130" y="6644"/>
                    </a:lnTo>
                    <a:lnTo>
                      <a:pt x="5959" y="6717"/>
                    </a:lnTo>
                    <a:lnTo>
                      <a:pt x="4714" y="5398"/>
                    </a:lnTo>
                    <a:lnTo>
                      <a:pt x="4763" y="5252"/>
                    </a:lnTo>
                    <a:lnTo>
                      <a:pt x="4763" y="5105"/>
                    </a:lnTo>
                    <a:lnTo>
                      <a:pt x="4763" y="4958"/>
                    </a:lnTo>
                    <a:lnTo>
                      <a:pt x="4714" y="4836"/>
                    </a:lnTo>
                    <a:lnTo>
                      <a:pt x="4665" y="4714"/>
                    </a:lnTo>
                    <a:lnTo>
                      <a:pt x="4567" y="4617"/>
                    </a:lnTo>
                    <a:lnTo>
                      <a:pt x="4470" y="4543"/>
                    </a:lnTo>
                    <a:lnTo>
                      <a:pt x="4347" y="4470"/>
                    </a:lnTo>
                    <a:lnTo>
                      <a:pt x="4225" y="4446"/>
                    </a:lnTo>
                    <a:lnTo>
                      <a:pt x="4079" y="4421"/>
                    </a:lnTo>
                    <a:lnTo>
                      <a:pt x="3957" y="4446"/>
                    </a:lnTo>
                    <a:lnTo>
                      <a:pt x="3810" y="4470"/>
                    </a:lnTo>
                    <a:lnTo>
                      <a:pt x="3712" y="4543"/>
                    </a:lnTo>
                    <a:lnTo>
                      <a:pt x="3615" y="4617"/>
                    </a:lnTo>
                    <a:lnTo>
                      <a:pt x="3517" y="4714"/>
                    </a:lnTo>
                    <a:lnTo>
                      <a:pt x="3468" y="4836"/>
                    </a:lnTo>
                    <a:lnTo>
                      <a:pt x="3419" y="4958"/>
                    </a:lnTo>
                    <a:lnTo>
                      <a:pt x="3395" y="5105"/>
                    </a:lnTo>
                    <a:lnTo>
                      <a:pt x="3419" y="5276"/>
                    </a:lnTo>
                    <a:lnTo>
                      <a:pt x="3493" y="5447"/>
                    </a:lnTo>
                    <a:lnTo>
                      <a:pt x="49" y="9574"/>
                    </a:lnTo>
                    <a:lnTo>
                      <a:pt x="0" y="9648"/>
                    </a:lnTo>
                    <a:lnTo>
                      <a:pt x="0" y="9745"/>
                    </a:lnTo>
                    <a:lnTo>
                      <a:pt x="25" y="9843"/>
                    </a:lnTo>
                    <a:lnTo>
                      <a:pt x="98" y="9916"/>
                    </a:lnTo>
                    <a:lnTo>
                      <a:pt x="171" y="9965"/>
                    </a:lnTo>
                    <a:lnTo>
                      <a:pt x="244" y="9965"/>
                    </a:lnTo>
                    <a:lnTo>
                      <a:pt x="342" y="9941"/>
                    </a:lnTo>
                    <a:lnTo>
                      <a:pt x="440" y="9892"/>
                    </a:lnTo>
                    <a:lnTo>
                      <a:pt x="3859" y="5740"/>
                    </a:lnTo>
                    <a:lnTo>
                      <a:pt x="3981" y="5789"/>
                    </a:lnTo>
                    <a:lnTo>
                      <a:pt x="4079" y="5789"/>
                    </a:lnTo>
                    <a:lnTo>
                      <a:pt x="4225" y="5764"/>
                    </a:lnTo>
                    <a:lnTo>
                      <a:pt x="4347" y="5740"/>
                    </a:lnTo>
                    <a:lnTo>
                      <a:pt x="5642" y="7083"/>
                    </a:lnTo>
                    <a:lnTo>
                      <a:pt x="5617" y="7205"/>
                    </a:lnTo>
                    <a:lnTo>
                      <a:pt x="5617" y="7328"/>
                    </a:lnTo>
                    <a:lnTo>
                      <a:pt x="5617" y="7450"/>
                    </a:lnTo>
                    <a:lnTo>
                      <a:pt x="5666" y="7572"/>
                    </a:lnTo>
                    <a:lnTo>
                      <a:pt x="5740" y="7694"/>
                    </a:lnTo>
                    <a:lnTo>
                      <a:pt x="5813" y="7792"/>
                    </a:lnTo>
                    <a:lnTo>
                      <a:pt x="5910" y="7889"/>
                    </a:lnTo>
                    <a:lnTo>
                      <a:pt x="6033" y="7938"/>
                    </a:lnTo>
                    <a:lnTo>
                      <a:pt x="6155" y="7987"/>
                    </a:lnTo>
                    <a:lnTo>
                      <a:pt x="6301" y="8011"/>
                    </a:lnTo>
                    <a:lnTo>
                      <a:pt x="6448" y="7987"/>
                    </a:lnTo>
                    <a:lnTo>
                      <a:pt x="6570" y="7938"/>
                    </a:lnTo>
                    <a:lnTo>
                      <a:pt x="6692" y="7889"/>
                    </a:lnTo>
                    <a:lnTo>
                      <a:pt x="6790" y="7792"/>
                    </a:lnTo>
                    <a:lnTo>
                      <a:pt x="6863" y="7694"/>
                    </a:lnTo>
                    <a:lnTo>
                      <a:pt x="6936" y="7572"/>
                    </a:lnTo>
                    <a:lnTo>
                      <a:pt x="6961" y="7450"/>
                    </a:lnTo>
                    <a:lnTo>
                      <a:pt x="6985" y="7328"/>
                    </a:lnTo>
                    <a:lnTo>
                      <a:pt x="6961" y="7132"/>
                    </a:lnTo>
                    <a:lnTo>
                      <a:pt x="6887" y="6986"/>
                    </a:lnTo>
                    <a:lnTo>
                      <a:pt x="9403" y="3224"/>
                    </a:lnTo>
                    <a:lnTo>
                      <a:pt x="9549" y="3249"/>
                    </a:lnTo>
                    <a:lnTo>
                      <a:pt x="9647" y="3249"/>
                    </a:lnTo>
                    <a:lnTo>
                      <a:pt x="10429" y="4617"/>
                    </a:lnTo>
                    <a:lnTo>
                      <a:pt x="10355" y="4788"/>
                    </a:lnTo>
                    <a:lnTo>
                      <a:pt x="10331" y="4885"/>
                    </a:lnTo>
                    <a:lnTo>
                      <a:pt x="10331" y="4983"/>
                    </a:lnTo>
                    <a:lnTo>
                      <a:pt x="10331" y="5129"/>
                    </a:lnTo>
                    <a:lnTo>
                      <a:pt x="10380" y="5252"/>
                    </a:lnTo>
                    <a:lnTo>
                      <a:pt x="10429" y="5374"/>
                    </a:lnTo>
                    <a:lnTo>
                      <a:pt x="10526" y="5471"/>
                    </a:lnTo>
                    <a:lnTo>
                      <a:pt x="10624" y="5569"/>
                    </a:lnTo>
                    <a:lnTo>
                      <a:pt x="10746" y="5618"/>
                    </a:lnTo>
                    <a:lnTo>
                      <a:pt x="10868" y="5667"/>
                    </a:lnTo>
                    <a:lnTo>
                      <a:pt x="11137" y="5667"/>
                    </a:lnTo>
                    <a:lnTo>
                      <a:pt x="11284" y="5618"/>
                    </a:lnTo>
                    <a:lnTo>
                      <a:pt x="11381" y="5569"/>
                    </a:lnTo>
                    <a:lnTo>
                      <a:pt x="11479" y="5471"/>
                    </a:lnTo>
                    <a:lnTo>
                      <a:pt x="11577" y="5374"/>
                    </a:lnTo>
                    <a:lnTo>
                      <a:pt x="11625" y="5252"/>
                    </a:lnTo>
                    <a:lnTo>
                      <a:pt x="11674" y="5129"/>
                    </a:lnTo>
                    <a:lnTo>
                      <a:pt x="11699" y="4983"/>
                    </a:lnTo>
                    <a:lnTo>
                      <a:pt x="11674" y="4861"/>
                    </a:lnTo>
                    <a:lnTo>
                      <a:pt x="11650" y="4739"/>
                    </a:lnTo>
                    <a:lnTo>
                      <a:pt x="14654" y="1319"/>
                    </a:lnTo>
                    <a:lnTo>
                      <a:pt x="14776" y="1344"/>
                    </a:lnTo>
                    <a:lnTo>
                      <a:pt x="14898" y="1368"/>
                    </a:lnTo>
                    <a:lnTo>
                      <a:pt x="15045" y="1344"/>
                    </a:lnTo>
                    <a:lnTo>
                      <a:pt x="15167" y="1295"/>
                    </a:lnTo>
                    <a:lnTo>
                      <a:pt x="15289" y="1246"/>
                    </a:lnTo>
                    <a:lnTo>
                      <a:pt x="15387" y="1148"/>
                    </a:lnTo>
                    <a:lnTo>
                      <a:pt x="15460" y="1051"/>
                    </a:lnTo>
                    <a:lnTo>
                      <a:pt x="15533" y="953"/>
                    </a:lnTo>
                    <a:lnTo>
                      <a:pt x="15558" y="807"/>
                    </a:lnTo>
                    <a:lnTo>
                      <a:pt x="15582" y="684"/>
                    </a:lnTo>
                    <a:lnTo>
                      <a:pt x="15558" y="538"/>
                    </a:lnTo>
                    <a:lnTo>
                      <a:pt x="15533" y="416"/>
                    </a:lnTo>
                    <a:lnTo>
                      <a:pt x="15460" y="294"/>
                    </a:lnTo>
                    <a:lnTo>
                      <a:pt x="15387" y="196"/>
                    </a:lnTo>
                    <a:lnTo>
                      <a:pt x="15289" y="98"/>
                    </a:lnTo>
                    <a:lnTo>
                      <a:pt x="15167" y="49"/>
                    </a:lnTo>
                    <a:lnTo>
                      <a:pt x="15045"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pen Sans" panose="020B0604020202020204" charset="0"/>
                  <a:ea typeface="Open Sans" panose="020B0604020202020204" charset="0"/>
                  <a:cs typeface="Open Sans" panose="020B0604020202020204" charset="0"/>
                </a:endParaRPr>
              </a:p>
            </p:txBody>
          </p:sp>
        </p:grpSp>
        <p:grpSp>
          <p:nvGrpSpPr>
            <p:cNvPr id="26" name="Google Shape;501;p29"/>
            <p:cNvGrpSpPr/>
            <p:nvPr/>
          </p:nvGrpSpPr>
          <p:grpSpPr>
            <a:xfrm>
              <a:off x="6049663" y="1339765"/>
              <a:ext cx="612824" cy="654200"/>
              <a:chOff x="6642425" y="4312500"/>
              <a:chExt cx="433550" cy="462825"/>
            </a:xfrm>
          </p:grpSpPr>
          <p:sp>
            <p:nvSpPr>
              <p:cNvPr id="27" name="Google Shape;502;p29"/>
              <p:cNvSpPr/>
              <p:nvPr/>
            </p:nvSpPr>
            <p:spPr>
              <a:xfrm>
                <a:off x="6642425" y="4687375"/>
                <a:ext cx="433550" cy="39125"/>
              </a:xfrm>
              <a:custGeom>
                <a:avLst/>
                <a:gdLst/>
                <a:ahLst/>
                <a:cxnLst/>
                <a:rect l="l" t="t" r="r" b="b"/>
                <a:pathLst>
                  <a:path w="17342" h="1565" extrusionOk="0">
                    <a:moveTo>
                      <a:pt x="489" y="1"/>
                    </a:moveTo>
                    <a:lnTo>
                      <a:pt x="392" y="25"/>
                    </a:lnTo>
                    <a:lnTo>
                      <a:pt x="294" y="50"/>
                    </a:lnTo>
                    <a:lnTo>
                      <a:pt x="221" y="99"/>
                    </a:lnTo>
                    <a:lnTo>
                      <a:pt x="147" y="148"/>
                    </a:lnTo>
                    <a:lnTo>
                      <a:pt x="74" y="221"/>
                    </a:lnTo>
                    <a:lnTo>
                      <a:pt x="25" y="318"/>
                    </a:lnTo>
                    <a:lnTo>
                      <a:pt x="1" y="392"/>
                    </a:lnTo>
                    <a:lnTo>
                      <a:pt x="1" y="489"/>
                    </a:lnTo>
                    <a:lnTo>
                      <a:pt x="1" y="612"/>
                    </a:lnTo>
                    <a:lnTo>
                      <a:pt x="25" y="685"/>
                    </a:lnTo>
                    <a:lnTo>
                      <a:pt x="74" y="783"/>
                    </a:lnTo>
                    <a:lnTo>
                      <a:pt x="147" y="856"/>
                    </a:lnTo>
                    <a:lnTo>
                      <a:pt x="221" y="905"/>
                    </a:lnTo>
                    <a:lnTo>
                      <a:pt x="294" y="953"/>
                    </a:lnTo>
                    <a:lnTo>
                      <a:pt x="392" y="978"/>
                    </a:lnTo>
                    <a:lnTo>
                      <a:pt x="489" y="978"/>
                    </a:lnTo>
                    <a:lnTo>
                      <a:pt x="734" y="1002"/>
                    </a:lnTo>
                    <a:lnTo>
                      <a:pt x="929" y="1051"/>
                    </a:lnTo>
                    <a:lnTo>
                      <a:pt x="1100" y="1124"/>
                    </a:lnTo>
                    <a:lnTo>
                      <a:pt x="1271" y="1222"/>
                    </a:lnTo>
                    <a:lnTo>
                      <a:pt x="1491" y="1344"/>
                    </a:lnTo>
                    <a:lnTo>
                      <a:pt x="1759" y="1466"/>
                    </a:lnTo>
                    <a:lnTo>
                      <a:pt x="1930" y="1515"/>
                    </a:lnTo>
                    <a:lnTo>
                      <a:pt x="2101" y="1540"/>
                    </a:lnTo>
                    <a:lnTo>
                      <a:pt x="2297" y="1564"/>
                    </a:lnTo>
                    <a:lnTo>
                      <a:pt x="2761" y="1564"/>
                    </a:lnTo>
                    <a:lnTo>
                      <a:pt x="2956" y="1540"/>
                    </a:lnTo>
                    <a:lnTo>
                      <a:pt x="3127" y="1515"/>
                    </a:lnTo>
                    <a:lnTo>
                      <a:pt x="3298" y="1466"/>
                    </a:lnTo>
                    <a:lnTo>
                      <a:pt x="3567" y="1344"/>
                    </a:lnTo>
                    <a:lnTo>
                      <a:pt x="3787" y="1222"/>
                    </a:lnTo>
                    <a:lnTo>
                      <a:pt x="3957" y="1124"/>
                    </a:lnTo>
                    <a:lnTo>
                      <a:pt x="4128" y="1051"/>
                    </a:lnTo>
                    <a:lnTo>
                      <a:pt x="4324" y="1002"/>
                    </a:lnTo>
                    <a:lnTo>
                      <a:pt x="4568" y="978"/>
                    </a:lnTo>
                    <a:lnTo>
                      <a:pt x="4837" y="1002"/>
                    </a:lnTo>
                    <a:lnTo>
                      <a:pt x="5032" y="1051"/>
                    </a:lnTo>
                    <a:lnTo>
                      <a:pt x="5179" y="1124"/>
                    </a:lnTo>
                    <a:lnTo>
                      <a:pt x="5350" y="1222"/>
                    </a:lnTo>
                    <a:lnTo>
                      <a:pt x="5594" y="1344"/>
                    </a:lnTo>
                    <a:lnTo>
                      <a:pt x="5862" y="1466"/>
                    </a:lnTo>
                    <a:lnTo>
                      <a:pt x="6009" y="1515"/>
                    </a:lnTo>
                    <a:lnTo>
                      <a:pt x="6204" y="1540"/>
                    </a:lnTo>
                    <a:lnTo>
                      <a:pt x="6400" y="1564"/>
                    </a:lnTo>
                    <a:lnTo>
                      <a:pt x="6839" y="1564"/>
                    </a:lnTo>
                    <a:lnTo>
                      <a:pt x="7059" y="1540"/>
                    </a:lnTo>
                    <a:lnTo>
                      <a:pt x="7230" y="1515"/>
                    </a:lnTo>
                    <a:lnTo>
                      <a:pt x="7401" y="1466"/>
                    </a:lnTo>
                    <a:lnTo>
                      <a:pt x="7670" y="1344"/>
                    </a:lnTo>
                    <a:lnTo>
                      <a:pt x="7890" y="1222"/>
                    </a:lnTo>
                    <a:lnTo>
                      <a:pt x="8061" y="1124"/>
                    </a:lnTo>
                    <a:lnTo>
                      <a:pt x="8231" y="1051"/>
                    </a:lnTo>
                    <a:lnTo>
                      <a:pt x="8427" y="1002"/>
                    </a:lnTo>
                    <a:lnTo>
                      <a:pt x="8671" y="978"/>
                    </a:lnTo>
                    <a:lnTo>
                      <a:pt x="8915" y="1002"/>
                    </a:lnTo>
                    <a:lnTo>
                      <a:pt x="9111" y="1051"/>
                    </a:lnTo>
                    <a:lnTo>
                      <a:pt x="9282" y="1124"/>
                    </a:lnTo>
                    <a:lnTo>
                      <a:pt x="9453" y="1222"/>
                    </a:lnTo>
                    <a:lnTo>
                      <a:pt x="9672" y="1344"/>
                    </a:lnTo>
                    <a:lnTo>
                      <a:pt x="9941" y="1466"/>
                    </a:lnTo>
                    <a:lnTo>
                      <a:pt x="10112" y="1515"/>
                    </a:lnTo>
                    <a:lnTo>
                      <a:pt x="10283" y="1540"/>
                    </a:lnTo>
                    <a:lnTo>
                      <a:pt x="10478" y="1564"/>
                    </a:lnTo>
                    <a:lnTo>
                      <a:pt x="10942" y="1564"/>
                    </a:lnTo>
                    <a:lnTo>
                      <a:pt x="11138" y="1540"/>
                    </a:lnTo>
                    <a:lnTo>
                      <a:pt x="11333" y="1515"/>
                    </a:lnTo>
                    <a:lnTo>
                      <a:pt x="11480" y="1466"/>
                    </a:lnTo>
                    <a:lnTo>
                      <a:pt x="11748" y="1344"/>
                    </a:lnTo>
                    <a:lnTo>
                      <a:pt x="11993" y="1222"/>
                    </a:lnTo>
                    <a:lnTo>
                      <a:pt x="12139" y="1124"/>
                    </a:lnTo>
                    <a:lnTo>
                      <a:pt x="12310" y="1051"/>
                    </a:lnTo>
                    <a:lnTo>
                      <a:pt x="12506" y="1002"/>
                    </a:lnTo>
                    <a:lnTo>
                      <a:pt x="12774" y="978"/>
                    </a:lnTo>
                    <a:lnTo>
                      <a:pt x="13018" y="1002"/>
                    </a:lnTo>
                    <a:lnTo>
                      <a:pt x="13214" y="1051"/>
                    </a:lnTo>
                    <a:lnTo>
                      <a:pt x="13385" y="1124"/>
                    </a:lnTo>
                    <a:lnTo>
                      <a:pt x="13556" y="1222"/>
                    </a:lnTo>
                    <a:lnTo>
                      <a:pt x="13776" y="1344"/>
                    </a:lnTo>
                    <a:lnTo>
                      <a:pt x="14044" y="1466"/>
                    </a:lnTo>
                    <a:lnTo>
                      <a:pt x="14215" y="1515"/>
                    </a:lnTo>
                    <a:lnTo>
                      <a:pt x="14386" y="1540"/>
                    </a:lnTo>
                    <a:lnTo>
                      <a:pt x="14581" y="1564"/>
                    </a:lnTo>
                    <a:lnTo>
                      <a:pt x="15046" y="1564"/>
                    </a:lnTo>
                    <a:lnTo>
                      <a:pt x="15241" y="1540"/>
                    </a:lnTo>
                    <a:lnTo>
                      <a:pt x="15412" y="1515"/>
                    </a:lnTo>
                    <a:lnTo>
                      <a:pt x="15583" y="1466"/>
                    </a:lnTo>
                    <a:lnTo>
                      <a:pt x="15851" y="1344"/>
                    </a:lnTo>
                    <a:lnTo>
                      <a:pt x="16071" y="1222"/>
                    </a:lnTo>
                    <a:lnTo>
                      <a:pt x="16242" y="1124"/>
                    </a:lnTo>
                    <a:lnTo>
                      <a:pt x="16413" y="1051"/>
                    </a:lnTo>
                    <a:lnTo>
                      <a:pt x="16609" y="1002"/>
                    </a:lnTo>
                    <a:lnTo>
                      <a:pt x="16853" y="978"/>
                    </a:lnTo>
                    <a:lnTo>
                      <a:pt x="16951" y="978"/>
                    </a:lnTo>
                    <a:lnTo>
                      <a:pt x="17048" y="953"/>
                    </a:lnTo>
                    <a:lnTo>
                      <a:pt x="17121" y="905"/>
                    </a:lnTo>
                    <a:lnTo>
                      <a:pt x="17195" y="856"/>
                    </a:lnTo>
                    <a:lnTo>
                      <a:pt x="17268" y="783"/>
                    </a:lnTo>
                    <a:lnTo>
                      <a:pt x="17317" y="685"/>
                    </a:lnTo>
                    <a:lnTo>
                      <a:pt x="17341" y="612"/>
                    </a:lnTo>
                    <a:lnTo>
                      <a:pt x="17341" y="489"/>
                    </a:lnTo>
                    <a:lnTo>
                      <a:pt x="17341" y="392"/>
                    </a:lnTo>
                    <a:lnTo>
                      <a:pt x="17317" y="318"/>
                    </a:lnTo>
                    <a:lnTo>
                      <a:pt x="17268" y="221"/>
                    </a:lnTo>
                    <a:lnTo>
                      <a:pt x="17195" y="148"/>
                    </a:lnTo>
                    <a:lnTo>
                      <a:pt x="17121" y="99"/>
                    </a:lnTo>
                    <a:lnTo>
                      <a:pt x="17048" y="50"/>
                    </a:lnTo>
                    <a:lnTo>
                      <a:pt x="16951" y="25"/>
                    </a:lnTo>
                    <a:lnTo>
                      <a:pt x="16853" y="1"/>
                    </a:lnTo>
                    <a:lnTo>
                      <a:pt x="16633" y="25"/>
                    </a:lnTo>
                    <a:lnTo>
                      <a:pt x="16438" y="50"/>
                    </a:lnTo>
                    <a:lnTo>
                      <a:pt x="16242" y="74"/>
                    </a:lnTo>
                    <a:lnTo>
                      <a:pt x="16096" y="123"/>
                    </a:lnTo>
                    <a:lnTo>
                      <a:pt x="15827" y="245"/>
                    </a:lnTo>
                    <a:lnTo>
                      <a:pt x="15583" y="367"/>
                    </a:lnTo>
                    <a:lnTo>
                      <a:pt x="15436" y="465"/>
                    </a:lnTo>
                    <a:lnTo>
                      <a:pt x="15265" y="538"/>
                    </a:lnTo>
                    <a:lnTo>
                      <a:pt x="15070" y="587"/>
                    </a:lnTo>
                    <a:lnTo>
                      <a:pt x="14557" y="587"/>
                    </a:lnTo>
                    <a:lnTo>
                      <a:pt x="14362" y="538"/>
                    </a:lnTo>
                    <a:lnTo>
                      <a:pt x="14191" y="465"/>
                    </a:lnTo>
                    <a:lnTo>
                      <a:pt x="14020" y="367"/>
                    </a:lnTo>
                    <a:lnTo>
                      <a:pt x="13800" y="245"/>
                    </a:lnTo>
                    <a:lnTo>
                      <a:pt x="13531" y="123"/>
                    </a:lnTo>
                    <a:lnTo>
                      <a:pt x="13385" y="74"/>
                    </a:lnTo>
                    <a:lnTo>
                      <a:pt x="13189" y="50"/>
                    </a:lnTo>
                    <a:lnTo>
                      <a:pt x="12994" y="25"/>
                    </a:lnTo>
                    <a:lnTo>
                      <a:pt x="12774" y="1"/>
                    </a:lnTo>
                    <a:lnTo>
                      <a:pt x="12530" y="25"/>
                    </a:lnTo>
                    <a:lnTo>
                      <a:pt x="12335" y="50"/>
                    </a:lnTo>
                    <a:lnTo>
                      <a:pt x="12164" y="74"/>
                    </a:lnTo>
                    <a:lnTo>
                      <a:pt x="11993" y="123"/>
                    </a:lnTo>
                    <a:lnTo>
                      <a:pt x="11724" y="245"/>
                    </a:lnTo>
                    <a:lnTo>
                      <a:pt x="11504" y="367"/>
                    </a:lnTo>
                    <a:lnTo>
                      <a:pt x="11333" y="465"/>
                    </a:lnTo>
                    <a:lnTo>
                      <a:pt x="11162" y="538"/>
                    </a:lnTo>
                    <a:lnTo>
                      <a:pt x="10967" y="587"/>
                    </a:lnTo>
                    <a:lnTo>
                      <a:pt x="10478" y="587"/>
                    </a:lnTo>
                    <a:lnTo>
                      <a:pt x="10283" y="538"/>
                    </a:lnTo>
                    <a:lnTo>
                      <a:pt x="10112" y="465"/>
                    </a:lnTo>
                    <a:lnTo>
                      <a:pt x="9941" y="367"/>
                    </a:lnTo>
                    <a:lnTo>
                      <a:pt x="9721" y="245"/>
                    </a:lnTo>
                    <a:lnTo>
                      <a:pt x="9428" y="123"/>
                    </a:lnTo>
                    <a:lnTo>
                      <a:pt x="9282" y="74"/>
                    </a:lnTo>
                    <a:lnTo>
                      <a:pt x="9111" y="50"/>
                    </a:lnTo>
                    <a:lnTo>
                      <a:pt x="8891" y="25"/>
                    </a:lnTo>
                    <a:lnTo>
                      <a:pt x="8671" y="1"/>
                    </a:lnTo>
                    <a:lnTo>
                      <a:pt x="8451" y="25"/>
                    </a:lnTo>
                    <a:lnTo>
                      <a:pt x="8231" y="50"/>
                    </a:lnTo>
                    <a:lnTo>
                      <a:pt x="8061" y="74"/>
                    </a:lnTo>
                    <a:lnTo>
                      <a:pt x="7890" y="123"/>
                    </a:lnTo>
                    <a:lnTo>
                      <a:pt x="7621" y="245"/>
                    </a:lnTo>
                    <a:lnTo>
                      <a:pt x="7401" y="367"/>
                    </a:lnTo>
                    <a:lnTo>
                      <a:pt x="7230" y="465"/>
                    </a:lnTo>
                    <a:lnTo>
                      <a:pt x="7059" y="538"/>
                    </a:lnTo>
                    <a:lnTo>
                      <a:pt x="6864" y="587"/>
                    </a:lnTo>
                    <a:lnTo>
                      <a:pt x="6375" y="587"/>
                    </a:lnTo>
                    <a:lnTo>
                      <a:pt x="6180" y="538"/>
                    </a:lnTo>
                    <a:lnTo>
                      <a:pt x="6009" y="465"/>
                    </a:lnTo>
                    <a:lnTo>
                      <a:pt x="5838" y="367"/>
                    </a:lnTo>
                    <a:lnTo>
                      <a:pt x="5618" y="245"/>
                    </a:lnTo>
                    <a:lnTo>
                      <a:pt x="5350" y="123"/>
                    </a:lnTo>
                    <a:lnTo>
                      <a:pt x="5179" y="74"/>
                    </a:lnTo>
                    <a:lnTo>
                      <a:pt x="5008" y="50"/>
                    </a:lnTo>
                    <a:lnTo>
                      <a:pt x="4812" y="25"/>
                    </a:lnTo>
                    <a:lnTo>
                      <a:pt x="4568" y="1"/>
                    </a:lnTo>
                    <a:lnTo>
                      <a:pt x="4348" y="25"/>
                    </a:lnTo>
                    <a:lnTo>
                      <a:pt x="4153" y="50"/>
                    </a:lnTo>
                    <a:lnTo>
                      <a:pt x="3957" y="74"/>
                    </a:lnTo>
                    <a:lnTo>
                      <a:pt x="3811" y="123"/>
                    </a:lnTo>
                    <a:lnTo>
                      <a:pt x="3542" y="245"/>
                    </a:lnTo>
                    <a:lnTo>
                      <a:pt x="3298" y="367"/>
                    </a:lnTo>
                    <a:lnTo>
                      <a:pt x="3152" y="465"/>
                    </a:lnTo>
                    <a:lnTo>
                      <a:pt x="2981" y="538"/>
                    </a:lnTo>
                    <a:lnTo>
                      <a:pt x="2785" y="587"/>
                    </a:lnTo>
                    <a:lnTo>
                      <a:pt x="2272" y="587"/>
                    </a:lnTo>
                    <a:lnTo>
                      <a:pt x="2077" y="538"/>
                    </a:lnTo>
                    <a:lnTo>
                      <a:pt x="1906" y="465"/>
                    </a:lnTo>
                    <a:lnTo>
                      <a:pt x="1759" y="367"/>
                    </a:lnTo>
                    <a:lnTo>
                      <a:pt x="1515" y="245"/>
                    </a:lnTo>
                    <a:lnTo>
                      <a:pt x="1247" y="123"/>
                    </a:lnTo>
                    <a:lnTo>
                      <a:pt x="1100" y="74"/>
                    </a:lnTo>
                    <a:lnTo>
                      <a:pt x="905" y="50"/>
                    </a:lnTo>
                    <a:lnTo>
                      <a:pt x="709" y="25"/>
                    </a:lnTo>
                    <a:lnTo>
                      <a:pt x="48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pen Sans" panose="020B0604020202020204" charset="0"/>
                  <a:ea typeface="Open Sans" panose="020B0604020202020204" charset="0"/>
                  <a:cs typeface="Open Sans" panose="020B0604020202020204" charset="0"/>
                </a:endParaRPr>
              </a:p>
            </p:txBody>
          </p:sp>
          <p:sp>
            <p:nvSpPr>
              <p:cNvPr id="28" name="Google Shape;503;p29"/>
              <p:cNvSpPr/>
              <p:nvPr/>
            </p:nvSpPr>
            <p:spPr>
              <a:xfrm>
                <a:off x="6642425" y="4736225"/>
                <a:ext cx="433550" cy="39100"/>
              </a:xfrm>
              <a:custGeom>
                <a:avLst/>
                <a:gdLst/>
                <a:ahLst/>
                <a:cxnLst/>
                <a:rect l="l" t="t" r="r" b="b"/>
                <a:pathLst>
                  <a:path w="17342" h="1564" extrusionOk="0">
                    <a:moveTo>
                      <a:pt x="489" y="1"/>
                    </a:moveTo>
                    <a:lnTo>
                      <a:pt x="392" y="25"/>
                    </a:lnTo>
                    <a:lnTo>
                      <a:pt x="294" y="50"/>
                    </a:lnTo>
                    <a:lnTo>
                      <a:pt x="221" y="99"/>
                    </a:lnTo>
                    <a:lnTo>
                      <a:pt x="147" y="147"/>
                    </a:lnTo>
                    <a:lnTo>
                      <a:pt x="74" y="221"/>
                    </a:lnTo>
                    <a:lnTo>
                      <a:pt x="25" y="318"/>
                    </a:lnTo>
                    <a:lnTo>
                      <a:pt x="1" y="392"/>
                    </a:lnTo>
                    <a:lnTo>
                      <a:pt x="1" y="489"/>
                    </a:lnTo>
                    <a:lnTo>
                      <a:pt x="1" y="611"/>
                    </a:lnTo>
                    <a:lnTo>
                      <a:pt x="25" y="685"/>
                    </a:lnTo>
                    <a:lnTo>
                      <a:pt x="74" y="782"/>
                    </a:lnTo>
                    <a:lnTo>
                      <a:pt x="147" y="856"/>
                    </a:lnTo>
                    <a:lnTo>
                      <a:pt x="221" y="904"/>
                    </a:lnTo>
                    <a:lnTo>
                      <a:pt x="294" y="953"/>
                    </a:lnTo>
                    <a:lnTo>
                      <a:pt x="392" y="978"/>
                    </a:lnTo>
                    <a:lnTo>
                      <a:pt x="489" y="978"/>
                    </a:lnTo>
                    <a:lnTo>
                      <a:pt x="734" y="1002"/>
                    </a:lnTo>
                    <a:lnTo>
                      <a:pt x="929" y="1051"/>
                    </a:lnTo>
                    <a:lnTo>
                      <a:pt x="1100" y="1124"/>
                    </a:lnTo>
                    <a:lnTo>
                      <a:pt x="1271" y="1222"/>
                    </a:lnTo>
                    <a:lnTo>
                      <a:pt x="1491" y="1344"/>
                    </a:lnTo>
                    <a:lnTo>
                      <a:pt x="1759" y="1466"/>
                    </a:lnTo>
                    <a:lnTo>
                      <a:pt x="1930" y="1515"/>
                    </a:lnTo>
                    <a:lnTo>
                      <a:pt x="2101" y="1539"/>
                    </a:lnTo>
                    <a:lnTo>
                      <a:pt x="2297" y="1564"/>
                    </a:lnTo>
                    <a:lnTo>
                      <a:pt x="2761" y="1564"/>
                    </a:lnTo>
                    <a:lnTo>
                      <a:pt x="2956" y="1539"/>
                    </a:lnTo>
                    <a:lnTo>
                      <a:pt x="3127" y="1515"/>
                    </a:lnTo>
                    <a:lnTo>
                      <a:pt x="3298" y="1466"/>
                    </a:lnTo>
                    <a:lnTo>
                      <a:pt x="3567" y="1344"/>
                    </a:lnTo>
                    <a:lnTo>
                      <a:pt x="3787" y="1222"/>
                    </a:lnTo>
                    <a:lnTo>
                      <a:pt x="3957" y="1124"/>
                    </a:lnTo>
                    <a:lnTo>
                      <a:pt x="4128" y="1051"/>
                    </a:lnTo>
                    <a:lnTo>
                      <a:pt x="4324" y="1002"/>
                    </a:lnTo>
                    <a:lnTo>
                      <a:pt x="4568" y="978"/>
                    </a:lnTo>
                    <a:lnTo>
                      <a:pt x="4837" y="1002"/>
                    </a:lnTo>
                    <a:lnTo>
                      <a:pt x="5032" y="1051"/>
                    </a:lnTo>
                    <a:lnTo>
                      <a:pt x="5179" y="1124"/>
                    </a:lnTo>
                    <a:lnTo>
                      <a:pt x="5350" y="1222"/>
                    </a:lnTo>
                    <a:lnTo>
                      <a:pt x="5594" y="1344"/>
                    </a:lnTo>
                    <a:lnTo>
                      <a:pt x="5862" y="1466"/>
                    </a:lnTo>
                    <a:lnTo>
                      <a:pt x="6009" y="1515"/>
                    </a:lnTo>
                    <a:lnTo>
                      <a:pt x="6204" y="1539"/>
                    </a:lnTo>
                    <a:lnTo>
                      <a:pt x="6400" y="1564"/>
                    </a:lnTo>
                    <a:lnTo>
                      <a:pt x="6839" y="1564"/>
                    </a:lnTo>
                    <a:lnTo>
                      <a:pt x="7059" y="1539"/>
                    </a:lnTo>
                    <a:lnTo>
                      <a:pt x="7230" y="1515"/>
                    </a:lnTo>
                    <a:lnTo>
                      <a:pt x="7401" y="1466"/>
                    </a:lnTo>
                    <a:lnTo>
                      <a:pt x="7670" y="1344"/>
                    </a:lnTo>
                    <a:lnTo>
                      <a:pt x="7890" y="1222"/>
                    </a:lnTo>
                    <a:lnTo>
                      <a:pt x="8061" y="1124"/>
                    </a:lnTo>
                    <a:lnTo>
                      <a:pt x="8231" y="1051"/>
                    </a:lnTo>
                    <a:lnTo>
                      <a:pt x="8427" y="1002"/>
                    </a:lnTo>
                    <a:lnTo>
                      <a:pt x="8671" y="978"/>
                    </a:lnTo>
                    <a:lnTo>
                      <a:pt x="8915" y="1002"/>
                    </a:lnTo>
                    <a:lnTo>
                      <a:pt x="9111" y="1051"/>
                    </a:lnTo>
                    <a:lnTo>
                      <a:pt x="9282" y="1124"/>
                    </a:lnTo>
                    <a:lnTo>
                      <a:pt x="9453" y="1222"/>
                    </a:lnTo>
                    <a:lnTo>
                      <a:pt x="9672" y="1344"/>
                    </a:lnTo>
                    <a:lnTo>
                      <a:pt x="9941" y="1466"/>
                    </a:lnTo>
                    <a:lnTo>
                      <a:pt x="10112" y="1515"/>
                    </a:lnTo>
                    <a:lnTo>
                      <a:pt x="10283" y="1539"/>
                    </a:lnTo>
                    <a:lnTo>
                      <a:pt x="10478" y="1564"/>
                    </a:lnTo>
                    <a:lnTo>
                      <a:pt x="10942" y="1564"/>
                    </a:lnTo>
                    <a:lnTo>
                      <a:pt x="11138" y="1539"/>
                    </a:lnTo>
                    <a:lnTo>
                      <a:pt x="11333" y="1515"/>
                    </a:lnTo>
                    <a:lnTo>
                      <a:pt x="11480" y="1466"/>
                    </a:lnTo>
                    <a:lnTo>
                      <a:pt x="11748" y="1344"/>
                    </a:lnTo>
                    <a:lnTo>
                      <a:pt x="11993" y="1222"/>
                    </a:lnTo>
                    <a:lnTo>
                      <a:pt x="12139" y="1124"/>
                    </a:lnTo>
                    <a:lnTo>
                      <a:pt x="12310" y="1051"/>
                    </a:lnTo>
                    <a:lnTo>
                      <a:pt x="12506" y="1002"/>
                    </a:lnTo>
                    <a:lnTo>
                      <a:pt x="12774" y="978"/>
                    </a:lnTo>
                    <a:lnTo>
                      <a:pt x="13018" y="1002"/>
                    </a:lnTo>
                    <a:lnTo>
                      <a:pt x="13214" y="1051"/>
                    </a:lnTo>
                    <a:lnTo>
                      <a:pt x="13385" y="1124"/>
                    </a:lnTo>
                    <a:lnTo>
                      <a:pt x="13556" y="1222"/>
                    </a:lnTo>
                    <a:lnTo>
                      <a:pt x="13776" y="1344"/>
                    </a:lnTo>
                    <a:lnTo>
                      <a:pt x="14044" y="1466"/>
                    </a:lnTo>
                    <a:lnTo>
                      <a:pt x="14215" y="1515"/>
                    </a:lnTo>
                    <a:lnTo>
                      <a:pt x="14386" y="1539"/>
                    </a:lnTo>
                    <a:lnTo>
                      <a:pt x="14581" y="1564"/>
                    </a:lnTo>
                    <a:lnTo>
                      <a:pt x="15046" y="1564"/>
                    </a:lnTo>
                    <a:lnTo>
                      <a:pt x="15241" y="1539"/>
                    </a:lnTo>
                    <a:lnTo>
                      <a:pt x="15412" y="1515"/>
                    </a:lnTo>
                    <a:lnTo>
                      <a:pt x="15583" y="1466"/>
                    </a:lnTo>
                    <a:lnTo>
                      <a:pt x="15851" y="1344"/>
                    </a:lnTo>
                    <a:lnTo>
                      <a:pt x="16071" y="1222"/>
                    </a:lnTo>
                    <a:lnTo>
                      <a:pt x="16242" y="1124"/>
                    </a:lnTo>
                    <a:lnTo>
                      <a:pt x="16413" y="1051"/>
                    </a:lnTo>
                    <a:lnTo>
                      <a:pt x="16609" y="1002"/>
                    </a:lnTo>
                    <a:lnTo>
                      <a:pt x="16853" y="978"/>
                    </a:lnTo>
                    <a:lnTo>
                      <a:pt x="16951" y="978"/>
                    </a:lnTo>
                    <a:lnTo>
                      <a:pt x="17048" y="953"/>
                    </a:lnTo>
                    <a:lnTo>
                      <a:pt x="17121" y="904"/>
                    </a:lnTo>
                    <a:lnTo>
                      <a:pt x="17195" y="856"/>
                    </a:lnTo>
                    <a:lnTo>
                      <a:pt x="17268" y="782"/>
                    </a:lnTo>
                    <a:lnTo>
                      <a:pt x="17317" y="685"/>
                    </a:lnTo>
                    <a:lnTo>
                      <a:pt x="17341" y="611"/>
                    </a:lnTo>
                    <a:lnTo>
                      <a:pt x="17341" y="489"/>
                    </a:lnTo>
                    <a:lnTo>
                      <a:pt x="17341" y="392"/>
                    </a:lnTo>
                    <a:lnTo>
                      <a:pt x="17317" y="318"/>
                    </a:lnTo>
                    <a:lnTo>
                      <a:pt x="17268" y="221"/>
                    </a:lnTo>
                    <a:lnTo>
                      <a:pt x="17195" y="147"/>
                    </a:lnTo>
                    <a:lnTo>
                      <a:pt x="17121" y="99"/>
                    </a:lnTo>
                    <a:lnTo>
                      <a:pt x="17048" y="50"/>
                    </a:lnTo>
                    <a:lnTo>
                      <a:pt x="16951" y="25"/>
                    </a:lnTo>
                    <a:lnTo>
                      <a:pt x="16853" y="1"/>
                    </a:lnTo>
                    <a:lnTo>
                      <a:pt x="16633" y="25"/>
                    </a:lnTo>
                    <a:lnTo>
                      <a:pt x="16438" y="50"/>
                    </a:lnTo>
                    <a:lnTo>
                      <a:pt x="16242" y="74"/>
                    </a:lnTo>
                    <a:lnTo>
                      <a:pt x="16096" y="123"/>
                    </a:lnTo>
                    <a:lnTo>
                      <a:pt x="15827" y="245"/>
                    </a:lnTo>
                    <a:lnTo>
                      <a:pt x="15583" y="367"/>
                    </a:lnTo>
                    <a:lnTo>
                      <a:pt x="15436" y="465"/>
                    </a:lnTo>
                    <a:lnTo>
                      <a:pt x="15265" y="538"/>
                    </a:lnTo>
                    <a:lnTo>
                      <a:pt x="15070" y="587"/>
                    </a:lnTo>
                    <a:lnTo>
                      <a:pt x="14557" y="587"/>
                    </a:lnTo>
                    <a:lnTo>
                      <a:pt x="14362" y="538"/>
                    </a:lnTo>
                    <a:lnTo>
                      <a:pt x="14191" y="465"/>
                    </a:lnTo>
                    <a:lnTo>
                      <a:pt x="14020" y="367"/>
                    </a:lnTo>
                    <a:lnTo>
                      <a:pt x="13800" y="245"/>
                    </a:lnTo>
                    <a:lnTo>
                      <a:pt x="13531" y="123"/>
                    </a:lnTo>
                    <a:lnTo>
                      <a:pt x="13385" y="74"/>
                    </a:lnTo>
                    <a:lnTo>
                      <a:pt x="13189" y="50"/>
                    </a:lnTo>
                    <a:lnTo>
                      <a:pt x="12994" y="25"/>
                    </a:lnTo>
                    <a:lnTo>
                      <a:pt x="12774" y="1"/>
                    </a:lnTo>
                    <a:lnTo>
                      <a:pt x="12530" y="25"/>
                    </a:lnTo>
                    <a:lnTo>
                      <a:pt x="12335" y="50"/>
                    </a:lnTo>
                    <a:lnTo>
                      <a:pt x="12164" y="74"/>
                    </a:lnTo>
                    <a:lnTo>
                      <a:pt x="11993" y="123"/>
                    </a:lnTo>
                    <a:lnTo>
                      <a:pt x="11724" y="245"/>
                    </a:lnTo>
                    <a:lnTo>
                      <a:pt x="11504" y="367"/>
                    </a:lnTo>
                    <a:lnTo>
                      <a:pt x="11333" y="465"/>
                    </a:lnTo>
                    <a:lnTo>
                      <a:pt x="11162" y="538"/>
                    </a:lnTo>
                    <a:lnTo>
                      <a:pt x="10967" y="587"/>
                    </a:lnTo>
                    <a:lnTo>
                      <a:pt x="10478" y="587"/>
                    </a:lnTo>
                    <a:lnTo>
                      <a:pt x="10283" y="538"/>
                    </a:lnTo>
                    <a:lnTo>
                      <a:pt x="10112" y="465"/>
                    </a:lnTo>
                    <a:lnTo>
                      <a:pt x="9941" y="367"/>
                    </a:lnTo>
                    <a:lnTo>
                      <a:pt x="9721" y="245"/>
                    </a:lnTo>
                    <a:lnTo>
                      <a:pt x="9428" y="123"/>
                    </a:lnTo>
                    <a:lnTo>
                      <a:pt x="9282" y="74"/>
                    </a:lnTo>
                    <a:lnTo>
                      <a:pt x="9111" y="50"/>
                    </a:lnTo>
                    <a:lnTo>
                      <a:pt x="8891" y="25"/>
                    </a:lnTo>
                    <a:lnTo>
                      <a:pt x="8671" y="1"/>
                    </a:lnTo>
                    <a:lnTo>
                      <a:pt x="8451" y="25"/>
                    </a:lnTo>
                    <a:lnTo>
                      <a:pt x="8231" y="50"/>
                    </a:lnTo>
                    <a:lnTo>
                      <a:pt x="8061" y="74"/>
                    </a:lnTo>
                    <a:lnTo>
                      <a:pt x="7890" y="123"/>
                    </a:lnTo>
                    <a:lnTo>
                      <a:pt x="7621" y="245"/>
                    </a:lnTo>
                    <a:lnTo>
                      <a:pt x="7401" y="367"/>
                    </a:lnTo>
                    <a:lnTo>
                      <a:pt x="7230" y="465"/>
                    </a:lnTo>
                    <a:lnTo>
                      <a:pt x="7059" y="538"/>
                    </a:lnTo>
                    <a:lnTo>
                      <a:pt x="6864" y="587"/>
                    </a:lnTo>
                    <a:lnTo>
                      <a:pt x="6375" y="587"/>
                    </a:lnTo>
                    <a:lnTo>
                      <a:pt x="6180" y="538"/>
                    </a:lnTo>
                    <a:lnTo>
                      <a:pt x="6009" y="465"/>
                    </a:lnTo>
                    <a:lnTo>
                      <a:pt x="5838" y="367"/>
                    </a:lnTo>
                    <a:lnTo>
                      <a:pt x="5618" y="245"/>
                    </a:lnTo>
                    <a:lnTo>
                      <a:pt x="5350" y="123"/>
                    </a:lnTo>
                    <a:lnTo>
                      <a:pt x="5179" y="74"/>
                    </a:lnTo>
                    <a:lnTo>
                      <a:pt x="5008" y="50"/>
                    </a:lnTo>
                    <a:lnTo>
                      <a:pt x="4812" y="25"/>
                    </a:lnTo>
                    <a:lnTo>
                      <a:pt x="4568" y="1"/>
                    </a:lnTo>
                    <a:lnTo>
                      <a:pt x="4348" y="25"/>
                    </a:lnTo>
                    <a:lnTo>
                      <a:pt x="4153" y="50"/>
                    </a:lnTo>
                    <a:lnTo>
                      <a:pt x="3957" y="74"/>
                    </a:lnTo>
                    <a:lnTo>
                      <a:pt x="3811" y="123"/>
                    </a:lnTo>
                    <a:lnTo>
                      <a:pt x="3542" y="245"/>
                    </a:lnTo>
                    <a:lnTo>
                      <a:pt x="3298" y="367"/>
                    </a:lnTo>
                    <a:lnTo>
                      <a:pt x="3152" y="465"/>
                    </a:lnTo>
                    <a:lnTo>
                      <a:pt x="2981" y="538"/>
                    </a:lnTo>
                    <a:lnTo>
                      <a:pt x="2785" y="587"/>
                    </a:lnTo>
                    <a:lnTo>
                      <a:pt x="2272" y="587"/>
                    </a:lnTo>
                    <a:lnTo>
                      <a:pt x="2077" y="538"/>
                    </a:lnTo>
                    <a:lnTo>
                      <a:pt x="1906" y="465"/>
                    </a:lnTo>
                    <a:lnTo>
                      <a:pt x="1759" y="367"/>
                    </a:lnTo>
                    <a:lnTo>
                      <a:pt x="1515" y="245"/>
                    </a:lnTo>
                    <a:lnTo>
                      <a:pt x="1247" y="123"/>
                    </a:lnTo>
                    <a:lnTo>
                      <a:pt x="1100" y="74"/>
                    </a:lnTo>
                    <a:lnTo>
                      <a:pt x="905" y="50"/>
                    </a:lnTo>
                    <a:lnTo>
                      <a:pt x="709" y="25"/>
                    </a:lnTo>
                    <a:lnTo>
                      <a:pt x="48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pen Sans" panose="020B0604020202020204" charset="0"/>
                  <a:ea typeface="Open Sans" panose="020B0604020202020204" charset="0"/>
                  <a:cs typeface="Open Sans" panose="020B0604020202020204" charset="0"/>
                </a:endParaRPr>
              </a:p>
            </p:txBody>
          </p:sp>
          <p:sp>
            <p:nvSpPr>
              <p:cNvPr id="29" name="Google Shape;504;p29"/>
              <p:cNvSpPr/>
              <p:nvPr/>
            </p:nvSpPr>
            <p:spPr>
              <a:xfrm>
                <a:off x="6684575" y="4312500"/>
                <a:ext cx="349875" cy="377350"/>
              </a:xfrm>
              <a:custGeom>
                <a:avLst/>
                <a:gdLst/>
                <a:ahLst/>
                <a:cxnLst/>
                <a:rect l="l" t="t" r="r" b="b"/>
                <a:pathLst>
                  <a:path w="13995" h="15094" extrusionOk="0">
                    <a:moveTo>
                      <a:pt x="5691" y="5740"/>
                    </a:moveTo>
                    <a:lnTo>
                      <a:pt x="5764" y="5764"/>
                    </a:lnTo>
                    <a:lnTo>
                      <a:pt x="5813" y="5837"/>
                    </a:lnTo>
                    <a:lnTo>
                      <a:pt x="5862" y="5886"/>
                    </a:lnTo>
                    <a:lnTo>
                      <a:pt x="5935" y="6082"/>
                    </a:lnTo>
                    <a:lnTo>
                      <a:pt x="5959" y="6301"/>
                    </a:lnTo>
                    <a:lnTo>
                      <a:pt x="5935" y="6521"/>
                    </a:lnTo>
                    <a:lnTo>
                      <a:pt x="5862" y="6692"/>
                    </a:lnTo>
                    <a:lnTo>
                      <a:pt x="5813" y="6765"/>
                    </a:lnTo>
                    <a:lnTo>
                      <a:pt x="5764" y="6814"/>
                    </a:lnTo>
                    <a:lnTo>
                      <a:pt x="5691" y="6839"/>
                    </a:lnTo>
                    <a:lnTo>
                      <a:pt x="5642" y="6863"/>
                    </a:lnTo>
                    <a:lnTo>
                      <a:pt x="5569" y="6839"/>
                    </a:lnTo>
                    <a:lnTo>
                      <a:pt x="5520" y="6814"/>
                    </a:lnTo>
                    <a:lnTo>
                      <a:pt x="5446" y="6765"/>
                    </a:lnTo>
                    <a:lnTo>
                      <a:pt x="5398" y="6692"/>
                    </a:lnTo>
                    <a:lnTo>
                      <a:pt x="5349" y="6521"/>
                    </a:lnTo>
                    <a:lnTo>
                      <a:pt x="5324" y="6301"/>
                    </a:lnTo>
                    <a:lnTo>
                      <a:pt x="5349" y="6082"/>
                    </a:lnTo>
                    <a:lnTo>
                      <a:pt x="5398" y="5886"/>
                    </a:lnTo>
                    <a:lnTo>
                      <a:pt x="5446" y="5837"/>
                    </a:lnTo>
                    <a:lnTo>
                      <a:pt x="5520" y="5764"/>
                    </a:lnTo>
                    <a:lnTo>
                      <a:pt x="5569" y="5740"/>
                    </a:lnTo>
                    <a:close/>
                    <a:moveTo>
                      <a:pt x="8402" y="5740"/>
                    </a:moveTo>
                    <a:lnTo>
                      <a:pt x="8475" y="5764"/>
                    </a:lnTo>
                    <a:lnTo>
                      <a:pt x="8524" y="5837"/>
                    </a:lnTo>
                    <a:lnTo>
                      <a:pt x="8573" y="5886"/>
                    </a:lnTo>
                    <a:lnTo>
                      <a:pt x="8621" y="6082"/>
                    </a:lnTo>
                    <a:lnTo>
                      <a:pt x="8646" y="6301"/>
                    </a:lnTo>
                    <a:lnTo>
                      <a:pt x="8621" y="6521"/>
                    </a:lnTo>
                    <a:lnTo>
                      <a:pt x="8573" y="6692"/>
                    </a:lnTo>
                    <a:lnTo>
                      <a:pt x="8524" y="6765"/>
                    </a:lnTo>
                    <a:lnTo>
                      <a:pt x="8475" y="6814"/>
                    </a:lnTo>
                    <a:lnTo>
                      <a:pt x="8402" y="6839"/>
                    </a:lnTo>
                    <a:lnTo>
                      <a:pt x="8328" y="6863"/>
                    </a:lnTo>
                    <a:lnTo>
                      <a:pt x="8280" y="6839"/>
                    </a:lnTo>
                    <a:lnTo>
                      <a:pt x="8206" y="6814"/>
                    </a:lnTo>
                    <a:lnTo>
                      <a:pt x="8157" y="6765"/>
                    </a:lnTo>
                    <a:lnTo>
                      <a:pt x="8109" y="6692"/>
                    </a:lnTo>
                    <a:lnTo>
                      <a:pt x="8035" y="6521"/>
                    </a:lnTo>
                    <a:lnTo>
                      <a:pt x="8011" y="6301"/>
                    </a:lnTo>
                    <a:lnTo>
                      <a:pt x="8035" y="6082"/>
                    </a:lnTo>
                    <a:lnTo>
                      <a:pt x="8109" y="5886"/>
                    </a:lnTo>
                    <a:lnTo>
                      <a:pt x="8157" y="5837"/>
                    </a:lnTo>
                    <a:lnTo>
                      <a:pt x="8206" y="5764"/>
                    </a:lnTo>
                    <a:lnTo>
                      <a:pt x="8280" y="5740"/>
                    </a:lnTo>
                    <a:close/>
                    <a:moveTo>
                      <a:pt x="9867" y="2931"/>
                    </a:moveTo>
                    <a:lnTo>
                      <a:pt x="9867" y="4421"/>
                    </a:lnTo>
                    <a:lnTo>
                      <a:pt x="11552" y="4421"/>
                    </a:lnTo>
                    <a:lnTo>
                      <a:pt x="11552" y="6033"/>
                    </a:lnTo>
                    <a:lnTo>
                      <a:pt x="7229" y="4225"/>
                    </a:lnTo>
                    <a:lnTo>
                      <a:pt x="7229" y="9867"/>
                    </a:lnTo>
                    <a:lnTo>
                      <a:pt x="7205" y="9965"/>
                    </a:lnTo>
                    <a:lnTo>
                      <a:pt x="7156" y="10063"/>
                    </a:lnTo>
                    <a:lnTo>
                      <a:pt x="7083" y="10111"/>
                    </a:lnTo>
                    <a:lnTo>
                      <a:pt x="6887" y="10111"/>
                    </a:lnTo>
                    <a:lnTo>
                      <a:pt x="6814" y="10063"/>
                    </a:lnTo>
                    <a:lnTo>
                      <a:pt x="6765" y="9965"/>
                    </a:lnTo>
                    <a:lnTo>
                      <a:pt x="6741" y="9867"/>
                    </a:lnTo>
                    <a:lnTo>
                      <a:pt x="6741" y="4225"/>
                    </a:lnTo>
                    <a:lnTo>
                      <a:pt x="2418" y="6033"/>
                    </a:lnTo>
                    <a:lnTo>
                      <a:pt x="2418" y="4421"/>
                    </a:lnTo>
                    <a:lnTo>
                      <a:pt x="4103" y="4421"/>
                    </a:lnTo>
                    <a:lnTo>
                      <a:pt x="4103" y="2931"/>
                    </a:lnTo>
                    <a:close/>
                    <a:moveTo>
                      <a:pt x="5520" y="0"/>
                    </a:moveTo>
                    <a:lnTo>
                      <a:pt x="5520" y="2027"/>
                    </a:lnTo>
                    <a:lnTo>
                      <a:pt x="3151" y="2027"/>
                    </a:lnTo>
                    <a:lnTo>
                      <a:pt x="3151" y="3542"/>
                    </a:lnTo>
                    <a:lnTo>
                      <a:pt x="1466" y="3542"/>
                    </a:lnTo>
                    <a:lnTo>
                      <a:pt x="1466" y="6423"/>
                    </a:lnTo>
                    <a:lnTo>
                      <a:pt x="586" y="6765"/>
                    </a:lnTo>
                    <a:lnTo>
                      <a:pt x="415" y="6863"/>
                    </a:lnTo>
                    <a:lnTo>
                      <a:pt x="269" y="6985"/>
                    </a:lnTo>
                    <a:lnTo>
                      <a:pt x="147" y="7132"/>
                    </a:lnTo>
                    <a:lnTo>
                      <a:pt x="49" y="7278"/>
                    </a:lnTo>
                    <a:lnTo>
                      <a:pt x="0" y="7425"/>
                    </a:lnTo>
                    <a:lnTo>
                      <a:pt x="0" y="7596"/>
                    </a:lnTo>
                    <a:lnTo>
                      <a:pt x="0" y="7791"/>
                    </a:lnTo>
                    <a:lnTo>
                      <a:pt x="73" y="7987"/>
                    </a:lnTo>
                    <a:lnTo>
                      <a:pt x="1514" y="11308"/>
                    </a:lnTo>
                    <a:lnTo>
                      <a:pt x="1514" y="14874"/>
                    </a:lnTo>
                    <a:lnTo>
                      <a:pt x="1759" y="14752"/>
                    </a:lnTo>
                    <a:lnTo>
                      <a:pt x="2052" y="14630"/>
                    </a:lnTo>
                    <a:lnTo>
                      <a:pt x="2247" y="14581"/>
                    </a:lnTo>
                    <a:lnTo>
                      <a:pt x="2442" y="14556"/>
                    </a:lnTo>
                    <a:lnTo>
                      <a:pt x="2662" y="14532"/>
                    </a:lnTo>
                    <a:lnTo>
                      <a:pt x="2882" y="14508"/>
                    </a:lnTo>
                    <a:lnTo>
                      <a:pt x="3175" y="14532"/>
                    </a:lnTo>
                    <a:lnTo>
                      <a:pt x="3419" y="14556"/>
                    </a:lnTo>
                    <a:lnTo>
                      <a:pt x="3639" y="14605"/>
                    </a:lnTo>
                    <a:lnTo>
                      <a:pt x="3835" y="14678"/>
                    </a:lnTo>
                    <a:lnTo>
                      <a:pt x="4152" y="14801"/>
                    </a:lnTo>
                    <a:lnTo>
                      <a:pt x="4396" y="14947"/>
                    </a:lnTo>
                    <a:lnTo>
                      <a:pt x="4543" y="15020"/>
                    </a:lnTo>
                    <a:lnTo>
                      <a:pt x="4641" y="15069"/>
                    </a:lnTo>
                    <a:lnTo>
                      <a:pt x="4787" y="15094"/>
                    </a:lnTo>
                    <a:lnTo>
                      <a:pt x="5105" y="15094"/>
                    </a:lnTo>
                    <a:lnTo>
                      <a:pt x="5227" y="15069"/>
                    </a:lnTo>
                    <a:lnTo>
                      <a:pt x="5349" y="15020"/>
                    </a:lnTo>
                    <a:lnTo>
                      <a:pt x="5471" y="14947"/>
                    </a:lnTo>
                    <a:lnTo>
                      <a:pt x="5740" y="14801"/>
                    </a:lnTo>
                    <a:lnTo>
                      <a:pt x="6057" y="14678"/>
                    </a:lnTo>
                    <a:lnTo>
                      <a:pt x="6252" y="14605"/>
                    </a:lnTo>
                    <a:lnTo>
                      <a:pt x="6472" y="14556"/>
                    </a:lnTo>
                    <a:lnTo>
                      <a:pt x="6716" y="14532"/>
                    </a:lnTo>
                    <a:lnTo>
                      <a:pt x="6985" y="14508"/>
                    </a:lnTo>
                    <a:lnTo>
                      <a:pt x="7254" y="14532"/>
                    </a:lnTo>
                    <a:lnTo>
                      <a:pt x="7498" y="14556"/>
                    </a:lnTo>
                    <a:lnTo>
                      <a:pt x="7718" y="14605"/>
                    </a:lnTo>
                    <a:lnTo>
                      <a:pt x="7913" y="14678"/>
                    </a:lnTo>
                    <a:lnTo>
                      <a:pt x="8255" y="14801"/>
                    </a:lnTo>
                    <a:lnTo>
                      <a:pt x="8499" y="14947"/>
                    </a:lnTo>
                    <a:lnTo>
                      <a:pt x="8621" y="15020"/>
                    </a:lnTo>
                    <a:lnTo>
                      <a:pt x="8744" y="15069"/>
                    </a:lnTo>
                    <a:lnTo>
                      <a:pt x="8866" y="15094"/>
                    </a:lnTo>
                    <a:lnTo>
                      <a:pt x="9183" y="15094"/>
                    </a:lnTo>
                    <a:lnTo>
                      <a:pt x="9330" y="15069"/>
                    </a:lnTo>
                    <a:lnTo>
                      <a:pt x="9427" y="15020"/>
                    </a:lnTo>
                    <a:lnTo>
                      <a:pt x="9574" y="14947"/>
                    </a:lnTo>
                    <a:lnTo>
                      <a:pt x="9818" y="14801"/>
                    </a:lnTo>
                    <a:lnTo>
                      <a:pt x="10136" y="14678"/>
                    </a:lnTo>
                    <a:lnTo>
                      <a:pt x="10331" y="14605"/>
                    </a:lnTo>
                    <a:lnTo>
                      <a:pt x="10551" y="14556"/>
                    </a:lnTo>
                    <a:lnTo>
                      <a:pt x="10795" y="14532"/>
                    </a:lnTo>
                    <a:lnTo>
                      <a:pt x="11088" y="14508"/>
                    </a:lnTo>
                    <a:lnTo>
                      <a:pt x="11308" y="14532"/>
                    </a:lnTo>
                    <a:lnTo>
                      <a:pt x="11528" y="14556"/>
                    </a:lnTo>
                    <a:lnTo>
                      <a:pt x="11723" y="14581"/>
                    </a:lnTo>
                    <a:lnTo>
                      <a:pt x="11919" y="14630"/>
                    </a:lnTo>
                    <a:lnTo>
                      <a:pt x="12212" y="14752"/>
                    </a:lnTo>
                    <a:lnTo>
                      <a:pt x="12456" y="14874"/>
                    </a:lnTo>
                    <a:lnTo>
                      <a:pt x="12456" y="11308"/>
                    </a:lnTo>
                    <a:lnTo>
                      <a:pt x="13897" y="7987"/>
                    </a:lnTo>
                    <a:lnTo>
                      <a:pt x="13970" y="7791"/>
                    </a:lnTo>
                    <a:lnTo>
                      <a:pt x="13995" y="7596"/>
                    </a:lnTo>
                    <a:lnTo>
                      <a:pt x="13970" y="7425"/>
                    </a:lnTo>
                    <a:lnTo>
                      <a:pt x="13921" y="7278"/>
                    </a:lnTo>
                    <a:lnTo>
                      <a:pt x="13824" y="7132"/>
                    </a:lnTo>
                    <a:lnTo>
                      <a:pt x="13701" y="6985"/>
                    </a:lnTo>
                    <a:lnTo>
                      <a:pt x="13555" y="6863"/>
                    </a:lnTo>
                    <a:lnTo>
                      <a:pt x="13384" y="6765"/>
                    </a:lnTo>
                    <a:lnTo>
                      <a:pt x="12505" y="6423"/>
                    </a:lnTo>
                    <a:lnTo>
                      <a:pt x="12505" y="3542"/>
                    </a:lnTo>
                    <a:lnTo>
                      <a:pt x="10820" y="3542"/>
                    </a:lnTo>
                    <a:lnTo>
                      <a:pt x="10820" y="2027"/>
                    </a:lnTo>
                    <a:lnTo>
                      <a:pt x="8450" y="2027"/>
                    </a:lnTo>
                    <a:lnTo>
                      <a:pt x="8450"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pen Sans" panose="020B0604020202020204" charset="0"/>
                  <a:ea typeface="Open Sans" panose="020B0604020202020204" charset="0"/>
                  <a:cs typeface="Open Sans" panose="020B0604020202020204" charset="0"/>
                </a:endParaRPr>
              </a:p>
            </p:txBody>
          </p:sp>
        </p:grpSp>
        <p:sp>
          <p:nvSpPr>
            <p:cNvPr id="30" name="Google Shape;500;p29"/>
            <p:cNvSpPr/>
            <p:nvPr/>
          </p:nvSpPr>
          <p:spPr>
            <a:xfrm>
              <a:off x="4984665" y="4220527"/>
              <a:ext cx="589228" cy="589190"/>
            </a:xfrm>
            <a:custGeom>
              <a:avLst/>
              <a:gdLst/>
              <a:ahLst/>
              <a:cxnLst/>
              <a:rect l="l" t="t" r="r" b="b"/>
              <a:pathLst>
                <a:path w="16902" h="16901" extrusionOk="0">
                  <a:moveTo>
                    <a:pt x="14386" y="757"/>
                  </a:moveTo>
                  <a:lnTo>
                    <a:pt x="14557" y="782"/>
                  </a:lnTo>
                  <a:lnTo>
                    <a:pt x="14728" y="806"/>
                  </a:lnTo>
                  <a:lnTo>
                    <a:pt x="14899" y="831"/>
                  </a:lnTo>
                  <a:lnTo>
                    <a:pt x="15070" y="904"/>
                  </a:lnTo>
                  <a:lnTo>
                    <a:pt x="15216" y="977"/>
                  </a:lnTo>
                  <a:lnTo>
                    <a:pt x="15363" y="1050"/>
                  </a:lnTo>
                  <a:lnTo>
                    <a:pt x="15509" y="1148"/>
                  </a:lnTo>
                  <a:lnTo>
                    <a:pt x="15631" y="1270"/>
                  </a:lnTo>
                  <a:lnTo>
                    <a:pt x="15729" y="1392"/>
                  </a:lnTo>
                  <a:lnTo>
                    <a:pt x="15827" y="1539"/>
                  </a:lnTo>
                  <a:lnTo>
                    <a:pt x="15925" y="1661"/>
                  </a:lnTo>
                  <a:lnTo>
                    <a:pt x="15998" y="1807"/>
                  </a:lnTo>
                  <a:lnTo>
                    <a:pt x="16047" y="1978"/>
                  </a:lnTo>
                  <a:lnTo>
                    <a:pt x="16095" y="2125"/>
                  </a:lnTo>
                  <a:lnTo>
                    <a:pt x="16120" y="2296"/>
                  </a:lnTo>
                  <a:lnTo>
                    <a:pt x="16144" y="2467"/>
                  </a:lnTo>
                  <a:lnTo>
                    <a:pt x="16120" y="2565"/>
                  </a:lnTo>
                  <a:lnTo>
                    <a:pt x="16071" y="2638"/>
                  </a:lnTo>
                  <a:lnTo>
                    <a:pt x="15998" y="2687"/>
                  </a:lnTo>
                  <a:lnTo>
                    <a:pt x="15900" y="2711"/>
                  </a:lnTo>
                  <a:lnTo>
                    <a:pt x="15802" y="2687"/>
                  </a:lnTo>
                  <a:lnTo>
                    <a:pt x="15729" y="2638"/>
                  </a:lnTo>
                  <a:lnTo>
                    <a:pt x="15680" y="2565"/>
                  </a:lnTo>
                  <a:lnTo>
                    <a:pt x="15656" y="2467"/>
                  </a:lnTo>
                  <a:lnTo>
                    <a:pt x="15631" y="2247"/>
                  </a:lnTo>
                  <a:lnTo>
                    <a:pt x="15558" y="2003"/>
                  </a:lnTo>
                  <a:lnTo>
                    <a:pt x="15436" y="1807"/>
                  </a:lnTo>
                  <a:lnTo>
                    <a:pt x="15290" y="1612"/>
                  </a:lnTo>
                  <a:lnTo>
                    <a:pt x="15094" y="1466"/>
                  </a:lnTo>
                  <a:lnTo>
                    <a:pt x="14874" y="1343"/>
                  </a:lnTo>
                  <a:lnTo>
                    <a:pt x="14630" y="1270"/>
                  </a:lnTo>
                  <a:lnTo>
                    <a:pt x="14386" y="1246"/>
                  </a:lnTo>
                  <a:lnTo>
                    <a:pt x="14288" y="1246"/>
                  </a:lnTo>
                  <a:lnTo>
                    <a:pt x="14215" y="1172"/>
                  </a:lnTo>
                  <a:lnTo>
                    <a:pt x="14166" y="1099"/>
                  </a:lnTo>
                  <a:lnTo>
                    <a:pt x="14142" y="1002"/>
                  </a:lnTo>
                  <a:lnTo>
                    <a:pt x="14166" y="904"/>
                  </a:lnTo>
                  <a:lnTo>
                    <a:pt x="14215" y="831"/>
                  </a:lnTo>
                  <a:lnTo>
                    <a:pt x="14288" y="782"/>
                  </a:lnTo>
                  <a:lnTo>
                    <a:pt x="14386" y="757"/>
                  </a:lnTo>
                  <a:close/>
                  <a:moveTo>
                    <a:pt x="15460" y="0"/>
                  </a:moveTo>
                  <a:lnTo>
                    <a:pt x="15167" y="25"/>
                  </a:lnTo>
                  <a:lnTo>
                    <a:pt x="14850" y="49"/>
                  </a:lnTo>
                  <a:lnTo>
                    <a:pt x="14557" y="122"/>
                  </a:lnTo>
                  <a:lnTo>
                    <a:pt x="14117" y="244"/>
                  </a:lnTo>
                  <a:lnTo>
                    <a:pt x="13873" y="318"/>
                  </a:lnTo>
                  <a:lnTo>
                    <a:pt x="13653" y="415"/>
                  </a:lnTo>
                  <a:lnTo>
                    <a:pt x="13458" y="537"/>
                  </a:lnTo>
                  <a:lnTo>
                    <a:pt x="13287" y="660"/>
                  </a:lnTo>
                  <a:lnTo>
                    <a:pt x="10625" y="3346"/>
                  </a:lnTo>
                  <a:lnTo>
                    <a:pt x="2858" y="1221"/>
                  </a:lnTo>
                  <a:lnTo>
                    <a:pt x="2712" y="1197"/>
                  </a:lnTo>
                  <a:lnTo>
                    <a:pt x="2590" y="1221"/>
                  </a:lnTo>
                  <a:lnTo>
                    <a:pt x="2467" y="1270"/>
                  </a:lnTo>
                  <a:lnTo>
                    <a:pt x="2345" y="1343"/>
                  </a:lnTo>
                  <a:lnTo>
                    <a:pt x="1613" y="2101"/>
                  </a:lnTo>
                  <a:lnTo>
                    <a:pt x="1539" y="2198"/>
                  </a:lnTo>
                  <a:lnTo>
                    <a:pt x="1491" y="2296"/>
                  </a:lnTo>
                  <a:lnTo>
                    <a:pt x="1466" y="2418"/>
                  </a:lnTo>
                  <a:lnTo>
                    <a:pt x="1466" y="2516"/>
                  </a:lnTo>
                  <a:lnTo>
                    <a:pt x="1491" y="2613"/>
                  </a:lnTo>
                  <a:lnTo>
                    <a:pt x="1515" y="2687"/>
                  </a:lnTo>
                  <a:lnTo>
                    <a:pt x="1613" y="2833"/>
                  </a:lnTo>
                  <a:lnTo>
                    <a:pt x="1710" y="2907"/>
                  </a:lnTo>
                  <a:lnTo>
                    <a:pt x="7425" y="6619"/>
                  </a:lnTo>
                  <a:lnTo>
                    <a:pt x="4177" y="10893"/>
                  </a:lnTo>
                  <a:lnTo>
                    <a:pt x="929" y="10331"/>
                  </a:lnTo>
                  <a:lnTo>
                    <a:pt x="831" y="10331"/>
                  </a:lnTo>
                  <a:lnTo>
                    <a:pt x="709" y="10356"/>
                  </a:lnTo>
                  <a:lnTo>
                    <a:pt x="611" y="10404"/>
                  </a:lnTo>
                  <a:lnTo>
                    <a:pt x="514" y="10478"/>
                  </a:lnTo>
                  <a:lnTo>
                    <a:pt x="147" y="10844"/>
                  </a:lnTo>
                  <a:lnTo>
                    <a:pt x="74" y="10942"/>
                  </a:lnTo>
                  <a:lnTo>
                    <a:pt x="25" y="11064"/>
                  </a:lnTo>
                  <a:lnTo>
                    <a:pt x="1" y="11186"/>
                  </a:lnTo>
                  <a:lnTo>
                    <a:pt x="1" y="11308"/>
                  </a:lnTo>
                  <a:lnTo>
                    <a:pt x="50" y="11455"/>
                  </a:lnTo>
                  <a:lnTo>
                    <a:pt x="147" y="11601"/>
                  </a:lnTo>
                  <a:lnTo>
                    <a:pt x="245" y="11674"/>
                  </a:lnTo>
                  <a:lnTo>
                    <a:pt x="3444" y="13457"/>
                  </a:lnTo>
                  <a:lnTo>
                    <a:pt x="5227" y="16657"/>
                  </a:lnTo>
                  <a:lnTo>
                    <a:pt x="5301" y="16754"/>
                  </a:lnTo>
                  <a:lnTo>
                    <a:pt x="5447" y="16852"/>
                  </a:lnTo>
                  <a:lnTo>
                    <a:pt x="5594" y="16901"/>
                  </a:lnTo>
                  <a:lnTo>
                    <a:pt x="5716" y="16901"/>
                  </a:lnTo>
                  <a:lnTo>
                    <a:pt x="5838" y="16877"/>
                  </a:lnTo>
                  <a:lnTo>
                    <a:pt x="5960" y="16828"/>
                  </a:lnTo>
                  <a:lnTo>
                    <a:pt x="6058" y="16754"/>
                  </a:lnTo>
                  <a:lnTo>
                    <a:pt x="6424" y="16388"/>
                  </a:lnTo>
                  <a:lnTo>
                    <a:pt x="6497" y="16290"/>
                  </a:lnTo>
                  <a:lnTo>
                    <a:pt x="6546" y="16193"/>
                  </a:lnTo>
                  <a:lnTo>
                    <a:pt x="6571" y="16071"/>
                  </a:lnTo>
                  <a:lnTo>
                    <a:pt x="6571" y="15973"/>
                  </a:lnTo>
                  <a:lnTo>
                    <a:pt x="6009" y="12725"/>
                  </a:lnTo>
                  <a:lnTo>
                    <a:pt x="10283" y="9476"/>
                  </a:lnTo>
                  <a:lnTo>
                    <a:pt x="13995" y="15191"/>
                  </a:lnTo>
                  <a:lnTo>
                    <a:pt x="14068" y="15289"/>
                  </a:lnTo>
                  <a:lnTo>
                    <a:pt x="14215" y="15387"/>
                  </a:lnTo>
                  <a:lnTo>
                    <a:pt x="14288" y="15411"/>
                  </a:lnTo>
                  <a:lnTo>
                    <a:pt x="14386" y="15436"/>
                  </a:lnTo>
                  <a:lnTo>
                    <a:pt x="14484" y="15436"/>
                  </a:lnTo>
                  <a:lnTo>
                    <a:pt x="14606" y="15411"/>
                  </a:lnTo>
                  <a:lnTo>
                    <a:pt x="14703" y="15362"/>
                  </a:lnTo>
                  <a:lnTo>
                    <a:pt x="14801" y="15289"/>
                  </a:lnTo>
                  <a:lnTo>
                    <a:pt x="15558" y="14556"/>
                  </a:lnTo>
                  <a:lnTo>
                    <a:pt x="15631" y="14434"/>
                  </a:lnTo>
                  <a:lnTo>
                    <a:pt x="15680" y="14312"/>
                  </a:lnTo>
                  <a:lnTo>
                    <a:pt x="15705" y="14190"/>
                  </a:lnTo>
                  <a:lnTo>
                    <a:pt x="15680" y="14043"/>
                  </a:lnTo>
                  <a:lnTo>
                    <a:pt x="13555" y="6277"/>
                  </a:lnTo>
                  <a:lnTo>
                    <a:pt x="16242" y="3615"/>
                  </a:lnTo>
                  <a:lnTo>
                    <a:pt x="16364" y="3444"/>
                  </a:lnTo>
                  <a:lnTo>
                    <a:pt x="16486" y="3248"/>
                  </a:lnTo>
                  <a:lnTo>
                    <a:pt x="16584" y="3029"/>
                  </a:lnTo>
                  <a:lnTo>
                    <a:pt x="16657" y="2784"/>
                  </a:lnTo>
                  <a:lnTo>
                    <a:pt x="16779" y="2345"/>
                  </a:lnTo>
                  <a:lnTo>
                    <a:pt x="16853" y="2052"/>
                  </a:lnTo>
                  <a:lnTo>
                    <a:pt x="16877" y="1734"/>
                  </a:lnTo>
                  <a:lnTo>
                    <a:pt x="16901" y="1441"/>
                  </a:lnTo>
                  <a:lnTo>
                    <a:pt x="16901" y="1197"/>
                  </a:lnTo>
                  <a:lnTo>
                    <a:pt x="16901" y="953"/>
                  </a:lnTo>
                  <a:lnTo>
                    <a:pt x="16853" y="757"/>
                  </a:lnTo>
                  <a:lnTo>
                    <a:pt x="16779" y="586"/>
                  </a:lnTo>
                  <a:lnTo>
                    <a:pt x="16706" y="415"/>
                  </a:lnTo>
                  <a:lnTo>
                    <a:pt x="16608" y="293"/>
                  </a:lnTo>
                  <a:lnTo>
                    <a:pt x="16486" y="196"/>
                  </a:lnTo>
                  <a:lnTo>
                    <a:pt x="16315" y="122"/>
                  </a:lnTo>
                  <a:lnTo>
                    <a:pt x="16144" y="49"/>
                  </a:lnTo>
                  <a:lnTo>
                    <a:pt x="15949"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pen Sans" panose="020B0604020202020204" charset="0"/>
                <a:ea typeface="Open Sans" panose="020B0604020202020204" charset="0"/>
                <a:cs typeface="Open Sans" panose="020B0604020202020204" charset="0"/>
              </a:endParaRPr>
            </a:p>
          </p:txBody>
        </p:sp>
        <p:grpSp>
          <p:nvGrpSpPr>
            <p:cNvPr id="31" name="Google Shape;535;p29"/>
            <p:cNvGrpSpPr/>
            <p:nvPr/>
          </p:nvGrpSpPr>
          <p:grpSpPr>
            <a:xfrm>
              <a:off x="2725859" y="1566193"/>
              <a:ext cx="3048806" cy="2812868"/>
              <a:chOff x="5292336" y="5018838"/>
              <a:chExt cx="444840" cy="410417"/>
            </a:xfrm>
          </p:grpSpPr>
          <p:sp>
            <p:nvSpPr>
              <p:cNvPr id="32" name="Google Shape;536;p29"/>
              <p:cNvSpPr/>
              <p:nvPr/>
            </p:nvSpPr>
            <p:spPr>
              <a:xfrm>
                <a:off x="5584039" y="5018838"/>
                <a:ext cx="117778" cy="130251"/>
              </a:xfrm>
              <a:custGeom>
                <a:avLst/>
                <a:gdLst/>
                <a:ahLst/>
                <a:cxnLst/>
                <a:rect l="l" t="t" r="r" b="b"/>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Open Sans" panose="020B0604020202020204" charset="0"/>
                  <a:ea typeface="Open Sans" panose="020B0604020202020204" charset="0"/>
                  <a:cs typeface="Open Sans" panose="020B0604020202020204" charset="0"/>
                </a:endParaRPr>
              </a:p>
            </p:txBody>
          </p:sp>
          <p:sp>
            <p:nvSpPr>
              <p:cNvPr id="33" name="Google Shape;537;p29"/>
              <p:cNvSpPr/>
              <p:nvPr/>
            </p:nvSpPr>
            <p:spPr>
              <a:xfrm>
                <a:off x="5366341" y="5024712"/>
                <a:ext cx="93689" cy="108409"/>
              </a:xfrm>
              <a:custGeom>
                <a:avLst/>
                <a:gdLst/>
                <a:ahLst/>
                <a:cxnLst/>
                <a:rect l="l" t="t" r="r" b="b"/>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pen Sans" panose="020B0604020202020204" charset="0"/>
                  <a:ea typeface="Open Sans" panose="020B0604020202020204" charset="0"/>
                  <a:cs typeface="Open Sans" panose="020B0604020202020204" charset="0"/>
                </a:endParaRPr>
              </a:p>
            </p:txBody>
          </p:sp>
          <p:sp>
            <p:nvSpPr>
              <p:cNvPr id="34" name="Google Shape;538;p29"/>
              <p:cNvSpPr/>
              <p:nvPr/>
            </p:nvSpPr>
            <p:spPr>
              <a:xfrm>
                <a:off x="5292336" y="5244842"/>
                <a:ext cx="131584" cy="79864"/>
              </a:xfrm>
              <a:custGeom>
                <a:avLst/>
                <a:gdLst/>
                <a:ahLst/>
                <a:cxnLst/>
                <a:rect l="l" t="t" r="r" b="b"/>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pen Sans" panose="020B0604020202020204" charset="0"/>
                  <a:ea typeface="Open Sans" panose="020B0604020202020204" charset="0"/>
                  <a:cs typeface="Open Sans" panose="020B0604020202020204" charset="0"/>
                </a:endParaRPr>
              </a:p>
            </p:txBody>
          </p:sp>
          <p:sp>
            <p:nvSpPr>
              <p:cNvPr id="35" name="Google Shape;539;p29"/>
              <p:cNvSpPr/>
              <p:nvPr/>
            </p:nvSpPr>
            <p:spPr>
              <a:xfrm>
                <a:off x="5471855" y="5312391"/>
                <a:ext cx="65144" cy="116864"/>
              </a:xfrm>
              <a:custGeom>
                <a:avLst/>
                <a:gdLst/>
                <a:ahLst/>
                <a:cxnLst/>
                <a:rect l="l" t="t" r="r" b="b"/>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pen Sans" panose="020B0604020202020204" charset="0"/>
                  <a:ea typeface="Open Sans" panose="020B0604020202020204" charset="0"/>
                  <a:cs typeface="Open Sans" panose="020B0604020202020204" charset="0"/>
                </a:endParaRPr>
              </a:p>
            </p:txBody>
          </p:sp>
          <p:sp>
            <p:nvSpPr>
              <p:cNvPr id="36" name="Google Shape;540;p29"/>
              <p:cNvSpPr/>
              <p:nvPr/>
            </p:nvSpPr>
            <p:spPr>
              <a:xfrm>
                <a:off x="5618942" y="5203887"/>
                <a:ext cx="118234" cy="65582"/>
              </a:xfrm>
              <a:custGeom>
                <a:avLst/>
                <a:gdLst/>
                <a:ahLst/>
                <a:cxnLst/>
                <a:rect l="l" t="t" r="r" b="b"/>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Open Sans" panose="020B0604020202020204" charset="0"/>
                  <a:ea typeface="Open Sans" panose="020B0604020202020204" charset="0"/>
                  <a:cs typeface="Open Sans" panose="020B0604020202020204" charset="0"/>
                </a:endParaRPr>
              </a:p>
            </p:txBody>
          </p:sp>
          <p:sp>
            <p:nvSpPr>
              <p:cNvPr id="37" name="Google Shape;541;p29"/>
              <p:cNvSpPr/>
              <p:nvPr/>
            </p:nvSpPr>
            <p:spPr>
              <a:xfrm>
                <a:off x="5420075" y="5116000"/>
                <a:ext cx="189300" cy="189925"/>
              </a:xfrm>
              <a:custGeom>
                <a:avLst/>
                <a:gdLst/>
                <a:ahLst/>
                <a:cxnLst/>
                <a:rect l="l" t="t" r="r" b="b"/>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0090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IN" dirty="0">
                    <a:solidFill>
                      <a:schemeClr val="bg1"/>
                    </a:solidFill>
                    <a:latin typeface="Open Sans" panose="020B0604020202020204" charset="0"/>
                    <a:ea typeface="Open Sans" panose="020B0604020202020204" charset="0"/>
                    <a:cs typeface="Open Sans" panose="020B0604020202020204" charset="0"/>
                  </a:rPr>
                  <a:t>Applications of database</a:t>
                </a:r>
                <a:endParaRPr dirty="0">
                  <a:solidFill>
                    <a:schemeClr val="bg1"/>
                  </a:solidFill>
                  <a:latin typeface="Open Sans" panose="020B0604020202020204" charset="0"/>
                  <a:ea typeface="Open Sans" panose="020B0604020202020204" charset="0"/>
                  <a:cs typeface="Open Sans" panose="020B0604020202020204" charset="0"/>
                </a:endParaRPr>
              </a:p>
            </p:txBody>
          </p:sp>
        </p:grpSp>
        <p:pic>
          <p:nvPicPr>
            <p:cNvPr id="1028" name="Picture 4" descr="Relat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1791" r="71623" b="50949"/>
            <a:stretch/>
          </p:blipFill>
          <p:spPr bwMode="auto">
            <a:xfrm>
              <a:off x="1255922" y="1254675"/>
              <a:ext cx="418641" cy="40887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476562" y="969724"/>
              <a:ext cx="2435282" cy="307777"/>
            </a:xfrm>
            <a:prstGeom prst="rect">
              <a:avLst/>
            </a:prstGeom>
            <a:noFill/>
          </p:spPr>
          <p:txBody>
            <a:bodyPr wrap="none" rtlCol="0">
              <a:spAutoFit/>
            </a:bodyPr>
            <a:lstStyle/>
            <a:p>
              <a:r>
                <a:rPr lang="en-IN" dirty="0">
                  <a:latin typeface="Open Sans" panose="020B0604020202020204" charset="0"/>
                  <a:ea typeface="Open Sans" panose="020B0604020202020204" charset="0"/>
                  <a:cs typeface="Open Sans" panose="020B0604020202020204" charset="0"/>
                </a:rPr>
                <a:t>Social networking websites</a:t>
              </a:r>
            </a:p>
          </p:txBody>
        </p:sp>
        <p:sp>
          <p:nvSpPr>
            <p:cNvPr id="41" name="TextBox 40"/>
            <p:cNvSpPr txBox="1"/>
            <p:nvPr/>
          </p:nvSpPr>
          <p:spPr>
            <a:xfrm>
              <a:off x="750906" y="3966107"/>
              <a:ext cx="2141933" cy="307777"/>
            </a:xfrm>
            <a:prstGeom prst="rect">
              <a:avLst/>
            </a:prstGeom>
            <a:noFill/>
          </p:spPr>
          <p:txBody>
            <a:bodyPr wrap="none" rtlCol="0">
              <a:spAutoFit/>
            </a:bodyPr>
            <a:lstStyle/>
            <a:p>
              <a:r>
                <a:rPr lang="en-IN" dirty="0">
                  <a:latin typeface="Open Sans" panose="020B0604020202020204" charset="0"/>
                  <a:ea typeface="Open Sans" panose="020B0604020202020204" charset="0"/>
                  <a:cs typeface="Open Sans" panose="020B0604020202020204" charset="0"/>
                </a:rPr>
                <a:t>Industrial management</a:t>
              </a:r>
            </a:p>
          </p:txBody>
        </p:sp>
        <p:sp>
          <p:nvSpPr>
            <p:cNvPr id="42" name="TextBox 41"/>
            <p:cNvSpPr txBox="1"/>
            <p:nvPr/>
          </p:nvSpPr>
          <p:spPr>
            <a:xfrm>
              <a:off x="4470157" y="3904290"/>
              <a:ext cx="2024913" cy="307777"/>
            </a:xfrm>
            <a:prstGeom prst="rect">
              <a:avLst/>
            </a:prstGeom>
            <a:noFill/>
          </p:spPr>
          <p:txBody>
            <a:bodyPr wrap="none" rtlCol="0">
              <a:spAutoFit/>
            </a:bodyPr>
            <a:lstStyle/>
            <a:p>
              <a:r>
                <a:rPr lang="en-IN" dirty="0">
                  <a:latin typeface="Open Sans" panose="020B0604020202020204" charset="0"/>
                  <a:ea typeface="Open Sans" panose="020B0604020202020204" charset="0"/>
                  <a:cs typeface="Open Sans" panose="020B0604020202020204" charset="0"/>
                </a:rPr>
                <a:t>Aviation management</a:t>
              </a:r>
            </a:p>
          </p:txBody>
        </p:sp>
        <p:sp>
          <p:nvSpPr>
            <p:cNvPr id="43" name="TextBox 42"/>
            <p:cNvSpPr txBox="1"/>
            <p:nvPr/>
          </p:nvSpPr>
          <p:spPr>
            <a:xfrm>
              <a:off x="5962284" y="2614012"/>
              <a:ext cx="1832553" cy="307777"/>
            </a:xfrm>
            <a:prstGeom prst="rect">
              <a:avLst/>
            </a:prstGeom>
            <a:noFill/>
          </p:spPr>
          <p:txBody>
            <a:bodyPr wrap="none" rtlCol="0">
              <a:spAutoFit/>
            </a:bodyPr>
            <a:lstStyle/>
            <a:p>
              <a:r>
                <a:rPr lang="en-IN" dirty="0">
                  <a:latin typeface="Open Sans" panose="020B0604020202020204" charset="0"/>
                  <a:ea typeface="Open Sans" panose="020B0604020202020204" charset="0"/>
                  <a:cs typeface="Open Sans" panose="020B0604020202020204" charset="0"/>
                </a:rPr>
                <a:t>Trade management</a:t>
              </a:r>
            </a:p>
          </p:txBody>
        </p:sp>
        <p:sp>
          <p:nvSpPr>
            <p:cNvPr id="44" name="TextBox 43"/>
            <p:cNvSpPr txBox="1"/>
            <p:nvPr/>
          </p:nvSpPr>
          <p:spPr>
            <a:xfrm>
              <a:off x="5586473" y="944478"/>
              <a:ext cx="1574470" cy="307777"/>
            </a:xfrm>
            <a:prstGeom prst="rect">
              <a:avLst/>
            </a:prstGeom>
            <a:noFill/>
          </p:spPr>
          <p:txBody>
            <a:bodyPr wrap="none" rtlCol="0">
              <a:spAutoFit/>
            </a:bodyPr>
            <a:lstStyle/>
            <a:p>
              <a:r>
                <a:rPr lang="en-IN" dirty="0">
                  <a:latin typeface="Open Sans" panose="020B0604020202020204" charset="0"/>
                  <a:ea typeface="Open Sans" panose="020B0604020202020204" charset="0"/>
                  <a:cs typeface="Open Sans" panose="020B0604020202020204" charset="0"/>
                </a:rPr>
                <a:t>Security systems</a:t>
              </a:r>
            </a:p>
          </p:txBody>
        </p:sp>
        <p:pic>
          <p:nvPicPr>
            <p:cNvPr id="45" name="Picture 4" descr="Relat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2183" r="2630" b="50402"/>
            <a:stretch/>
          </p:blipFill>
          <p:spPr bwMode="auto">
            <a:xfrm>
              <a:off x="1690717" y="1261994"/>
              <a:ext cx="396607" cy="413429"/>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 descr="Relat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1304" t="46850" r="2110" b="8213"/>
            <a:stretch/>
          </p:blipFill>
          <p:spPr bwMode="auto">
            <a:xfrm>
              <a:off x="2070414" y="1299523"/>
              <a:ext cx="418641" cy="374573"/>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 descr="Relat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26240" t="46411" r="49226" b="9164"/>
            <a:stretch/>
          </p:blipFill>
          <p:spPr bwMode="auto">
            <a:xfrm>
              <a:off x="2467021" y="1293244"/>
              <a:ext cx="386348" cy="37030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650469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666970" y="423540"/>
            <a:ext cx="6226747" cy="713430"/>
          </a:xfrm>
          <a:prstGeom prst="rect">
            <a:avLst/>
          </a:prstGeom>
        </p:spPr>
        <p:txBody>
          <a:bodyPr spcFirstLastPara="1" wrap="square" lIns="91425" tIns="91425" rIns="91425" bIns="91425" anchor="b" anchorCtr="0">
            <a:noAutofit/>
          </a:bodyPr>
          <a:lstStyle/>
          <a:p>
            <a:pPr lvl="0"/>
            <a:r>
              <a:rPr lang="en-IN" dirty="0"/>
              <a:t>Flat File Database (the simplest)</a:t>
            </a:r>
          </a:p>
        </p:txBody>
      </p:sp>
      <p:sp>
        <p:nvSpPr>
          <p:cNvPr id="96" name="Google Shape;96;p15"/>
          <p:cNvSpPr txBox="1">
            <a:spLocks noGrp="1"/>
          </p:cNvSpPr>
          <p:nvPr>
            <p:ph type="body" idx="1"/>
          </p:nvPr>
        </p:nvSpPr>
        <p:spPr>
          <a:xfrm>
            <a:off x="393385" y="1024421"/>
            <a:ext cx="7569004" cy="2004000"/>
          </a:xfrm>
          <a:prstGeom prst="rect">
            <a:avLst/>
          </a:prstGeom>
        </p:spPr>
        <p:txBody>
          <a:bodyPr spcFirstLastPara="1" wrap="square" lIns="91425" tIns="91425" rIns="91425" bIns="91425" anchor="t" anchorCtr="0">
            <a:noAutofit/>
          </a:bodyPr>
          <a:lstStyle/>
          <a:p>
            <a:pPr marL="400050" lvl="0" indent="-285750">
              <a:lnSpc>
                <a:spcPct val="113000"/>
              </a:lnSpc>
              <a:buSzPts val="1800"/>
              <a:buFont typeface="Wingdings" panose="05000000000000000000" pitchFamily="2" charset="2"/>
              <a:buChar char="§"/>
            </a:pPr>
            <a:r>
              <a:rPr lang="en-IN" sz="1600" dirty="0"/>
              <a:t>The simplest form of database is called a flat file. An example is a .csv file</a:t>
            </a:r>
          </a:p>
          <a:p>
            <a:pPr marL="400050" lvl="0" indent="-285750">
              <a:lnSpc>
                <a:spcPct val="113000"/>
              </a:lnSpc>
              <a:buSzPts val="1800"/>
              <a:buFont typeface="Wingdings" panose="05000000000000000000" pitchFamily="2" charset="2"/>
              <a:buChar char="§"/>
            </a:pPr>
            <a:r>
              <a:rPr lang="en-IN" sz="1600" dirty="0"/>
              <a:t>A flat file  database contains only </a:t>
            </a:r>
            <a:r>
              <a:rPr lang="en-IN" sz="1600" b="1" dirty="0"/>
              <a:t>a single table</a:t>
            </a:r>
            <a:r>
              <a:rPr lang="en-IN" sz="1600" dirty="0"/>
              <a:t>. For example: contact details, product details, etc. A table is a collection of related data and is made up of rows and columns. </a:t>
            </a:r>
          </a:p>
          <a:p>
            <a:pPr marL="400050" lvl="0" indent="-285750">
              <a:lnSpc>
                <a:spcPct val="113000"/>
              </a:lnSpc>
              <a:buSzPts val="1800"/>
              <a:buFont typeface="Wingdings" panose="05000000000000000000" pitchFamily="2" charset="2"/>
              <a:buChar char="§"/>
            </a:pPr>
            <a:r>
              <a:rPr lang="en-IN" sz="1600" dirty="0"/>
              <a:t>Each </a:t>
            </a:r>
            <a:r>
              <a:rPr lang="en-IN" sz="1600" b="1" dirty="0"/>
              <a:t>row</a:t>
            </a:r>
            <a:r>
              <a:rPr lang="en-IN" sz="1600" dirty="0"/>
              <a:t> represents a </a:t>
            </a:r>
            <a:r>
              <a:rPr lang="en-IN" sz="1600" b="1" dirty="0"/>
              <a:t>record</a:t>
            </a:r>
            <a:r>
              <a:rPr lang="en-IN" sz="1600" dirty="0"/>
              <a:t> in the database. A record holds specific items of data about someone of something</a:t>
            </a:r>
          </a:p>
          <a:p>
            <a:pPr marL="400050" lvl="0" indent="-285750">
              <a:lnSpc>
                <a:spcPct val="113000"/>
              </a:lnSpc>
              <a:buSzPts val="1800"/>
              <a:buFont typeface="Wingdings" panose="05000000000000000000" pitchFamily="2" charset="2"/>
              <a:buChar char="§"/>
            </a:pPr>
            <a:endParaRPr lang="en-IN" sz="1600" dirty="0"/>
          </a:p>
          <a:p>
            <a:pPr marL="400050" lvl="0" indent="-285750">
              <a:lnSpc>
                <a:spcPct val="113000"/>
              </a:lnSpc>
              <a:buSzPts val="1800"/>
              <a:buFont typeface="Wingdings" panose="05000000000000000000" pitchFamily="2" charset="2"/>
              <a:buChar char="§"/>
            </a:pPr>
            <a:endParaRPr lang="en-IN" sz="1600" dirty="0"/>
          </a:p>
          <a:p>
            <a:pPr marL="400050" lvl="0" indent="-285750">
              <a:lnSpc>
                <a:spcPct val="113000"/>
              </a:lnSpc>
              <a:buSzPts val="1800"/>
              <a:buFont typeface="Wingdings" panose="05000000000000000000" pitchFamily="2" charset="2"/>
              <a:buChar char="§"/>
            </a:pPr>
            <a:endParaRPr lang="en-IN" sz="1600" dirty="0"/>
          </a:p>
          <a:p>
            <a:pPr marL="400050" lvl="0" indent="-285750">
              <a:lnSpc>
                <a:spcPct val="113000"/>
              </a:lnSpc>
              <a:buSzPts val="1800"/>
              <a:buFont typeface="Wingdings" panose="05000000000000000000" pitchFamily="2" charset="2"/>
              <a:buChar char="§"/>
            </a:pPr>
            <a:endParaRPr lang="en-IN" sz="1600" dirty="0"/>
          </a:p>
          <a:p>
            <a:pPr marL="400050" lvl="0" indent="-285750">
              <a:lnSpc>
                <a:spcPct val="113000"/>
              </a:lnSpc>
              <a:buSzPts val="1800"/>
              <a:buFont typeface="Wingdings" panose="05000000000000000000" pitchFamily="2" charset="2"/>
              <a:buChar char="§"/>
            </a:pPr>
            <a:endParaRPr lang="en-IN" sz="1600" dirty="0"/>
          </a:p>
          <a:p>
            <a:pPr marL="400050" lvl="0" indent="-285750">
              <a:lnSpc>
                <a:spcPct val="113000"/>
              </a:lnSpc>
              <a:buSzPts val="1800"/>
              <a:buFont typeface="Wingdings" panose="05000000000000000000" pitchFamily="2" charset="2"/>
              <a:buChar char="§"/>
            </a:pPr>
            <a:endParaRPr lang="en-IN" sz="1600" dirty="0"/>
          </a:p>
          <a:p>
            <a:pPr marL="400050" lvl="0" indent="-285750">
              <a:lnSpc>
                <a:spcPct val="113000"/>
              </a:lnSpc>
              <a:buSzPts val="1800"/>
              <a:buFont typeface="Wingdings" panose="05000000000000000000" pitchFamily="2" charset="2"/>
              <a:buChar char="§"/>
            </a:pPr>
            <a:endParaRPr lang="en-IN" sz="1600" dirty="0"/>
          </a:p>
          <a:p>
            <a:pPr marL="20638" lvl="0" indent="0">
              <a:lnSpc>
                <a:spcPct val="113000"/>
              </a:lnSpc>
              <a:buSzPts val="1800"/>
              <a:buNone/>
            </a:pPr>
            <a:endParaRPr lang="en-IN" sz="1600" dirty="0"/>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7</a:t>
            </a:fld>
            <a:endParaRPr/>
          </a:p>
        </p:txBody>
      </p:sp>
      <p:grpSp>
        <p:nvGrpSpPr>
          <p:cNvPr id="10" name="Google Shape;71;p12"/>
          <p:cNvGrpSpPr/>
          <p:nvPr/>
        </p:nvGrpSpPr>
        <p:grpSpPr>
          <a:xfrm>
            <a:off x="7653100" y="323718"/>
            <a:ext cx="1097515" cy="913074"/>
            <a:chOff x="1926350" y="995225"/>
            <a:chExt cx="428650" cy="356600"/>
          </a:xfrm>
        </p:grpSpPr>
        <p:sp>
          <p:nvSpPr>
            <p:cNvPr id="11" name="Google Shape;72;p12"/>
            <p:cNvSpPr/>
            <p:nvPr/>
          </p:nvSpPr>
          <p:spPr>
            <a:xfrm>
              <a:off x="1926350" y="1298075"/>
              <a:ext cx="208225" cy="53750"/>
            </a:xfrm>
            <a:custGeom>
              <a:avLst/>
              <a:gdLst/>
              <a:ahLst/>
              <a:cxnLst/>
              <a:rect l="l" t="t" r="r" b="b"/>
              <a:pathLst>
                <a:path w="8329" h="2150" extrusionOk="0">
                  <a:moveTo>
                    <a:pt x="0" y="0"/>
                  </a:moveTo>
                  <a:lnTo>
                    <a:pt x="0" y="489"/>
                  </a:lnTo>
                  <a:lnTo>
                    <a:pt x="25" y="635"/>
                  </a:lnTo>
                  <a:lnTo>
                    <a:pt x="74" y="758"/>
                  </a:lnTo>
                  <a:lnTo>
                    <a:pt x="147" y="855"/>
                  </a:lnTo>
                  <a:lnTo>
                    <a:pt x="245" y="953"/>
                  </a:lnTo>
                  <a:lnTo>
                    <a:pt x="391" y="1026"/>
                  </a:lnTo>
                  <a:lnTo>
                    <a:pt x="562" y="1051"/>
                  </a:lnTo>
                  <a:lnTo>
                    <a:pt x="733" y="1026"/>
                  </a:lnTo>
                  <a:lnTo>
                    <a:pt x="1295" y="855"/>
                  </a:lnTo>
                  <a:lnTo>
                    <a:pt x="1661" y="782"/>
                  </a:lnTo>
                  <a:lnTo>
                    <a:pt x="2076" y="684"/>
                  </a:lnTo>
                  <a:lnTo>
                    <a:pt x="2540" y="611"/>
                  </a:lnTo>
                  <a:lnTo>
                    <a:pt x="3029" y="562"/>
                  </a:lnTo>
                  <a:lnTo>
                    <a:pt x="3591" y="513"/>
                  </a:lnTo>
                  <a:lnTo>
                    <a:pt x="4177" y="489"/>
                  </a:lnTo>
                  <a:lnTo>
                    <a:pt x="4616" y="513"/>
                  </a:lnTo>
                  <a:lnTo>
                    <a:pt x="5032" y="538"/>
                  </a:lnTo>
                  <a:lnTo>
                    <a:pt x="5422" y="611"/>
                  </a:lnTo>
                  <a:lnTo>
                    <a:pt x="5789" y="684"/>
                  </a:lnTo>
                  <a:lnTo>
                    <a:pt x="6131" y="782"/>
                  </a:lnTo>
                  <a:lnTo>
                    <a:pt x="6448" y="880"/>
                  </a:lnTo>
                  <a:lnTo>
                    <a:pt x="6717" y="1002"/>
                  </a:lnTo>
                  <a:lnTo>
                    <a:pt x="6985" y="1124"/>
                  </a:lnTo>
                  <a:lnTo>
                    <a:pt x="7205" y="1246"/>
                  </a:lnTo>
                  <a:lnTo>
                    <a:pt x="7425" y="1393"/>
                  </a:lnTo>
                  <a:lnTo>
                    <a:pt x="7791" y="1661"/>
                  </a:lnTo>
                  <a:lnTo>
                    <a:pt x="8084" y="1930"/>
                  </a:lnTo>
                  <a:lnTo>
                    <a:pt x="8329" y="2150"/>
                  </a:lnTo>
                  <a:lnTo>
                    <a:pt x="8329" y="1661"/>
                  </a:lnTo>
                  <a:lnTo>
                    <a:pt x="8084" y="1441"/>
                  </a:lnTo>
                  <a:lnTo>
                    <a:pt x="7791" y="1173"/>
                  </a:lnTo>
                  <a:lnTo>
                    <a:pt x="7425" y="904"/>
                  </a:lnTo>
                  <a:lnTo>
                    <a:pt x="7205" y="758"/>
                  </a:lnTo>
                  <a:lnTo>
                    <a:pt x="6985" y="635"/>
                  </a:lnTo>
                  <a:lnTo>
                    <a:pt x="6717" y="513"/>
                  </a:lnTo>
                  <a:lnTo>
                    <a:pt x="6448" y="391"/>
                  </a:lnTo>
                  <a:lnTo>
                    <a:pt x="6131" y="294"/>
                  </a:lnTo>
                  <a:lnTo>
                    <a:pt x="5789" y="196"/>
                  </a:lnTo>
                  <a:lnTo>
                    <a:pt x="5422" y="123"/>
                  </a:lnTo>
                  <a:lnTo>
                    <a:pt x="5032" y="49"/>
                  </a:lnTo>
                  <a:lnTo>
                    <a:pt x="4616" y="25"/>
                  </a:lnTo>
                  <a:lnTo>
                    <a:pt x="4177" y="0"/>
                  </a:lnTo>
                  <a:lnTo>
                    <a:pt x="3591" y="25"/>
                  </a:lnTo>
                  <a:lnTo>
                    <a:pt x="3029" y="74"/>
                  </a:lnTo>
                  <a:lnTo>
                    <a:pt x="2540" y="123"/>
                  </a:lnTo>
                  <a:lnTo>
                    <a:pt x="2076" y="196"/>
                  </a:lnTo>
                  <a:lnTo>
                    <a:pt x="1661" y="294"/>
                  </a:lnTo>
                  <a:lnTo>
                    <a:pt x="1295" y="367"/>
                  </a:lnTo>
                  <a:lnTo>
                    <a:pt x="733" y="538"/>
                  </a:lnTo>
                  <a:lnTo>
                    <a:pt x="562" y="562"/>
                  </a:lnTo>
                  <a:lnTo>
                    <a:pt x="391" y="538"/>
                  </a:lnTo>
                  <a:lnTo>
                    <a:pt x="245" y="465"/>
                  </a:lnTo>
                  <a:lnTo>
                    <a:pt x="147" y="367"/>
                  </a:lnTo>
                  <a:lnTo>
                    <a:pt x="74" y="269"/>
                  </a:lnTo>
                  <a:lnTo>
                    <a:pt x="25" y="147"/>
                  </a:lnTo>
                  <a:lnTo>
                    <a:pt x="0"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73;p12"/>
            <p:cNvSpPr/>
            <p:nvPr/>
          </p:nvSpPr>
          <p:spPr>
            <a:xfrm>
              <a:off x="2146775" y="1298075"/>
              <a:ext cx="208225" cy="53750"/>
            </a:xfrm>
            <a:custGeom>
              <a:avLst/>
              <a:gdLst/>
              <a:ahLst/>
              <a:cxnLst/>
              <a:rect l="l" t="t" r="r" b="b"/>
              <a:pathLst>
                <a:path w="8329" h="2150" extrusionOk="0">
                  <a:moveTo>
                    <a:pt x="4152" y="0"/>
                  </a:moveTo>
                  <a:lnTo>
                    <a:pt x="3712" y="25"/>
                  </a:lnTo>
                  <a:lnTo>
                    <a:pt x="3297" y="49"/>
                  </a:lnTo>
                  <a:lnTo>
                    <a:pt x="2907" y="123"/>
                  </a:lnTo>
                  <a:lnTo>
                    <a:pt x="2540" y="196"/>
                  </a:lnTo>
                  <a:lnTo>
                    <a:pt x="2198" y="294"/>
                  </a:lnTo>
                  <a:lnTo>
                    <a:pt x="1881" y="391"/>
                  </a:lnTo>
                  <a:lnTo>
                    <a:pt x="1612" y="513"/>
                  </a:lnTo>
                  <a:lnTo>
                    <a:pt x="1343" y="635"/>
                  </a:lnTo>
                  <a:lnTo>
                    <a:pt x="1124" y="758"/>
                  </a:lnTo>
                  <a:lnTo>
                    <a:pt x="904" y="904"/>
                  </a:lnTo>
                  <a:lnTo>
                    <a:pt x="537" y="1173"/>
                  </a:lnTo>
                  <a:lnTo>
                    <a:pt x="244" y="1441"/>
                  </a:lnTo>
                  <a:lnTo>
                    <a:pt x="0" y="1661"/>
                  </a:lnTo>
                  <a:lnTo>
                    <a:pt x="0" y="2150"/>
                  </a:lnTo>
                  <a:lnTo>
                    <a:pt x="244" y="1930"/>
                  </a:lnTo>
                  <a:lnTo>
                    <a:pt x="537" y="1661"/>
                  </a:lnTo>
                  <a:lnTo>
                    <a:pt x="904" y="1393"/>
                  </a:lnTo>
                  <a:lnTo>
                    <a:pt x="1124" y="1246"/>
                  </a:lnTo>
                  <a:lnTo>
                    <a:pt x="1343" y="1124"/>
                  </a:lnTo>
                  <a:lnTo>
                    <a:pt x="1612" y="1002"/>
                  </a:lnTo>
                  <a:lnTo>
                    <a:pt x="1881" y="880"/>
                  </a:lnTo>
                  <a:lnTo>
                    <a:pt x="2198" y="782"/>
                  </a:lnTo>
                  <a:lnTo>
                    <a:pt x="2540" y="684"/>
                  </a:lnTo>
                  <a:lnTo>
                    <a:pt x="2907" y="611"/>
                  </a:lnTo>
                  <a:lnTo>
                    <a:pt x="3297" y="538"/>
                  </a:lnTo>
                  <a:lnTo>
                    <a:pt x="3712" y="513"/>
                  </a:lnTo>
                  <a:lnTo>
                    <a:pt x="4152" y="489"/>
                  </a:lnTo>
                  <a:lnTo>
                    <a:pt x="4738" y="513"/>
                  </a:lnTo>
                  <a:lnTo>
                    <a:pt x="5300" y="562"/>
                  </a:lnTo>
                  <a:lnTo>
                    <a:pt x="5788" y="611"/>
                  </a:lnTo>
                  <a:lnTo>
                    <a:pt x="6252" y="684"/>
                  </a:lnTo>
                  <a:lnTo>
                    <a:pt x="6668" y="782"/>
                  </a:lnTo>
                  <a:lnTo>
                    <a:pt x="7034" y="855"/>
                  </a:lnTo>
                  <a:lnTo>
                    <a:pt x="7596" y="1026"/>
                  </a:lnTo>
                  <a:lnTo>
                    <a:pt x="7767" y="1051"/>
                  </a:lnTo>
                  <a:lnTo>
                    <a:pt x="7938" y="1026"/>
                  </a:lnTo>
                  <a:lnTo>
                    <a:pt x="8084" y="953"/>
                  </a:lnTo>
                  <a:lnTo>
                    <a:pt x="8182" y="855"/>
                  </a:lnTo>
                  <a:lnTo>
                    <a:pt x="8255" y="758"/>
                  </a:lnTo>
                  <a:lnTo>
                    <a:pt x="8304" y="635"/>
                  </a:lnTo>
                  <a:lnTo>
                    <a:pt x="8328" y="489"/>
                  </a:lnTo>
                  <a:lnTo>
                    <a:pt x="8328" y="0"/>
                  </a:lnTo>
                  <a:lnTo>
                    <a:pt x="8304" y="147"/>
                  </a:lnTo>
                  <a:lnTo>
                    <a:pt x="8255" y="269"/>
                  </a:lnTo>
                  <a:lnTo>
                    <a:pt x="8182" y="367"/>
                  </a:lnTo>
                  <a:lnTo>
                    <a:pt x="8084" y="465"/>
                  </a:lnTo>
                  <a:lnTo>
                    <a:pt x="7938" y="538"/>
                  </a:lnTo>
                  <a:lnTo>
                    <a:pt x="7767" y="562"/>
                  </a:lnTo>
                  <a:lnTo>
                    <a:pt x="7596" y="538"/>
                  </a:lnTo>
                  <a:lnTo>
                    <a:pt x="7034" y="367"/>
                  </a:lnTo>
                  <a:lnTo>
                    <a:pt x="6668" y="294"/>
                  </a:lnTo>
                  <a:lnTo>
                    <a:pt x="6252" y="196"/>
                  </a:lnTo>
                  <a:lnTo>
                    <a:pt x="5788" y="123"/>
                  </a:lnTo>
                  <a:lnTo>
                    <a:pt x="5300" y="74"/>
                  </a:lnTo>
                  <a:lnTo>
                    <a:pt x="4738" y="25"/>
                  </a:lnTo>
                  <a:lnTo>
                    <a:pt x="4152"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74;p12"/>
            <p:cNvSpPr/>
            <p:nvPr/>
          </p:nvSpPr>
          <p:spPr>
            <a:xfrm>
              <a:off x="1926350" y="995225"/>
              <a:ext cx="208225" cy="332175"/>
            </a:xfrm>
            <a:custGeom>
              <a:avLst/>
              <a:gdLst/>
              <a:ahLst/>
              <a:cxnLst/>
              <a:rect l="l" t="t" r="r" b="b"/>
              <a:pathLst>
                <a:path w="8329" h="13287" extrusionOk="0">
                  <a:moveTo>
                    <a:pt x="4177" y="1"/>
                  </a:moveTo>
                  <a:lnTo>
                    <a:pt x="3591" y="25"/>
                  </a:lnTo>
                  <a:lnTo>
                    <a:pt x="3029" y="74"/>
                  </a:lnTo>
                  <a:lnTo>
                    <a:pt x="2467" y="196"/>
                  </a:lnTo>
                  <a:lnTo>
                    <a:pt x="1905" y="343"/>
                  </a:lnTo>
                  <a:lnTo>
                    <a:pt x="1393" y="538"/>
                  </a:lnTo>
                  <a:lnTo>
                    <a:pt x="929" y="758"/>
                  </a:lnTo>
                  <a:lnTo>
                    <a:pt x="513" y="978"/>
                  </a:lnTo>
                  <a:lnTo>
                    <a:pt x="342" y="1124"/>
                  </a:lnTo>
                  <a:lnTo>
                    <a:pt x="196" y="1246"/>
                  </a:lnTo>
                  <a:lnTo>
                    <a:pt x="123" y="1319"/>
                  </a:lnTo>
                  <a:lnTo>
                    <a:pt x="49" y="1442"/>
                  </a:lnTo>
                  <a:lnTo>
                    <a:pt x="25" y="1539"/>
                  </a:lnTo>
                  <a:lnTo>
                    <a:pt x="0" y="1661"/>
                  </a:lnTo>
                  <a:lnTo>
                    <a:pt x="0" y="11626"/>
                  </a:lnTo>
                  <a:lnTo>
                    <a:pt x="25" y="11773"/>
                  </a:lnTo>
                  <a:lnTo>
                    <a:pt x="74" y="11895"/>
                  </a:lnTo>
                  <a:lnTo>
                    <a:pt x="147" y="11992"/>
                  </a:lnTo>
                  <a:lnTo>
                    <a:pt x="245" y="12090"/>
                  </a:lnTo>
                  <a:lnTo>
                    <a:pt x="391" y="12163"/>
                  </a:lnTo>
                  <a:lnTo>
                    <a:pt x="562" y="12188"/>
                  </a:lnTo>
                  <a:lnTo>
                    <a:pt x="733" y="12163"/>
                  </a:lnTo>
                  <a:lnTo>
                    <a:pt x="1295" y="11992"/>
                  </a:lnTo>
                  <a:lnTo>
                    <a:pt x="1661" y="11919"/>
                  </a:lnTo>
                  <a:lnTo>
                    <a:pt x="2076" y="11821"/>
                  </a:lnTo>
                  <a:lnTo>
                    <a:pt x="2540" y="11748"/>
                  </a:lnTo>
                  <a:lnTo>
                    <a:pt x="3029" y="11699"/>
                  </a:lnTo>
                  <a:lnTo>
                    <a:pt x="3591" y="11650"/>
                  </a:lnTo>
                  <a:lnTo>
                    <a:pt x="4177" y="11626"/>
                  </a:lnTo>
                  <a:lnTo>
                    <a:pt x="4616" y="11650"/>
                  </a:lnTo>
                  <a:lnTo>
                    <a:pt x="5032" y="11675"/>
                  </a:lnTo>
                  <a:lnTo>
                    <a:pt x="5422" y="11748"/>
                  </a:lnTo>
                  <a:lnTo>
                    <a:pt x="5789" y="11821"/>
                  </a:lnTo>
                  <a:lnTo>
                    <a:pt x="6131" y="11919"/>
                  </a:lnTo>
                  <a:lnTo>
                    <a:pt x="6448" y="12017"/>
                  </a:lnTo>
                  <a:lnTo>
                    <a:pt x="6717" y="12139"/>
                  </a:lnTo>
                  <a:lnTo>
                    <a:pt x="6985" y="12261"/>
                  </a:lnTo>
                  <a:lnTo>
                    <a:pt x="7205" y="12383"/>
                  </a:lnTo>
                  <a:lnTo>
                    <a:pt x="7425" y="12530"/>
                  </a:lnTo>
                  <a:lnTo>
                    <a:pt x="7791" y="12798"/>
                  </a:lnTo>
                  <a:lnTo>
                    <a:pt x="8084" y="13067"/>
                  </a:lnTo>
                  <a:lnTo>
                    <a:pt x="8329" y="13287"/>
                  </a:lnTo>
                  <a:lnTo>
                    <a:pt x="8329" y="2199"/>
                  </a:lnTo>
                  <a:lnTo>
                    <a:pt x="8329" y="2101"/>
                  </a:lnTo>
                  <a:lnTo>
                    <a:pt x="8280" y="1979"/>
                  </a:lnTo>
                  <a:lnTo>
                    <a:pt x="8231" y="1881"/>
                  </a:lnTo>
                  <a:lnTo>
                    <a:pt x="8158" y="1808"/>
                  </a:lnTo>
                  <a:lnTo>
                    <a:pt x="8036" y="1686"/>
                  </a:lnTo>
                  <a:lnTo>
                    <a:pt x="7767" y="1442"/>
                  </a:lnTo>
                  <a:lnTo>
                    <a:pt x="7449" y="1173"/>
                  </a:lnTo>
                  <a:lnTo>
                    <a:pt x="7083" y="904"/>
                  </a:lnTo>
                  <a:lnTo>
                    <a:pt x="6644" y="611"/>
                  </a:lnTo>
                  <a:lnTo>
                    <a:pt x="6375" y="489"/>
                  </a:lnTo>
                  <a:lnTo>
                    <a:pt x="6131" y="367"/>
                  </a:lnTo>
                  <a:lnTo>
                    <a:pt x="5838" y="269"/>
                  </a:lnTo>
                  <a:lnTo>
                    <a:pt x="5544" y="172"/>
                  </a:lnTo>
                  <a:lnTo>
                    <a:pt x="5227" y="98"/>
                  </a:lnTo>
                  <a:lnTo>
                    <a:pt x="4885" y="49"/>
                  </a:lnTo>
                  <a:lnTo>
                    <a:pt x="4543"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75;p12"/>
            <p:cNvSpPr/>
            <p:nvPr/>
          </p:nvSpPr>
          <p:spPr>
            <a:xfrm>
              <a:off x="2146775" y="995225"/>
              <a:ext cx="208225" cy="332175"/>
            </a:xfrm>
            <a:custGeom>
              <a:avLst/>
              <a:gdLst/>
              <a:ahLst/>
              <a:cxnLst/>
              <a:rect l="l" t="t" r="r" b="b"/>
              <a:pathLst>
                <a:path w="8329" h="13287" extrusionOk="0">
                  <a:moveTo>
                    <a:pt x="3786" y="1"/>
                  </a:moveTo>
                  <a:lnTo>
                    <a:pt x="3444" y="49"/>
                  </a:lnTo>
                  <a:lnTo>
                    <a:pt x="3102" y="98"/>
                  </a:lnTo>
                  <a:lnTo>
                    <a:pt x="2784" y="172"/>
                  </a:lnTo>
                  <a:lnTo>
                    <a:pt x="2491" y="269"/>
                  </a:lnTo>
                  <a:lnTo>
                    <a:pt x="2198" y="367"/>
                  </a:lnTo>
                  <a:lnTo>
                    <a:pt x="1954" y="489"/>
                  </a:lnTo>
                  <a:lnTo>
                    <a:pt x="1685" y="611"/>
                  </a:lnTo>
                  <a:lnTo>
                    <a:pt x="1246" y="904"/>
                  </a:lnTo>
                  <a:lnTo>
                    <a:pt x="879" y="1173"/>
                  </a:lnTo>
                  <a:lnTo>
                    <a:pt x="562" y="1442"/>
                  </a:lnTo>
                  <a:lnTo>
                    <a:pt x="293" y="1686"/>
                  </a:lnTo>
                  <a:lnTo>
                    <a:pt x="171" y="1808"/>
                  </a:lnTo>
                  <a:lnTo>
                    <a:pt x="98" y="1881"/>
                  </a:lnTo>
                  <a:lnTo>
                    <a:pt x="49" y="1979"/>
                  </a:lnTo>
                  <a:lnTo>
                    <a:pt x="0" y="2101"/>
                  </a:lnTo>
                  <a:lnTo>
                    <a:pt x="0" y="2199"/>
                  </a:lnTo>
                  <a:lnTo>
                    <a:pt x="0" y="13287"/>
                  </a:lnTo>
                  <a:lnTo>
                    <a:pt x="244" y="13067"/>
                  </a:lnTo>
                  <a:lnTo>
                    <a:pt x="537" y="12798"/>
                  </a:lnTo>
                  <a:lnTo>
                    <a:pt x="904" y="12530"/>
                  </a:lnTo>
                  <a:lnTo>
                    <a:pt x="1124" y="12383"/>
                  </a:lnTo>
                  <a:lnTo>
                    <a:pt x="1343" y="12261"/>
                  </a:lnTo>
                  <a:lnTo>
                    <a:pt x="1612" y="12139"/>
                  </a:lnTo>
                  <a:lnTo>
                    <a:pt x="1881" y="12017"/>
                  </a:lnTo>
                  <a:lnTo>
                    <a:pt x="2198" y="11919"/>
                  </a:lnTo>
                  <a:lnTo>
                    <a:pt x="2540" y="11821"/>
                  </a:lnTo>
                  <a:lnTo>
                    <a:pt x="2907" y="11748"/>
                  </a:lnTo>
                  <a:lnTo>
                    <a:pt x="3297" y="11675"/>
                  </a:lnTo>
                  <a:lnTo>
                    <a:pt x="3712" y="11650"/>
                  </a:lnTo>
                  <a:lnTo>
                    <a:pt x="4152" y="11626"/>
                  </a:lnTo>
                  <a:lnTo>
                    <a:pt x="4738" y="11650"/>
                  </a:lnTo>
                  <a:lnTo>
                    <a:pt x="5300" y="11699"/>
                  </a:lnTo>
                  <a:lnTo>
                    <a:pt x="5788" y="11748"/>
                  </a:lnTo>
                  <a:lnTo>
                    <a:pt x="6252" y="11821"/>
                  </a:lnTo>
                  <a:lnTo>
                    <a:pt x="6668" y="11919"/>
                  </a:lnTo>
                  <a:lnTo>
                    <a:pt x="7034" y="11992"/>
                  </a:lnTo>
                  <a:lnTo>
                    <a:pt x="7596" y="12163"/>
                  </a:lnTo>
                  <a:lnTo>
                    <a:pt x="7767" y="12188"/>
                  </a:lnTo>
                  <a:lnTo>
                    <a:pt x="7938" y="12163"/>
                  </a:lnTo>
                  <a:lnTo>
                    <a:pt x="8084" y="12090"/>
                  </a:lnTo>
                  <a:lnTo>
                    <a:pt x="8182" y="11992"/>
                  </a:lnTo>
                  <a:lnTo>
                    <a:pt x="8255" y="11895"/>
                  </a:lnTo>
                  <a:lnTo>
                    <a:pt x="8304" y="11773"/>
                  </a:lnTo>
                  <a:lnTo>
                    <a:pt x="8328" y="11626"/>
                  </a:lnTo>
                  <a:lnTo>
                    <a:pt x="8328" y="1661"/>
                  </a:lnTo>
                  <a:lnTo>
                    <a:pt x="8304" y="1539"/>
                  </a:lnTo>
                  <a:lnTo>
                    <a:pt x="8280" y="1442"/>
                  </a:lnTo>
                  <a:lnTo>
                    <a:pt x="8206" y="1319"/>
                  </a:lnTo>
                  <a:lnTo>
                    <a:pt x="8133" y="1246"/>
                  </a:lnTo>
                  <a:lnTo>
                    <a:pt x="7987" y="1124"/>
                  </a:lnTo>
                  <a:lnTo>
                    <a:pt x="7816" y="978"/>
                  </a:lnTo>
                  <a:lnTo>
                    <a:pt x="7400" y="758"/>
                  </a:lnTo>
                  <a:lnTo>
                    <a:pt x="6936" y="538"/>
                  </a:lnTo>
                  <a:lnTo>
                    <a:pt x="6423" y="343"/>
                  </a:lnTo>
                  <a:lnTo>
                    <a:pt x="5862" y="196"/>
                  </a:lnTo>
                  <a:lnTo>
                    <a:pt x="5300" y="74"/>
                  </a:lnTo>
                  <a:lnTo>
                    <a:pt x="4738" y="25"/>
                  </a:lnTo>
                  <a:lnTo>
                    <a:pt x="4152"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0A438E18-076B-6417-38B4-464CA9BA3F36}"/>
              </a:ext>
            </a:extLst>
          </p:cNvPr>
          <p:cNvPicPr>
            <a:picLocks noChangeAspect="1"/>
          </p:cNvPicPr>
          <p:nvPr/>
        </p:nvPicPr>
        <p:blipFill>
          <a:blip r:embed="rId3"/>
          <a:stretch>
            <a:fillRect/>
          </a:stretch>
        </p:blipFill>
        <p:spPr>
          <a:xfrm>
            <a:off x="1689480" y="3470930"/>
            <a:ext cx="5361401" cy="1249030"/>
          </a:xfrm>
          <a:prstGeom prst="rect">
            <a:avLst/>
          </a:prstGeom>
        </p:spPr>
      </p:pic>
    </p:spTree>
    <p:extLst>
      <p:ext uri="{BB962C8B-B14F-4D97-AF65-F5344CB8AC3E}">
        <p14:creationId xmlns:p14="http://schemas.microsoft.com/office/powerpoint/2010/main" val="3114108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859853" y="1227253"/>
            <a:ext cx="5092200" cy="713430"/>
          </a:xfrm>
          <a:prstGeom prst="rect">
            <a:avLst/>
          </a:prstGeom>
        </p:spPr>
        <p:txBody>
          <a:bodyPr spcFirstLastPara="1" wrap="square" lIns="91425" tIns="91425" rIns="91425" bIns="91425" anchor="b" anchorCtr="0">
            <a:noAutofit/>
          </a:bodyPr>
          <a:lstStyle/>
          <a:p>
            <a:pPr lvl="0"/>
            <a:r>
              <a:rPr lang="en-IN" dirty="0"/>
              <a:t>Structure of a table: Example</a:t>
            </a:r>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8</a:t>
            </a:fld>
            <a:endParaRPr/>
          </a:p>
        </p:txBody>
      </p:sp>
      <p:graphicFrame>
        <p:nvGraphicFramePr>
          <p:cNvPr id="10" name="Google Shape;73;p10"/>
          <p:cNvGraphicFramePr/>
          <p:nvPr>
            <p:extLst>
              <p:ext uri="{D42A27DB-BD31-4B8C-83A1-F6EECF244321}">
                <p14:modId xmlns:p14="http://schemas.microsoft.com/office/powerpoint/2010/main" val="790745193"/>
              </p:ext>
            </p:extLst>
          </p:nvPr>
        </p:nvGraphicFramePr>
        <p:xfrm>
          <a:off x="1155583" y="2330111"/>
          <a:ext cx="6723418" cy="1970622"/>
        </p:xfrm>
        <a:graphic>
          <a:graphicData uri="http://schemas.openxmlformats.org/drawingml/2006/table">
            <a:tbl>
              <a:tblPr>
                <a:noFill/>
              </a:tblPr>
              <a:tblGrid>
                <a:gridCol w="1073674">
                  <a:extLst>
                    <a:ext uri="{9D8B030D-6E8A-4147-A177-3AD203B41FA5}">
                      <a16:colId xmlns:a16="http://schemas.microsoft.com/office/drawing/2014/main" val="20000"/>
                    </a:ext>
                  </a:extLst>
                </a:gridCol>
                <a:gridCol w="847303">
                  <a:extLst>
                    <a:ext uri="{9D8B030D-6E8A-4147-A177-3AD203B41FA5}">
                      <a16:colId xmlns:a16="http://schemas.microsoft.com/office/drawing/2014/main" val="20001"/>
                    </a:ext>
                  </a:extLst>
                </a:gridCol>
                <a:gridCol w="960488">
                  <a:extLst>
                    <a:ext uri="{9D8B030D-6E8A-4147-A177-3AD203B41FA5}">
                      <a16:colId xmlns:a16="http://schemas.microsoft.com/office/drawing/2014/main" val="20002"/>
                    </a:ext>
                  </a:extLst>
                </a:gridCol>
                <a:gridCol w="960488">
                  <a:extLst>
                    <a:ext uri="{9D8B030D-6E8A-4147-A177-3AD203B41FA5}">
                      <a16:colId xmlns:a16="http://schemas.microsoft.com/office/drawing/2014/main" val="20003"/>
                    </a:ext>
                  </a:extLst>
                </a:gridCol>
                <a:gridCol w="1307402">
                  <a:extLst>
                    <a:ext uri="{9D8B030D-6E8A-4147-A177-3AD203B41FA5}">
                      <a16:colId xmlns:a16="http://schemas.microsoft.com/office/drawing/2014/main" val="2331352139"/>
                    </a:ext>
                  </a:extLst>
                </a:gridCol>
                <a:gridCol w="803149">
                  <a:extLst>
                    <a:ext uri="{9D8B030D-6E8A-4147-A177-3AD203B41FA5}">
                      <a16:colId xmlns:a16="http://schemas.microsoft.com/office/drawing/2014/main" val="3375644999"/>
                    </a:ext>
                  </a:extLst>
                </a:gridCol>
                <a:gridCol w="770914">
                  <a:extLst>
                    <a:ext uri="{9D8B030D-6E8A-4147-A177-3AD203B41FA5}">
                      <a16:colId xmlns:a16="http://schemas.microsoft.com/office/drawing/2014/main" val="1933077744"/>
                    </a:ext>
                  </a:extLst>
                </a:gridCol>
              </a:tblGrid>
              <a:tr h="1135584">
                <a:tc>
                  <a:txBody>
                    <a:bodyPr/>
                    <a:lstStyle/>
                    <a:p>
                      <a:pPr algn="just">
                        <a:lnSpc>
                          <a:spcPct val="115000"/>
                        </a:lnSpc>
                        <a:spcAft>
                          <a:spcPts val="1000"/>
                        </a:spcAft>
                      </a:pPr>
                      <a:r>
                        <a:rPr lang="en-IN" sz="1600" dirty="0">
                          <a:solidFill>
                            <a:schemeClr val="tx1"/>
                          </a:solidFill>
                          <a:effectLst/>
                          <a:latin typeface="Open Sans" panose="020B0604020202020204" charset="0"/>
                          <a:ea typeface="Open Sans" panose="020B0604020202020204" charset="0"/>
                          <a:cs typeface="Open Sans" panose="020B0604020202020204" charset="0"/>
                        </a:rPr>
                        <a:t>Employee number </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algn="just">
                        <a:lnSpc>
                          <a:spcPct val="115000"/>
                        </a:lnSpc>
                        <a:spcAft>
                          <a:spcPts val="1000"/>
                        </a:spcAft>
                      </a:pPr>
                      <a:r>
                        <a:rPr lang="en-IN" sz="1600">
                          <a:solidFill>
                            <a:schemeClr val="tx1"/>
                          </a:solidFill>
                          <a:effectLst/>
                          <a:latin typeface="Open Sans" panose="020B0604020202020204" charset="0"/>
                          <a:ea typeface="Open Sans" panose="020B0604020202020204" charset="0"/>
                          <a:cs typeface="Open Sans" panose="020B0604020202020204" charset="0"/>
                        </a:rPr>
                        <a:t>Name </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algn="just">
                        <a:lnSpc>
                          <a:spcPct val="115000"/>
                        </a:lnSpc>
                        <a:spcAft>
                          <a:spcPts val="1000"/>
                        </a:spcAft>
                      </a:pPr>
                      <a:r>
                        <a:rPr lang="en-IN" sz="1600" dirty="0">
                          <a:solidFill>
                            <a:schemeClr val="tx1"/>
                          </a:solidFill>
                          <a:effectLst/>
                          <a:latin typeface="Open Sans" panose="020B0604020202020204" charset="0"/>
                          <a:ea typeface="Open Sans" panose="020B0604020202020204" charset="0"/>
                          <a:cs typeface="Open Sans" panose="020B0604020202020204" charset="0"/>
                        </a:rPr>
                        <a:t>Gender  </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algn="just">
                        <a:lnSpc>
                          <a:spcPct val="115000"/>
                        </a:lnSpc>
                        <a:spcAft>
                          <a:spcPts val="1000"/>
                        </a:spcAft>
                      </a:pPr>
                      <a:r>
                        <a:rPr lang="en-IN" sz="1600" dirty="0">
                          <a:solidFill>
                            <a:schemeClr val="tx1"/>
                          </a:solidFill>
                          <a:effectLst/>
                          <a:latin typeface="Open Sans" panose="020B0604020202020204" charset="0"/>
                          <a:ea typeface="Open Sans" panose="020B0604020202020204" charset="0"/>
                          <a:cs typeface="Open Sans" panose="020B0604020202020204" charset="0"/>
                        </a:rPr>
                        <a:t>Date of birth</a:t>
                      </a:r>
                    </a:p>
                  </a:txBody>
                  <a:tcPr marL="68580" marR="68580" marT="0" marB="0">
                    <a:lnL w="9525" cap="flat" cmpd="sng">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algn="just">
                        <a:lnSpc>
                          <a:spcPct val="115000"/>
                        </a:lnSpc>
                        <a:spcAft>
                          <a:spcPts val="1000"/>
                        </a:spcAft>
                      </a:pPr>
                      <a:r>
                        <a:rPr lang="en-IN" sz="1600" dirty="0">
                          <a:solidFill>
                            <a:schemeClr val="tx1"/>
                          </a:solidFill>
                          <a:effectLst/>
                          <a:latin typeface="Open Sans" panose="020B0604020202020204" charset="0"/>
                          <a:ea typeface="Open Sans" panose="020B0604020202020204" charset="0"/>
                          <a:cs typeface="Open Sans" panose="020B0604020202020204" charset="0"/>
                        </a:rPr>
                        <a:t>Department</a:t>
                      </a:r>
                    </a:p>
                  </a:txBody>
                  <a:tcPr marL="68580" marR="68580" marT="0" marB="0">
                    <a:lnL w="9525" cap="flat" cmpd="sng">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tc>
                  <a:txBody>
                    <a:bodyPr/>
                    <a:lstStyle/>
                    <a:p>
                      <a:pPr algn="just">
                        <a:lnSpc>
                          <a:spcPct val="115000"/>
                        </a:lnSpc>
                        <a:spcAft>
                          <a:spcPts val="1000"/>
                        </a:spcAft>
                      </a:pPr>
                      <a:r>
                        <a:rPr lang="en-IN" sz="1600" dirty="0">
                          <a:solidFill>
                            <a:schemeClr val="tx1"/>
                          </a:solidFill>
                          <a:effectLst/>
                          <a:latin typeface="Open Sans" panose="020B0604020202020204" charset="0"/>
                          <a:ea typeface="Open Sans" panose="020B0604020202020204" charset="0"/>
                          <a:cs typeface="Open Sans" panose="020B0604020202020204" charset="0"/>
                        </a:rPr>
                        <a:t>Date of joining</a:t>
                      </a:r>
                    </a:p>
                  </a:txBody>
                  <a:tcPr marL="68580" marR="68580" marT="0" marB="0">
                    <a:lnL w="9525" cap="flat" cmpd="sng">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tc>
                  <a:txBody>
                    <a:bodyPr/>
                    <a:lstStyle/>
                    <a:p>
                      <a:pPr algn="just">
                        <a:lnSpc>
                          <a:spcPct val="115000"/>
                        </a:lnSpc>
                        <a:spcAft>
                          <a:spcPts val="1000"/>
                        </a:spcAft>
                      </a:pPr>
                      <a:r>
                        <a:rPr lang="en-IN" sz="1600" dirty="0">
                          <a:solidFill>
                            <a:schemeClr val="tx1"/>
                          </a:solidFill>
                          <a:effectLst/>
                          <a:latin typeface="Open Sans" panose="020B0604020202020204" charset="0"/>
                          <a:ea typeface="Open Sans" panose="020B0604020202020204" charset="0"/>
                          <a:cs typeface="Open Sans" panose="020B0604020202020204" charset="0"/>
                        </a:rPr>
                        <a:t>Salary</a:t>
                      </a:r>
                    </a:p>
                  </a:txBody>
                  <a:tcPr marL="68580" marR="68580" marT="0" marB="0">
                    <a:lnL w="9525" cap="flat" cmpd="sng">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extLst>
                  <a:ext uri="{0D108BD9-81ED-4DB2-BD59-A6C34878D82A}">
                    <a16:rowId xmlns:a16="http://schemas.microsoft.com/office/drawing/2014/main" val="10000"/>
                  </a:ext>
                </a:extLst>
              </a:tr>
              <a:tr h="417519">
                <a:tc>
                  <a:txBody>
                    <a:bodyPr/>
                    <a:lstStyle/>
                    <a:p>
                      <a:pPr algn="just">
                        <a:lnSpc>
                          <a:spcPct val="115000"/>
                        </a:lnSpc>
                        <a:spcAft>
                          <a:spcPts val="1000"/>
                        </a:spcAft>
                      </a:pPr>
                      <a:r>
                        <a:rPr lang="en-IN" sz="1600">
                          <a:solidFill>
                            <a:schemeClr val="tx1"/>
                          </a:solidFill>
                          <a:effectLst/>
                          <a:latin typeface="Open Sans" panose="020B0604020202020204" charset="0"/>
                          <a:ea typeface="Open Sans" panose="020B0604020202020204" charset="0"/>
                          <a:cs typeface="Open Sans" panose="020B0604020202020204" charset="0"/>
                        </a:rPr>
                        <a:t>Record 1</a:t>
                      </a: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algn="just">
                        <a:lnSpc>
                          <a:spcPct val="115000"/>
                        </a:lnSpc>
                        <a:spcAft>
                          <a:spcPts val="1000"/>
                        </a:spcAft>
                      </a:pPr>
                      <a:endParaRPr lang="en-IN" sz="1600" dirty="0">
                        <a:solidFill>
                          <a:schemeClr val="tx1"/>
                        </a:solidFill>
                        <a:effectLst/>
                        <a:latin typeface="Open Sans" panose="020B0604020202020204" charset="0"/>
                        <a:ea typeface="Open Sans" panose="020B0604020202020204" charset="0"/>
                        <a:cs typeface="Open Sans" panose="020B0604020202020204" charset="0"/>
                      </a:endParaRP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tc>
                  <a:txBody>
                    <a:bodyPr/>
                    <a:lstStyle/>
                    <a:p>
                      <a:pPr algn="just">
                        <a:lnSpc>
                          <a:spcPct val="115000"/>
                        </a:lnSpc>
                        <a:spcAft>
                          <a:spcPts val="1000"/>
                        </a:spcAft>
                      </a:pPr>
                      <a:endParaRPr lang="en-IN" sz="1600" dirty="0">
                        <a:solidFill>
                          <a:schemeClr val="tx1"/>
                        </a:solidFill>
                        <a:effectLst/>
                        <a:latin typeface="Open Sans" panose="020B0604020202020204" charset="0"/>
                        <a:ea typeface="Open Sans" panose="020B0604020202020204" charset="0"/>
                        <a:cs typeface="Open Sans" panose="020B0604020202020204" charset="0"/>
                      </a:endParaRP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tc>
                  <a:txBody>
                    <a:bodyPr/>
                    <a:lstStyle/>
                    <a:p>
                      <a:pPr algn="just">
                        <a:lnSpc>
                          <a:spcPct val="115000"/>
                        </a:lnSpc>
                        <a:spcAft>
                          <a:spcPts val="1000"/>
                        </a:spcAft>
                      </a:pPr>
                      <a:endParaRPr lang="en-IN" sz="1600" dirty="0">
                        <a:solidFill>
                          <a:schemeClr val="tx1"/>
                        </a:solidFill>
                        <a:effectLst/>
                        <a:latin typeface="Open Sans" panose="020B0604020202020204" charset="0"/>
                        <a:ea typeface="Open Sans" panose="020B0604020202020204" charset="0"/>
                        <a:cs typeface="Open Sans" panose="020B0604020202020204" charset="0"/>
                      </a:endParaRPr>
                    </a:p>
                  </a:txBody>
                  <a:tcPr marL="68580" marR="68580" marT="0" marB="0" anchor="ctr">
                    <a:lnL w="9525" cap="flat" cmpd="sng">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tc>
                  <a:txBody>
                    <a:bodyPr/>
                    <a:lstStyle/>
                    <a:p>
                      <a:pPr algn="just">
                        <a:lnSpc>
                          <a:spcPct val="115000"/>
                        </a:lnSpc>
                        <a:spcAft>
                          <a:spcPts val="1000"/>
                        </a:spcAft>
                      </a:pPr>
                      <a:endParaRPr lang="en-IN" sz="1600" dirty="0">
                        <a:solidFill>
                          <a:schemeClr val="tx1"/>
                        </a:solidFill>
                        <a:effectLst/>
                        <a:latin typeface="Open Sans" panose="020B0604020202020204" charset="0"/>
                        <a:ea typeface="Open Sans" panose="020B0604020202020204" charset="0"/>
                        <a:cs typeface="Open Sans" panose="020B0604020202020204" charset="0"/>
                      </a:endParaRPr>
                    </a:p>
                  </a:txBody>
                  <a:tcPr marL="68580" marR="68580" marT="0" marB="0" anchor="ctr">
                    <a:lnL w="9525" cap="flat" cmpd="sng">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tc>
                  <a:txBody>
                    <a:bodyPr/>
                    <a:lstStyle/>
                    <a:p>
                      <a:pPr algn="just">
                        <a:lnSpc>
                          <a:spcPct val="115000"/>
                        </a:lnSpc>
                        <a:spcAft>
                          <a:spcPts val="1000"/>
                        </a:spcAft>
                      </a:pPr>
                      <a:endParaRPr lang="en-IN" sz="1600" dirty="0">
                        <a:solidFill>
                          <a:schemeClr val="tx1"/>
                        </a:solidFill>
                        <a:effectLst/>
                        <a:latin typeface="Open Sans" panose="020B0604020202020204" charset="0"/>
                        <a:ea typeface="Open Sans" panose="020B0604020202020204" charset="0"/>
                        <a:cs typeface="Open Sans" panose="020B0604020202020204" charset="0"/>
                      </a:endParaRPr>
                    </a:p>
                  </a:txBody>
                  <a:tcPr marL="68580" marR="68580" marT="0" marB="0" anchor="ctr">
                    <a:lnL w="9525" cap="flat" cmpd="sng">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tc>
                  <a:txBody>
                    <a:bodyPr/>
                    <a:lstStyle/>
                    <a:p>
                      <a:pPr algn="just">
                        <a:lnSpc>
                          <a:spcPct val="115000"/>
                        </a:lnSpc>
                        <a:spcAft>
                          <a:spcPts val="1000"/>
                        </a:spcAft>
                      </a:pPr>
                      <a:endParaRPr lang="en-IN" sz="1600" dirty="0">
                        <a:solidFill>
                          <a:schemeClr val="tx1"/>
                        </a:solidFill>
                        <a:effectLst/>
                        <a:latin typeface="Open Sans" panose="020B0604020202020204" charset="0"/>
                        <a:ea typeface="Open Sans" panose="020B0604020202020204" charset="0"/>
                        <a:cs typeface="Open Sans" panose="020B0604020202020204" charset="0"/>
                      </a:endParaRPr>
                    </a:p>
                  </a:txBody>
                  <a:tcPr marL="68580" marR="68580" marT="0" marB="0" anchor="ctr">
                    <a:lnL w="9525" cap="flat" cmpd="sng">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extLst>
                  <a:ext uri="{0D108BD9-81ED-4DB2-BD59-A6C34878D82A}">
                    <a16:rowId xmlns:a16="http://schemas.microsoft.com/office/drawing/2014/main" val="10001"/>
                  </a:ext>
                </a:extLst>
              </a:tr>
              <a:tr h="417519">
                <a:tc>
                  <a:txBody>
                    <a:bodyPr/>
                    <a:lstStyle/>
                    <a:p>
                      <a:pPr algn="just">
                        <a:lnSpc>
                          <a:spcPct val="115000"/>
                        </a:lnSpc>
                        <a:spcAft>
                          <a:spcPts val="1000"/>
                        </a:spcAft>
                      </a:pPr>
                      <a:r>
                        <a:rPr lang="en-IN" sz="1600">
                          <a:solidFill>
                            <a:schemeClr val="tx1"/>
                          </a:solidFill>
                          <a:effectLst/>
                          <a:latin typeface="Open Sans" panose="020B0604020202020204" charset="0"/>
                          <a:ea typeface="Open Sans" panose="020B0604020202020204" charset="0"/>
                          <a:cs typeface="Open Sans" panose="020B0604020202020204" charset="0"/>
                        </a:rPr>
                        <a:t>Record 2</a:t>
                      </a:r>
                    </a:p>
                  </a:txBody>
                  <a:tcPr marL="68580" marR="68580" marT="0" marB="0" anchor="ctr">
                    <a:lnL w="9525" cap="flat" cmpd="sng">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tc>
                  <a:txBody>
                    <a:bodyPr/>
                    <a:lstStyle/>
                    <a:p>
                      <a:pPr algn="just">
                        <a:lnSpc>
                          <a:spcPct val="115000"/>
                        </a:lnSpc>
                        <a:spcAft>
                          <a:spcPts val="1000"/>
                        </a:spcAft>
                      </a:pPr>
                      <a:endParaRPr lang="en-IN" sz="1600" dirty="0">
                        <a:solidFill>
                          <a:schemeClr val="tx1"/>
                        </a:solidFill>
                        <a:effectLst/>
                        <a:latin typeface="Open Sans" panose="020B0604020202020204" charset="0"/>
                        <a:ea typeface="Open Sans" panose="020B0604020202020204" charset="0"/>
                        <a:cs typeface="Open Sans" panose="020B0604020202020204" charset="0"/>
                      </a:endParaRPr>
                    </a:p>
                  </a:txBody>
                  <a:tcPr marL="68580" marR="68580" marT="0" marB="0" anchor="ctr">
                    <a:lnL w="9525" cap="flat" cmpd="sng" algn="ctr">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tc>
                  <a:txBody>
                    <a:bodyPr/>
                    <a:lstStyle/>
                    <a:p>
                      <a:pPr algn="just">
                        <a:lnSpc>
                          <a:spcPct val="115000"/>
                        </a:lnSpc>
                        <a:spcAft>
                          <a:spcPts val="1000"/>
                        </a:spcAft>
                      </a:pPr>
                      <a:endParaRPr lang="en-IN" sz="1600" dirty="0">
                        <a:solidFill>
                          <a:schemeClr val="tx1"/>
                        </a:solidFill>
                        <a:effectLst/>
                        <a:latin typeface="Open Sans" panose="020B0604020202020204" charset="0"/>
                        <a:ea typeface="Open Sans" panose="020B0604020202020204" charset="0"/>
                        <a:cs typeface="Open Sans" panose="020B0604020202020204" charset="0"/>
                      </a:endParaRPr>
                    </a:p>
                  </a:txBody>
                  <a:tcPr marL="68580" marR="68580" marT="0" marB="0" anchor="ctr">
                    <a:lnL w="9525" cap="flat" cmpd="sng" algn="ctr">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tc>
                  <a:txBody>
                    <a:bodyPr/>
                    <a:lstStyle/>
                    <a:p>
                      <a:pPr algn="just">
                        <a:lnSpc>
                          <a:spcPct val="115000"/>
                        </a:lnSpc>
                        <a:spcAft>
                          <a:spcPts val="1000"/>
                        </a:spcAft>
                      </a:pPr>
                      <a:endParaRPr lang="en-IN" sz="1600" dirty="0">
                        <a:solidFill>
                          <a:schemeClr val="tx1"/>
                        </a:solidFill>
                        <a:effectLst/>
                        <a:latin typeface="Open Sans" panose="020B0604020202020204" charset="0"/>
                        <a:ea typeface="Open Sans" panose="020B0604020202020204" charset="0"/>
                        <a:cs typeface="Open Sans" panose="020B0604020202020204" charset="0"/>
                      </a:endParaRPr>
                    </a:p>
                  </a:txBody>
                  <a:tcPr marL="68580" marR="68580" marT="0" marB="0" anchor="ctr">
                    <a:lnL w="9525" cap="flat" cmpd="sng" algn="ctr">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tc>
                  <a:txBody>
                    <a:bodyPr/>
                    <a:lstStyle/>
                    <a:p>
                      <a:pPr algn="just">
                        <a:lnSpc>
                          <a:spcPct val="115000"/>
                        </a:lnSpc>
                        <a:spcAft>
                          <a:spcPts val="1000"/>
                        </a:spcAft>
                      </a:pPr>
                      <a:endParaRPr lang="en-IN" sz="1600" dirty="0">
                        <a:solidFill>
                          <a:schemeClr val="tx1"/>
                        </a:solidFill>
                        <a:effectLst/>
                        <a:latin typeface="Open Sans" panose="020B0604020202020204" charset="0"/>
                        <a:ea typeface="Open Sans" panose="020B0604020202020204" charset="0"/>
                        <a:cs typeface="Open Sans" panose="020B0604020202020204" charset="0"/>
                      </a:endParaRPr>
                    </a:p>
                  </a:txBody>
                  <a:tcPr marL="68580" marR="68580" marT="0" marB="0" anchor="ctr">
                    <a:lnL w="9525" cap="flat" cmpd="sng" algn="ctr">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tc>
                  <a:txBody>
                    <a:bodyPr/>
                    <a:lstStyle/>
                    <a:p>
                      <a:pPr algn="just">
                        <a:lnSpc>
                          <a:spcPct val="115000"/>
                        </a:lnSpc>
                        <a:spcAft>
                          <a:spcPts val="1000"/>
                        </a:spcAft>
                      </a:pPr>
                      <a:endParaRPr lang="en-IN" sz="1600" dirty="0">
                        <a:solidFill>
                          <a:schemeClr val="tx1"/>
                        </a:solidFill>
                        <a:effectLst/>
                        <a:latin typeface="Open Sans" panose="020B0604020202020204" charset="0"/>
                        <a:ea typeface="Open Sans" panose="020B0604020202020204" charset="0"/>
                        <a:cs typeface="Open Sans" panose="020B0604020202020204" charset="0"/>
                      </a:endParaRPr>
                    </a:p>
                  </a:txBody>
                  <a:tcPr marL="68580" marR="68580" marT="0" marB="0" anchor="ctr">
                    <a:lnL w="9525" cap="flat" cmpd="sng" algn="ctr">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tc>
                  <a:txBody>
                    <a:bodyPr/>
                    <a:lstStyle/>
                    <a:p>
                      <a:pPr algn="just">
                        <a:lnSpc>
                          <a:spcPct val="115000"/>
                        </a:lnSpc>
                        <a:spcAft>
                          <a:spcPts val="1000"/>
                        </a:spcAft>
                      </a:pPr>
                      <a:endParaRPr lang="en-IN" sz="1600" dirty="0">
                        <a:solidFill>
                          <a:schemeClr val="tx1"/>
                        </a:solidFill>
                        <a:effectLst/>
                        <a:latin typeface="Open Sans" panose="020B0604020202020204" charset="0"/>
                        <a:ea typeface="Open Sans" panose="020B0604020202020204" charset="0"/>
                        <a:cs typeface="Open Sans" panose="020B0604020202020204" charset="0"/>
                      </a:endParaRPr>
                    </a:p>
                  </a:txBody>
                  <a:tcPr marL="68580" marR="68580" marT="0" marB="0" anchor="ctr">
                    <a:lnL w="9525" cap="flat" cmpd="sng" algn="ctr">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pSp>
        <p:nvGrpSpPr>
          <p:cNvPr id="11" name="Google Shape;435;p29"/>
          <p:cNvGrpSpPr/>
          <p:nvPr/>
        </p:nvGrpSpPr>
        <p:grpSpPr>
          <a:xfrm>
            <a:off x="7756884" y="663678"/>
            <a:ext cx="580240" cy="592186"/>
            <a:chOff x="3955900" y="2984500"/>
            <a:chExt cx="414000" cy="422525"/>
          </a:xfrm>
        </p:grpSpPr>
        <p:sp>
          <p:nvSpPr>
            <p:cNvPr id="12" name="Google Shape;436;p29"/>
            <p:cNvSpPr/>
            <p:nvPr/>
          </p:nvSpPr>
          <p:spPr>
            <a:xfrm>
              <a:off x="3955900" y="2984500"/>
              <a:ext cx="315700" cy="315675"/>
            </a:xfrm>
            <a:custGeom>
              <a:avLst/>
              <a:gdLst/>
              <a:ahLst/>
              <a:cxnLst/>
              <a:rect l="l" t="t" r="r" b="b"/>
              <a:pathLst>
                <a:path w="12628" h="12627" extrusionOk="0">
                  <a:moveTo>
                    <a:pt x="6302" y="977"/>
                  </a:moveTo>
                  <a:lnTo>
                    <a:pt x="6863" y="1026"/>
                  </a:lnTo>
                  <a:lnTo>
                    <a:pt x="7376" y="1099"/>
                  </a:lnTo>
                  <a:lnTo>
                    <a:pt x="7889" y="1221"/>
                  </a:lnTo>
                  <a:lnTo>
                    <a:pt x="8378" y="1417"/>
                  </a:lnTo>
                  <a:lnTo>
                    <a:pt x="8842" y="1636"/>
                  </a:lnTo>
                  <a:lnTo>
                    <a:pt x="9281" y="1905"/>
                  </a:lnTo>
                  <a:lnTo>
                    <a:pt x="9697" y="2198"/>
                  </a:lnTo>
                  <a:lnTo>
                    <a:pt x="10087" y="2540"/>
                  </a:lnTo>
                  <a:lnTo>
                    <a:pt x="10429" y="2931"/>
                  </a:lnTo>
                  <a:lnTo>
                    <a:pt x="10722" y="3346"/>
                  </a:lnTo>
                  <a:lnTo>
                    <a:pt x="10991" y="3786"/>
                  </a:lnTo>
                  <a:lnTo>
                    <a:pt x="11211" y="4250"/>
                  </a:lnTo>
                  <a:lnTo>
                    <a:pt x="11406" y="4738"/>
                  </a:lnTo>
                  <a:lnTo>
                    <a:pt x="11528" y="5251"/>
                  </a:lnTo>
                  <a:lnTo>
                    <a:pt x="11626" y="5764"/>
                  </a:lnTo>
                  <a:lnTo>
                    <a:pt x="11650" y="6326"/>
                  </a:lnTo>
                  <a:lnTo>
                    <a:pt x="11626" y="6863"/>
                  </a:lnTo>
                  <a:lnTo>
                    <a:pt x="11528" y="7400"/>
                  </a:lnTo>
                  <a:lnTo>
                    <a:pt x="11406" y="7913"/>
                  </a:lnTo>
                  <a:lnTo>
                    <a:pt x="11211" y="8402"/>
                  </a:lnTo>
                  <a:lnTo>
                    <a:pt x="10991" y="8866"/>
                  </a:lnTo>
                  <a:lnTo>
                    <a:pt x="10722" y="9305"/>
                  </a:lnTo>
                  <a:lnTo>
                    <a:pt x="10429" y="9696"/>
                  </a:lnTo>
                  <a:lnTo>
                    <a:pt x="10087" y="10087"/>
                  </a:lnTo>
                  <a:lnTo>
                    <a:pt x="9697" y="10429"/>
                  </a:lnTo>
                  <a:lnTo>
                    <a:pt x="9281" y="10746"/>
                  </a:lnTo>
                  <a:lnTo>
                    <a:pt x="8842" y="11015"/>
                  </a:lnTo>
                  <a:lnTo>
                    <a:pt x="8378" y="11235"/>
                  </a:lnTo>
                  <a:lnTo>
                    <a:pt x="7889" y="11406"/>
                  </a:lnTo>
                  <a:lnTo>
                    <a:pt x="7376" y="11552"/>
                  </a:lnTo>
                  <a:lnTo>
                    <a:pt x="6863" y="11625"/>
                  </a:lnTo>
                  <a:lnTo>
                    <a:pt x="6302" y="11650"/>
                  </a:lnTo>
                  <a:lnTo>
                    <a:pt x="5764" y="11625"/>
                  </a:lnTo>
                  <a:lnTo>
                    <a:pt x="5227" y="11552"/>
                  </a:lnTo>
                  <a:lnTo>
                    <a:pt x="4714" y="11406"/>
                  </a:lnTo>
                  <a:lnTo>
                    <a:pt x="4226" y="11235"/>
                  </a:lnTo>
                  <a:lnTo>
                    <a:pt x="3762" y="11015"/>
                  </a:lnTo>
                  <a:lnTo>
                    <a:pt x="3322" y="10746"/>
                  </a:lnTo>
                  <a:lnTo>
                    <a:pt x="2931" y="10429"/>
                  </a:lnTo>
                  <a:lnTo>
                    <a:pt x="2541" y="10087"/>
                  </a:lnTo>
                  <a:lnTo>
                    <a:pt x="2199" y="9696"/>
                  </a:lnTo>
                  <a:lnTo>
                    <a:pt x="1881" y="9305"/>
                  </a:lnTo>
                  <a:lnTo>
                    <a:pt x="1613" y="8866"/>
                  </a:lnTo>
                  <a:lnTo>
                    <a:pt x="1393" y="8402"/>
                  </a:lnTo>
                  <a:lnTo>
                    <a:pt x="1222" y="7913"/>
                  </a:lnTo>
                  <a:lnTo>
                    <a:pt x="1075" y="7400"/>
                  </a:lnTo>
                  <a:lnTo>
                    <a:pt x="1002" y="6863"/>
                  </a:lnTo>
                  <a:lnTo>
                    <a:pt x="978" y="6326"/>
                  </a:lnTo>
                  <a:lnTo>
                    <a:pt x="1002" y="5764"/>
                  </a:lnTo>
                  <a:lnTo>
                    <a:pt x="1075" y="5251"/>
                  </a:lnTo>
                  <a:lnTo>
                    <a:pt x="1222" y="4738"/>
                  </a:lnTo>
                  <a:lnTo>
                    <a:pt x="1393" y="4250"/>
                  </a:lnTo>
                  <a:lnTo>
                    <a:pt x="1613" y="3786"/>
                  </a:lnTo>
                  <a:lnTo>
                    <a:pt x="1881" y="3346"/>
                  </a:lnTo>
                  <a:lnTo>
                    <a:pt x="2199" y="2931"/>
                  </a:lnTo>
                  <a:lnTo>
                    <a:pt x="2541" y="2540"/>
                  </a:lnTo>
                  <a:lnTo>
                    <a:pt x="2931" y="2198"/>
                  </a:lnTo>
                  <a:lnTo>
                    <a:pt x="3322" y="1905"/>
                  </a:lnTo>
                  <a:lnTo>
                    <a:pt x="3762" y="1636"/>
                  </a:lnTo>
                  <a:lnTo>
                    <a:pt x="4226" y="1417"/>
                  </a:lnTo>
                  <a:lnTo>
                    <a:pt x="4714" y="1221"/>
                  </a:lnTo>
                  <a:lnTo>
                    <a:pt x="5227" y="1099"/>
                  </a:lnTo>
                  <a:lnTo>
                    <a:pt x="5764" y="1026"/>
                  </a:lnTo>
                  <a:lnTo>
                    <a:pt x="6302" y="977"/>
                  </a:lnTo>
                  <a:close/>
                  <a:moveTo>
                    <a:pt x="6302" y="0"/>
                  </a:moveTo>
                  <a:lnTo>
                    <a:pt x="5984" y="24"/>
                  </a:lnTo>
                  <a:lnTo>
                    <a:pt x="5667" y="49"/>
                  </a:lnTo>
                  <a:lnTo>
                    <a:pt x="5349" y="73"/>
                  </a:lnTo>
                  <a:lnTo>
                    <a:pt x="5032" y="147"/>
                  </a:lnTo>
                  <a:lnTo>
                    <a:pt x="4739" y="220"/>
                  </a:lnTo>
                  <a:lnTo>
                    <a:pt x="4446" y="293"/>
                  </a:lnTo>
                  <a:lnTo>
                    <a:pt x="4153" y="391"/>
                  </a:lnTo>
                  <a:lnTo>
                    <a:pt x="3859" y="513"/>
                  </a:lnTo>
                  <a:lnTo>
                    <a:pt x="3566" y="635"/>
                  </a:lnTo>
                  <a:lnTo>
                    <a:pt x="3298" y="782"/>
                  </a:lnTo>
                  <a:lnTo>
                    <a:pt x="3029" y="928"/>
                  </a:lnTo>
                  <a:lnTo>
                    <a:pt x="2785" y="1075"/>
                  </a:lnTo>
                  <a:lnTo>
                    <a:pt x="2296" y="1441"/>
                  </a:lnTo>
                  <a:lnTo>
                    <a:pt x="1857" y="1856"/>
                  </a:lnTo>
                  <a:lnTo>
                    <a:pt x="1442" y="2296"/>
                  </a:lnTo>
                  <a:lnTo>
                    <a:pt x="1075" y="2784"/>
                  </a:lnTo>
                  <a:lnTo>
                    <a:pt x="904" y="3053"/>
                  </a:lnTo>
                  <a:lnTo>
                    <a:pt x="758" y="3322"/>
                  </a:lnTo>
                  <a:lnTo>
                    <a:pt x="611" y="3590"/>
                  </a:lnTo>
                  <a:lnTo>
                    <a:pt x="489" y="3859"/>
                  </a:lnTo>
                  <a:lnTo>
                    <a:pt x="391" y="4152"/>
                  </a:lnTo>
                  <a:lnTo>
                    <a:pt x="294" y="4445"/>
                  </a:lnTo>
                  <a:lnTo>
                    <a:pt x="196" y="4738"/>
                  </a:lnTo>
                  <a:lnTo>
                    <a:pt x="123" y="5056"/>
                  </a:lnTo>
                  <a:lnTo>
                    <a:pt x="74" y="5349"/>
                  </a:lnTo>
                  <a:lnTo>
                    <a:pt x="25" y="5666"/>
                  </a:lnTo>
                  <a:lnTo>
                    <a:pt x="1" y="5984"/>
                  </a:lnTo>
                  <a:lnTo>
                    <a:pt x="1" y="6326"/>
                  </a:lnTo>
                  <a:lnTo>
                    <a:pt x="1" y="6643"/>
                  </a:lnTo>
                  <a:lnTo>
                    <a:pt x="25" y="6961"/>
                  </a:lnTo>
                  <a:lnTo>
                    <a:pt x="74" y="7278"/>
                  </a:lnTo>
                  <a:lnTo>
                    <a:pt x="123" y="7596"/>
                  </a:lnTo>
                  <a:lnTo>
                    <a:pt x="196" y="7889"/>
                  </a:lnTo>
                  <a:lnTo>
                    <a:pt x="294" y="8206"/>
                  </a:lnTo>
                  <a:lnTo>
                    <a:pt x="391" y="8499"/>
                  </a:lnTo>
                  <a:lnTo>
                    <a:pt x="489" y="8768"/>
                  </a:lnTo>
                  <a:lnTo>
                    <a:pt x="611" y="9061"/>
                  </a:lnTo>
                  <a:lnTo>
                    <a:pt x="758" y="9330"/>
                  </a:lnTo>
                  <a:lnTo>
                    <a:pt x="904" y="9598"/>
                  </a:lnTo>
                  <a:lnTo>
                    <a:pt x="1075" y="9843"/>
                  </a:lnTo>
                  <a:lnTo>
                    <a:pt x="1442" y="10331"/>
                  </a:lnTo>
                  <a:lnTo>
                    <a:pt x="1857" y="10771"/>
                  </a:lnTo>
                  <a:lnTo>
                    <a:pt x="2296" y="11186"/>
                  </a:lnTo>
                  <a:lnTo>
                    <a:pt x="2785" y="11552"/>
                  </a:lnTo>
                  <a:lnTo>
                    <a:pt x="3029" y="11723"/>
                  </a:lnTo>
                  <a:lnTo>
                    <a:pt x="3298" y="11870"/>
                  </a:lnTo>
                  <a:lnTo>
                    <a:pt x="3566" y="12016"/>
                  </a:lnTo>
                  <a:lnTo>
                    <a:pt x="3859" y="12138"/>
                  </a:lnTo>
                  <a:lnTo>
                    <a:pt x="4153" y="12236"/>
                  </a:lnTo>
                  <a:lnTo>
                    <a:pt x="4446" y="12334"/>
                  </a:lnTo>
                  <a:lnTo>
                    <a:pt x="4739" y="12431"/>
                  </a:lnTo>
                  <a:lnTo>
                    <a:pt x="5032" y="12505"/>
                  </a:lnTo>
                  <a:lnTo>
                    <a:pt x="5349" y="12553"/>
                  </a:lnTo>
                  <a:lnTo>
                    <a:pt x="5667" y="12602"/>
                  </a:lnTo>
                  <a:lnTo>
                    <a:pt x="5984" y="12627"/>
                  </a:lnTo>
                  <a:lnTo>
                    <a:pt x="6644" y="12627"/>
                  </a:lnTo>
                  <a:lnTo>
                    <a:pt x="6961" y="12602"/>
                  </a:lnTo>
                  <a:lnTo>
                    <a:pt x="7279" y="12553"/>
                  </a:lnTo>
                  <a:lnTo>
                    <a:pt x="7572" y="12505"/>
                  </a:lnTo>
                  <a:lnTo>
                    <a:pt x="7889" y="12431"/>
                  </a:lnTo>
                  <a:lnTo>
                    <a:pt x="8182" y="12334"/>
                  </a:lnTo>
                  <a:lnTo>
                    <a:pt x="8475" y="12236"/>
                  </a:lnTo>
                  <a:lnTo>
                    <a:pt x="8768" y="12138"/>
                  </a:lnTo>
                  <a:lnTo>
                    <a:pt x="9037" y="12016"/>
                  </a:lnTo>
                  <a:lnTo>
                    <a:pt x="9306" y="11870"/>
                  </a:lnTo>
                  <a:lnTo>
                    <a:pt x="9574" y="11723"/>
                  </a:lnTo>
                  <a:lnTo>
                    <a:pt x="9843" y="11552"/>
                  </a:lnTo>
                  <a:lnTo>
                    <a:pt x="10332" y="11186"/>
                  </a:lnTo>
                  <a:lnTo>
                    <a:pt x="10771" y="10771"/>
                  </a:lnTo>
                  <a:lnTo>
                    <a:pt x="11186" y="10331"/>
                  </a:lnTo>
                  <a:lnTo>
                    <a:pt x="11553" y="9843"/>
                  </a:lnTo>
                  <a:lnTo>
                    <a:pt x="11699" y="9598"/>
                  </a:lnTo>
                  <a:lnTo>
                    <a:pt x="11846" y="9330"/>
                  </a:lnTo>
                  <a:lnTo>
                    <a:pt x="11992" y="9061"/>
                  </a:lnTo>
                  <a:lnTo>
                    <a:pt x="12114" y="8768"/>
                  </a:lnTo>
                  <a:lnTo>
                    <a:pt x="12237" y="8499"/>
                  </a:lnTo>
                  <a:lnTo>
                    <a:pt x="12334" y="8206"/>
                  </a:lnTo>
                  <a:lnTo>
                    <a:pt x="12432" y="7889"/>
                  </a:lnTo>
                  <a:lnTo>
                    <a:pt x="12481" y="7596"/>
                  </a:lnTo>
                  <a:lnTo>
                    <a:pt x="12554" y="7278"/>
                  </a:lnTo>
                  <a:lnTo>
                    <a:pt x="12578" y="6961"/>
                  </a:lnTo>
                  <a:lnTo>
                    <a:pt x="12603" y="6643"/>
                  </a:lnTo>
                  <a:lnTo>
                    <a:pt x="12627" y="6326"/>
                  </a:lnTo>
                  <a:lnTo>
                    <a:pt x="12603" y="5984"/>
                  </a:lnTo>
                  <a:lnTo>
                    <a:pt x="12578" y="5666"/>
                  </a:lnTo>
                  <a:lnTo>
                    <a:pt x="12554" y="5349"/>
                  </a:lnTo>
                  <a:lnTo>
                    <a:pt x="12481" y="5056"/>
                  </a:lnTo>
                  <a:lnTo>
                    <a:pt x="12432" y="4738"/>
                  </a:lnTo>
                  <a:lnTo>
                    <a:pt x="12334" y="4445"/>
                  </a:lnTo>
                  <a:lnTo>
                    <a:pt x="12237" y="4152"/>
                  </a:lnTo>
                  <a:lnTo>
                    <a:pt x="12114" y="3859"/>
                  </a:lnTo>
                  <a:lnTo>
                    <a:pt x="11992" y="3590"/>
                  </a:lnTo>
                  <a:lnTo>
                    <a:pt x="11846" y="3322"/>
                  </a:lnTo>
                  <a:lnTo>
                    <a:pt x="11699" y="3053"/>
                  </a:lnTo>
                  <a:lnTo>
                    <a:pt x="11553" y="2784"/>
                  </a:lnTo>
                  <a:lnTo>
                    <a:pt x="11186" y="2296"/>
                  </a:lnTo>
                  <a:lnTo>
                    <a:pt x="10771" y="1856"/>
                  </a:lnTo>
                  <a:lnTo>
                    <a:pt x="10332" y="1441"/>
                  </a:lnTo>
                  <a:lnTo>
                    <a:pt x="9843" y="1075"/>
                  </a:lnTo>
                  <a:lnTo>
                    <a:pt x="9574" y="928"/>
                  </a:lnTo>
                  <a:lnTo>
                    <a:pt x="9306" y="782"/>
                  </a:lnTo>
                  <a:lnTo>
                    <a:pt x="9037" y="635"/>
                  </a:lnTo>
                  <a:lnTo>
                    <a:pt x="8768" y="513"/>
                  </a:lnTo>
                  <a:lnTo>
                    <a:pt x="8475" y="391"/>
                  </a:lnTo>
                  <a:lnTo>
                    <a:pt x="8182" y="293"/>
                  </a:lnTo>
                  <a:lnTo>
                    <a:pt x="7889" y="220"/>
                  </a:lnTo>
                  <a:lnTo>
                    <a:pt x="7572" y="147"/>
                  </a:lnTo>
                  <a:lnTo>
                    <a:pt x="7279" y="73"/>
                  </a:lnTo>
                  <a:lnTo>
                    <a:pt x="6961" y="49"/>
                  </a:lnTo>
                  <a:lnTo>
                    <a:pt x="6644" y="24"/>
                  </a:lnTo>
                  <a:lnTo>
                    <a:pt x="6302"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37;p29"/>
            <p:cNvSpPr/>
            <p:nvPr/>
          </p:nvSpPr>
          <p:spPr>
            <a:xfrm>
              <a:off x="3992525" y="3021125"/>
              <a:ext cx="242425" cy="242425"/>
            </a:xfrm>
            <a:custGeom>
              <a:avLst/>
              <a:gdLst/>
              <a:ahLst/>
              <a:cxnLst/>
              <a:rect l="l" t="t" r="r" b="b"/>
              <a:pathLst>
                <a:path w="9697" h="9697" extrusionOk="0">
                  <a:moveTo>
                    <a:pt x="4934" y="1466"/>
                  </a:moveTo>
                  <a:lnTo>
                    <a:pt x="5008" y="1490"/>
                  </a:lnTo>
                  <a:lnTo>
                    <a:pt x="5081" y="1539"/>
                  </a:lnTo>
                  <a:lnTo>
                    <a:pt x="5154" y="1588"/>
                  </a:lnTo>
                  <a:lnTo>
                    <a:pt x="5203" y="1637"/>
                  </a:lnTo>
                  <a:lnTo>
                    <a:pt x="5252" y="1734"/>
                  </a:lnTo>
                  <a:lnTo>
                    <a:pt x="5276" y="1808"/>
                  </a:lnTo>
                  <a:lnTo>
                    <a:pt x="5276" y="1905"/>
                  </a:lnTo>
                  <a:lnTo>
                    <a:pt x="5276" y="1979"/>
                  </a:lnTo>
                  <a:lnTo>
                    <a:pt x="5252" y="2076"/>
                  </a:lnTo>
                  <a:lnTo>
                    <a:pt x="5203" y="2150"/>
                  </a:lnTo>
                  <a:lnTo>
                    <a:pt x="5154" y="2198"/>
                  </a:lnTo>
                  <a:lnTo>
                    <a:pt x="5081" y="2247"/>
                  </a:lnTo>
                  <a:lnTo>
                    <a:pt x="5008" y="2296"/>
                  </a:lnTo>
                  <a:lnTo>
                    <a:pt x="4934" y="2321"/>
                  </a:lnTo>
                  <a:lnTo>
                    <a:pt x="4837" y="2345"/>
                  </a:lnTo>
                  <a:lnTo>
                    <a:pt x="4593" y="2345"/>
                  </a:lnTo>
                  <a:lnTo>
                    <a:pt x="4348" y="2394"/>
                  </a:lnTo>
                  <a:lnTo>
                    <a:pt x="4104" y="2443"/>
                  </a:lnTo>
                  <a:lnTo>
                    <a:pt x="3860" y="2540"/>
                  </a:lnTo>
                  <a:lnTo>
                    <a:pt x="3640" y="2638"/>
                  </a:lnTo>
                  <a:lnTo>
                    <a:pt x="3445" y="2760"/>
                  </a:lnTo>
                  <a:lnTo>
                    <a:pt x="3249" y="2907"/>
                  </a:lnTo>
                  <a:lnTo>
                    <a:pt x="3054" y="3078"/>
                  </a:lnTo>
                  <a:lnTo>
                    <a:pt x="2907" y="3249"/>
                  </a:lnTo>
                  <a:lnTo>
                    <a:pt x="2761" y="3444"/>
                  </a:lnTo>
                  <a:lnTo>
                    <a:pt x="2639" y="3664"/>
                  </a:lnTo>
                  <a:lnTo>
                    <a:pt x="2517" y="3884"/>
                  </a:lnTo>
                  <a:lnTo>
                    <a:pt x="2443" y="4103"/>
                  </a:lnTo>
                  <a:lnTo>
                    <a:pt x="2370" y="4348"/>
                  </a:lnTo>
                  <a:lnTo>
                    <a:pt x="2346" y="4592"/>
                  </a:lnTo>
                  <a:lnTo>
                    <a:pt x="2321" y="4861"/>
                  </a:lnTo>
                  <a:lnTo>
                    <a:pt x="2321" y="4934"/>
                  </a:lnTo>
                  <a:lnTo>
                    <a:pt x="2297" y="5032"/>
                  </a:lnTo>
                  <a:lnTo>
                    <a:pt x="2248" y="5105"/>
                  </a:lnTo>
                  <a:lnTo>
                    <a:pt x="2199" y="5154"/>
                  </a:lnTo>
                  <a:lnTo>
                    <a:pt x="2126" y="5227"/>
                  </a:lnTo>
                  <a:lnTo>
                    <a:pt x="2053" y="5251"/>
                  </a:lnTo>
                  <a:lnTo>
                    <a:pt x="1979" y="5276"/>
                  </a:lnTo>
                  <a:lnTo>
                    <a:pt x="1882" y="5300"/>
                  </a:lnTo>
                  <a:lnTo>
                    <a:pt x="1808" y="5276"/>
                  </a:lnTo>
                  <a:lnTo>
                    <a:pt x="1711" y="5251"/>
                  </a:lnTo>
                  <a:lnTo>
                    <a:pt x="1637" y="5227"/>
                  </a:lnTo>
                  <a:lnTo>
                    <a:pt x="1564" y="5154"/>
                  </a:lnTo>
                  <a:lnTo>
                    <a:pt x="1515" y="5105"/>
                  </a:lnTo>
                  <a:lnTo>
                    <a:pt x="1491" y="5032"/>
                  </a:lnTo>
                  <a:lnTo>
                    <a:pt x="1466" y="4934"/>
                  </a:lnTo>
                  <a:lnTo>
                    <a:pt x="1442" y="4861"/>
                  </a:lnTo>
                  <a:lnTo>
                    <a:pt x="1466" y="4494"/>
                  </a:lnTo>
                  <a:lnTo>
                    <a:pt x="1515" y="4177"/>
                  </a:lnTo>
                  <a:lnTo>
                    <a:pt x="1588" y="3835"/>
                  </a:lnTo>
                  <a:lnTo>
                    <a:pt x="1711" y="3542"/>
                  </a:lnTo>
                  <a:lnTo>
                    <a:pt x="1857" y="3224"/>
                  </a:lnTo>
                  <a:lnTo>
                    <a:pt x="2028" y="2956"/>
                  </a:lnTo>
                  <a:lnTo>
                    <a:pt x="2223" y="2687"/>
                  </a:lnTo>
                  <a:lnTo>
                    <a:pt x="2443" y="2443"/>
                  </a:lnTo>
                  <a:lnTo>
                    <a:pt x="2688" y="2223"/>
                  </a:lnTo>
                  <a:lnTo>
                    <a:pt x="2956" y="2028"/>
                  </a:lnTo>
                  <a:lnTo>
                    <a:pt x="3225" y="1857"/>
                  </a:lnTo>
                  <a:lnTo>
                    <a:pt x="3518" y="1710"/>
                  </a:lnTo>
                  <a:lnTo>
                    <a:pt x="3835" y="1612"/>
                  </a:lnTo>
                  <a:lnTo>
                    <a:pt x="4153" y="1515"/>
                  </a:lnTo>
                  <a:lnTo>
                    <a:pt x="4495" y="1466"/>
                  </a:lnTo>
                  <a:close/>
                  <a:moveTo>
                    <a:pt x="4837" y="0"/>
                  </a:moveTo>
                  <a:lnTo>
                    <a:pt x="4348" y="25"/>
                  </a:lnTo>
                  <a:lnTo>
                    <a:pt x="3860" y="98"/>
                  </a:lnTo>
                  <a:lnTo>
                    <a:pt x="3396" y="220"/>
                  </a:lnTo>
                  <a:lnTo>
                    <a:pt x="2956" y="391"/>
                  </a:lnTo>
                  <a:lnTo>
                    <a:pt x="2541" y="587"/>
                  </a:lnTo>
                  <a:lnTo>
                    <a:pt x="2150" y="831"/>
                  </a:lnTo>
                  <a:lnTo>
                    <a:pt x="1759" y="1124"/>
                  </a:lnTo>
                  <a:lnTo>
                    <a:pt x="1418" y="1441"/>
                  </a:lnTo>
                  <a:lnTo>
                    <a:pt x="1100" y="1783"/>
                  </a:lnTo>
                  <a:lnTo>
                    <a:pt x="831" y="2150"/>
                  </a:lnTo>
                  <a:lnTo>
                    <a:pt x="587" y="2540"/>
                  </a:lnTo>
                  <a:lnTo>
                    <a:pt x="392" y="2980"/>
                  </a:lnTo>
                  <a:lnTo>
                    <a:pt x="221" y="3420"/>
                  </a:lnTo>
                  <a:lnTo>
                    <a:pt x="99" y="3884"/>
                  </a:lnTo>
                  <a:lnTo>
                    <a:pt x="25" y="4348"/>
                  </a:lnTo>
                  <a:lnTo>
                    <a:pt x="1" y="4861"/>
                  </a:lnTo>
                  <a:lnTo>
                    <a:pt x="25" y="5349"/>
                  </a:lnTo>
                  <a:lnTo>
                    <a:pt x="99" y="5838"/>
                  </a:lnTo>
                  <a:lnTo>
                    <a:pt x="221" y="6302"/>
                  </a:lnTo>
                  <a:lnTo>
                    <a:pt x="392" y="6741"/>
                  </a:lnTo>
                  <a:lnTo>
                    <a:pt x="587" y="7156"/>
                  </a:lnTo>
                  <a:lnTo>
                    <a:pt x="831" y="7547"/>
                  </a:lnTo>
                  <a:lnTo>
                    <a:pt x="1100" y="7938"/>
                  </a:lnTo>
                  <a:lnTo>
                    <a:pt x="1418" y="8280"/>
                  </a:lnTo>
                  <a:lnTo>
                    <a:pt x="1759" y="8597"/>
                  </a:lnTo>
                  <a:lnTo>
                    <a:pt x="2150" y="8866"/>
                  </a:lnTo>
                  <a:lnTo>
                    <a:pt x="2541" y="9110"/>
                  </a:lnTo>
                  <a:lnTo>
                    <a:pt x="2956" y="9306"/>
                  </a:lnTo>
                  <a:lnTo>
                    <a:pt x="3396" y="9477"/>
                  </a:lnTo>
                  <a:lnTo>
                    <a:pt x="3860" y="9599"/>
                  </a:lnTo>
                  <a:lnTo>
                    <a:pt x="4348" y="9672"/>
                  </a:lnTo>
                  <a:lnTo>
                    <a:pt x="4837" y="9696"/>
                  </a:lnTo>
                  <a:lnTo>
                    <a:pt x="5350" y="9672"/>
                  </a:lnTo>
                  <a:lnTo>
                    <a:pt x="5814" y="9599"/>
                  </a:lnTo>
                  <a:lnTo>
                    <a:pt x="6278" y="9477"/>
                  </a:lnTo>
                  <a:lnTo>
                    <a:pt x="6717" y="9306"/>
                  </a:lnTo>
                  <a:lnTo>
                    <a:pt x="7157" y="9110"/>
                  </a:lnTo>
                  <a:lnTo>
                    <a:pt x="7548" y="8866"/>
                  </a:lnTo>
                  <a:lnTo>
                    <a:pt x="7914" y="8597"/>
                  </a:lnTo>
                  <a:lnTo>
                    <a:pt x="8256" y="8280"/>
                  </a:lnTo>
                  <a:lnTo>
                    <a:pt x="8573" y="7938"/>
                  </a:lnTo>
                  <a:lnTo>
                    <a:pt x="8867" y="7547"/>
                  </a:lnTo>
                  <a:lnTo>
                    <a:pt x="9111" y="7156"/>
                  </a:lnTo>
                  <a:lnTo>
                    <a:pt x="9306" y="6741"/>
                  </a:lnTo>
                  <a:lnTo>
                    <a:pt x="9477" y="6302"/>
                  </a:lnTo>
                  <a:lnTo>
                    <a:pt x="9599" y="5838"/>
                  </a:lnTo>
                  <a:lnTo>
                    <a:pt x="9673" y="5349"/>
                  </a:lnTo>
                  <a:lnTo>
                    <a:pt x="9697" y="4861"/>
                  </a:lnTo>
                  <a:lnTo>
                    <a:pt x="9673" y="4348"/>
                  </a:lnTo>
                  <a:lnTo>
                    <a:pt x="9599" y="3884"/>
                  </a:lnTo>
                  <a:lnTo>
                    <a:pt x="9477" y="3420"/>
                  </a:lnTo>
                  <a:lnTo>
                    <a:pt x="9306" y="2980"/>
                  </a:lnTo>
                  <a:lnTo>
                    <a:pt x="9111" y="2540"/>
                  </a:lnTo>
                  <a:lnTo>
                    <a:pt x="8867" y="2150"/>
                  </a:lnTo>
                  <a:lnTo>
                    <a:pt x="8573" y="1783"/>
                  </a:lnTo>
                  <a:lnTo>
                    <a:pt x="8256" y="1441"/>
                  </a:lnTo>
                  <a:lnTo>
                    <a:pt x="7914" y="1124"/>
                  </a:lnTo>
                  <a:lnTo>
                    <a:pt x="7548" y="831"/>
                  </a:lnTo>
                  <a:lnTo>
                    <a:pt x="7157" y="587"/>
                  </a:lnTo>
                  <a:lnTo>
                    <a:pt x="6717" y="391"/>
                  </a:lnTo>
                  <a:lnTo>
                    <a:pt x="6278" y="220"/>
                  </a:lnTo>
                  <a:lnTo>
                    <a:pt x="5814" y="98"/>
                  </a:lnTo>
                  <a:lnTo>
                    <a:pt x="5350" y="25"/>
                  </a:lnTo>
                  <a:lnTo>
                    <a:pt x="4837"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38;p29"/>
            <p:cNvSpPr/>
            <p:nvPr/>
          </p:nvSpPr>
          <p:spPr>
            <a:xfrm>
              <a:off x="4215400" y="3253150"/>
              <a:ext cx="154500" cy="153875"/>
            </a:xfrm>
            <a:custGeom>
              <a:avLst/>
              <a:gdLst/>
              <a:ahLst/>
              <a:cxnLst/>
              <a:rect l="l" t="t" r="r" b="b"/>
              <a:pathLst>
                <a:path w="6180" h="6155" extrusionOk="0">
                  <a:moveTo>
                    <a:pt x="1075" y="0"/>
                  </a:moveTo>
                  <a:lnTo>
                    <a:pt x="831" y="269"/>
                  </a:lnTo>
                  <a:lnTo>
                    <a:pt x="562" y="537"/>
                  </a:lnTo>
                  <a:lnTo>
                    <a:pt x="293" y="782"/>
                  </a:lnTo>
                  <a:lnTo>
                    <a:pt x="0" y="1026"/>
                  </a:lnTo>
                  <a:lnTo>
                    <a:pt x="4983" y="6008"/>
                  </a:lnTo>
                  <a:lnTo>
                    <a:pt x="5056" y="6057"/>
                  </a:lnTo>
                  <a:lnTo>
                    <a:pt x="5129" y="6106"/>
                  </a:lnTo>
                  <a:lnTo>
                    <a:pt x="5227" y="6130"/>
                  </a:lnTo>
                  <a:lnTo>
                    <a:pt x="5325" y="6155"/>
                  </a:lnTo>
                  <a:lnTo>
                    <a:pt x="5422" y="6130"/>
                  </a:lnTo>
                  <a:lnTo>
                    <a:pt x="5496" y="6106"/>
                  </a:lnTo>
                  <a:lnTo>
                    <a:pt x="5593" y="6057"/>
                  </a:lnTo>
                  <a:lnTo>
                    <a:pt x="5667" y="6008"/>
                  </a:lnTo>
                  <a:lnTo>
                    <a:pt x="6033" y="5642"/>
                  </a:lnTo>
                  <a:lnTo>
                    <a:pt x="6106" y="5569"/>
                  </a:lnTo>
                  <a:lnTo>
                    <a:pt x="6155" y="5471"/>
                  </a:lnTo>
                  <a:lnTo>
                    <a:pt x="6179" y="5373"/>
                  </a:lnTo>
                  <a:lnTo>
                    <a:pt x="6179" y="5300"/>
                  </a:lnTo>
                  <a:lnTo>
                    <a:pt x="6179" y="5202"/>
                  </a:lnTo>
                  <a:lnTo>
                    <a:pt x="6155" y="5105"/>
                  </a:lnTo>
                  <a:lnTo>
                    <a:pt x="6106" y="5031"/>
                  </a:lnTo>
                  <a:lnTo>
                    <a:pt x="6033" y="4934"/>
                  </a:lnTo>
                  <a:lnTo>
                    <a:pt x="1075"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470483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665813" y="334800"/>
            <a:ext cx="6226747" cy="713430"/>
          </a:xfrm>
          <a:prstGeom prst="rect">
            <a:avLst/>
          </a:prstGeom>
        </p:spPr>
        <p:txBody>
          <a:bodyPr spcFirstLastPara="1" wrap="square" lIns="91425" tIns="91425" rIns="91425" bIns="91425" anchor="b" anchorCtr="0">
            <a:noAutofit/>
          </a:bodyPr>
          <a:lstStyle/>
          <a:p>
            <a:pPr lvl="0"/>
            <a:r>
              <a:rPr lang="en-IN" dirty="0"/>
              <a:t>Flat File Database (the simplest)</a:t>
            </a:r>
          </a:p>
        </p:txBody>
      </p:sp>
      <p:sp>
        <p:nvSpPr>
          <p:cNvPr id="96" name="Google Shape;96;p15"/>
          <p:cNvSpPr txBox="1">
            <a:spLocks noGrp="1"/>
          </p:cNvSpPr>
          <p:nvPr>
            <p:ph type="body" idx="1"/>
          </p:nvPr>
        </p:nvSpPr>
        <p:spPr>
          <a:xfrm>
            <a:off x="313628" y="1092041"/>
            <a:ext cx="7569004" cy="2004000"/>
          </a:xfrm>
          <a:prstGeom prst="rect">
            <a:avLst/>
          </a:prstGeom>
        </p:spPr>
        <p:txBody>
          <a:bodyPr spcFirstLastPara="1" wrap="square" lIns="91425" tIns="91425" rIns="91425" bIns="91425" anchor="t" anchorCtr="0">
            <a:noAutofit/>
          </a:bodyPr>
          <a:lstStyle/>
          <a:p>
            <a:pPr marL="400050" lvl="0" indent="-285750">
              <a:lnSpc>
                <a:spcPct val="113000"/>
              </a:lnSpc>
              <a:buSzPts val="1800"/>
              <a:buFont typeface="Wingdings" panose="05000000000000000000" pitchFamily="2" charset="2"/>
              <a:buChar char="§"/>
            </a:pPr>
            <a:r>
              <a:rPr lang="en-IN" sz="1600" dirty="0"/>
              <a:t>In a database table, </a:t>
            </a:r>
            <a:r>
              <a:rPr lang="en-IN" sz="1600" b="1" dirty="0"/>
              <a:t>an attribute</a:t>
            </a:r>
            <a:r>
              <a:rPr lang="en-IN" sz="1600" dirty="0"/>
              <a:t> refers to a </a:t>
            </a:r>
            <a:r>
              <a:rPr lang="en-IN" sz="1600" b="1" dirty="0"/>
              <a:t>column name and the data that it contains</a:t>
            </a:r>
          </a:p>
          <a:p>
            <a:pPr marL="400050" lvl="0" indent="-285750">
              <a:lnSpc>
                <a:spcPct val="113000"/>
              </a:lnSpc>
              <a:buSzPts val="1800"/>
              <a:buFont typeface="Wingdings" panose="05000000000000000000" pitchFamily="2" charset="2"/>
              <a:buChar char="§"/>
            </a:pPr>
            <a:endParaRPr lang="en-IN" sz="1600" dirty="0"/>
          </a:p>
          <a:p>
            <a:pPr marL="400050" lvl="0" indent="-285750">
              <a:lnSpc>
                <a:spcPct val="113000"/>
              </a:lnSpc>
              <a:buSzPts val="1800"/>
              <a:buFont typeface="Wingdings" panose="05000000000000000000" pitchFamily="2" charset="2"/>
              <a:buChar char="§"/>
            </a:pPr>
            <a:endParaRPr lang="en-IN" sz="1600" dirty="0"/>
          </a:p>
          <a:p>
            <a:pPr marL="400050" lvl="0" indent="-285750">
              <a:lnSpc>
                <a:spcPct val="113000"/>
              </a:lnSpc>
              <a:buSzPts val="1800"/>
              <a:buFont typeface="Wingdings" panose="05000000000000000000" pitchFamily="2" charset="2"/>
              <a:buChar char="§"/>
            </a:pPr>
            <a:endParaRPr lang="en-IN" sz="1600" dirty="0"/>
          </a:p>
          <a:p>
            <a:pPr marL="400050" lvl="0" indent="-285750">
              <a:lnSpc>
                <a:spcPct val="113000"/>
              </a:lnSpc>
              <a:buSzPts val="1800"/>
              <a:buFont typeface="Wingdings" panose="05000000000000000000" pitchFamily="2" charset="2"/>
              <a:buChar char="§"/>
            </a:pPr>
            <a:r>
              <a:rPr lang="en-IN" sz="1600" dirty="0"/>
              <a:t>The term </a:t>
            </a:r>
            <a:r>
              <a:rPr lang="en-IN" sz="1600" b="1" dirty="0"/>
              <a:t>record</a:t>
            </a:r>
            <a:r>
              <a:rPr lang="en-IN" sz="1600" dirty="0"/>
              <a:t> is used to refer to </a:t>
            </a:r>
            <a:r>
              <a:rPr lang="en-IN" sz="1600" b="1" dirty="0"/>
              <a:t>one entry (or row) </a:t>
            </a:r>
            <a:r>
              <a:rPr lang="en-IN" sz="1600" dirty="0"/>
              <a:t>in the database. Each record contains various fields</a:t>
            </a:r>
          </a:p>
          <a:p>
            <a:pPr marL="400050" lvl="0" indent="-285750">
              <a:lnSpc>
                <a:spcPct val="113000"/>
              </a:lnSpc>
              <a:buSzPts val="1800"/>
              <a:buFont typeface="Wingdings" panose="05000000000000000000" pitchFamily="2" charset="2"/>
              <a:buChar char="§"/>
            </a:pPr>
            <a:endParaRPr lang="en-IN" sz="1600" dirty="0"/>
          </a:p>
          <a:p>
            <a:pPr marL="400050" lvl="0" indent="-285750">
              <a:lnSpc>
                <a:spcPct val="113000"/>
              </a:lnSpc>
              <a:buSzPts val="1800"/>
              <a:buFont typeface="Wingdings" panose="05000000000000000000" pitchFamily="2" charset="2"/>
              <a:buChar char="§"/>
            </a:pPr>
            <a:endParaRPr lang="en-IN" sz="1600" dirty="0"/>
          </a:p>
          <a:p>
            <a:pPr marL="400050" lvl="0" indent="-285750">
              <a:lnSpc>
                <a:spcPct val="113000"/>
              </a:lnSpc>
              <a:buSzPts val="1800"/>
              <a:buFont typeface="Wingdings" panose="05000000000000000000" pitchFamily="2" charset="2"/>
              <a:buChar char="§"/>
            </a:pPr>
            <a:endParaRPr lang="en-IN" sz="1600" dirty="0"/>
          </a:p>
          <a:p>
            <a:pPr marL="400050" lvl="0" indent="-285750">
              <a:lnSpc>
                <a:spcPct val="113000"/>
              </a:lnSpc>
              <a:buSzPts val="1800"/>
              <a:buFont typeface="Wingdings" panose="05000000000000000000" pitchFamily="2" charset="2"/>
              <a:buChar char="§"/>
            </a:pPr>
            <a:endParaRPr lang="en-IN" sz="1600" dirty="0"/>
          </a:p>
          <a:p>
            <a:pPr marL="400050" lvl="0" indent="-285750">
              <a:lnSpc>
                <a:spcPct val="113000"/>
              </a:lnSpc>
              <a:buSzPts val="1800"/>
              <a:buFont typeface="Wingdings" panose="05000000000000000000" pitchFamily="2" charset="2"/>
              <a:buChar char="§"/>
            </a:pPr>
            <a:endParaRPr lang="en-IN" sz="1600" dirty="0"/>
          </a:p>
          <a:p>
            <a:pPr marL="20638" lvl="0" indent="0">
              <a:lnSpc>
                <a:spcPct val="113000"/>
              </a:lnSpc>
              <a:buSzPts val="1800"/>
              <a:buNone/>
            </a:pPr>
            <a:endParaRPr lang="en-IN" sz="1600" dirty="0"/>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9</a:t>
            </a:fld>
            <a:endParaRPr/>
          </a:p>
        </p:txBody>
      </p:sp>
      <p:pic>
        <p:nvPicPr>
          <p:cNvPr id="5" name="Picture 4">
            <a:extLst>
              <a:ext uri="{FF2B5EF4-FFF2-40B4-BE49-F238E27FC236}">
                <a16:creationId xmlns:a16="http://schemas.microsoft.com/office/drawing/2014/main" id="{2332A78D-EBCF-4DF6-86BA-7A4232F1ABE1}"/>
              </a:ext>
            </a:extLst>
          </p:cNvPr>
          <p:cNvPicPr>
            <a:picLocks noChangeAspect="1"/>
          </p:cNvPicPr>
          <p:nvPr/>
        </p:nvPicPr>
        <p:blipFill>
          <a:blip r:embed="rId3"/>
          <a:stretch>
            <a:fillRect/>
          </a:stretch>
        </p:blipFill>
        <p:spPr>
          <a:xfrm>
            <a:off x="2637702" y="1574928"/>
            <a:ext cx="847725" cy="1038225"/>
          </a:xfrm>
          <a:prstGeom prst="rect">
            <a:avLst/>
          </a:prstGeom>
        </p:spPr>
      </p:pic>
      <p:pic>
        <p:nvPicPr>
          <p:cNvPr id="7" name="Picture 6">
            <a:extLst>
              <a:ext uri="{FF2B5EF4-FFF2-40B4-BE49-F238E27FC236}">
                <a16:creationId xmlns:a16="http://schemas.microsoft.com/office/drawing/2014/main" id="{315A3AD8-FFA9-3EE0-919F-B8C04F5C5D3C}"/>
              </a:ext>
            </a:extLst>
          </p:cNvPr>
          <p:cNvPicPr>
            <a:picLocks noChangeAspect="1"/>
          </p:cNvPicPr>
          <p:nvPr/>
        </p:nvPicPr>
        <p:blipFill>
          <a:blip r:embed="rId4"/>
          <a:stretch>
            <a:fillRect/>
          </a:stretch>
        </p:blipFill>
        <p:spPr>
          <a:xfrm>
            <a:off x="3779186" y="1594153"/>
            <a:ext cx="876300" cy="1085850"/>
          </a:xfrm>
          <a:prstGeom prst="rect">
            <a:avLst/>
          </a:prstGeom>
        </p:spPr>
      </p:pic>
      <p:pic>
        <p:nvPicPr>
          <p:cNvPr id="9" name="Picture 8">
            <a:extLst>
              <a:ext uri="{FF2B5EF4-FFF2-40B4-BE49-F238E27FC236}">
                <a16:creationId xmlns:a16="http://schemas.microsoft.com/office/drawing/2014/main" id="{3BB9A49D-2190-550B-CB60-879EE0342EA3}"/>
              </a:ext>
            </a:extLst>
          </p:cNvPr>
          <p:cNvPicPr>
            <a:picLocks noChangeAspect="1"/>
          </p:cNvPicPr>
          <p:nvPr/>
        </p:nvPicPr>
        <p:blipFill>
          <a:blip r:embed="rId5"/>
          <a:stretch>
            <a:fillRect/>
          </a:stretch>
        </p:blipFill>
        <p:spPr>
          <a:xfrm>
            <a:off x="4965163" y="1641778"/>
            <a:ext cx="990600" cy="990600"/>
          </a:xfrm>
          <a:prstGeom prst="rect">
            <a:avLst/>
          </a:prstGeom>
        </p:spPr>
      </p:pic>
      <p:pic>
        <p:nvPicPr>
          <p:cNvPr id="16" name="Picture 15">
            <a:extLst>
              <a:ext uri="{FF2B5EF4-FFF2-40B4-BE49-F238E27FC236}">
                <a16:creationId xmlns:a16="http://schemas.microsoft.com/office/drawing/2014/main" id="{9DF96B41-E4EE-FD65-EFAD-D187A8494E00}"/>
              </a:ext>
            </a:extLst>
          </p:cNvPr>
          <p:cNvPicPr>
            <a:picLocks noChangeAspect="1"/>
          </p:cNvPicPr>
          <p:nvPr/>
        </p:nvPicPr>
        <p:blipFill>
          <a:blip r:embed="rId6"/>
          <a:stretch>
            <a:fillRect/>
          </a:stretch>
        </p:blipFill>
        <p:spPr>
          <a:xfrm>
            <a:off x="6265440" y="1590675"/>
            <a:ext cx="923925" cy="981075"/>
          </a:xfrm>
          <a:prstGeom prst="rect">
            <a:avLst/>
          </a:prstGeom>
        </p:spPr>
      </p:pic>
      <p:pic>
        <p:nvPicPr>
          <p:cNvPr id="18" name="Picture 17">
            <a:extLst>
              <a:ext uri="{FF2B5EF4-FFF2-40B4-BE49-F238E27FC236}">
                <a16:creationId xmlns:a16="http://schemas.microsoft.com/office/drawing/2014/main" id="{419614E8-266E-C48A-EFE4-AE61AF100C99}"/>
              </a:ext>
            </a:extLst>
          </p:cNvPr>
          <p:cNvPicPr>
            <a:picLocks noChangeAspect="1"/>
          </p:cNvPicPr>
          <p:nvPr/>
        </p:nvPicPr>
        <p:blipFill>
          <a:blip r:embed="rId7"/>
          <a:stretch>
            <a:fillRect/>
          </a:stretch>
        </p:blipFill>
        <p:spPr>
          <a:xfrm>
            <a:off x="7499042" y="1593636"/>
            <a:ext cx="857250" cy="962025"/>
          </a:xfrm>
          <a:prstGeom prst="rect">
            <a:avLst/>
          </a:prstGeom>
        </p:spPr>
      </p:pic>
      <p:pic>
        <p:nvPicPr>
          <p:cNvPr id="20" name="Picture 19">
            <a:extLst>
              <a:ext uri="{FF2B5EF4-FFF2-40B4-BE49-F238E27FC236}">
                <a16:creationId xmlns:a16="http://schemas.microsoft.com/office/drawing/2014/main" id="{6942DA77-027A-7956-161E-906DBB51CFF2}"/>
              </a:ext>
            </a:extLst>
          </p:cNvPr>
          <p:cNvPicPr>
            <a:picLocks noChangeAspect="1"/>
          </p:cNvPicPr>
          <p:nvPr/>
        </p:nvPicPr>
        <p:blipFill>
          <a:blip r:embed="rId8"/>
          <a:stretch>
            <a:fillRect/>
          </a:stretch>
        </p:blipFill>
        <p:spPr>
          <a:xfrm>
            <a:off x="792955" y="3531548"/>
            <a:ext cx="4238625" cy="476250"/>
          </a:xfrm>
          <a:prstGeom prst="rect">
            <a:avLst/>
          </a:prstGeom>
        </p:spPr>
      </p:pic>
      <p:pic>
        <p:nvPicPr>
          <p:cNvPr id="22" name="Picture 21">
            <a:extLst>
              <a:ext uri="{FF2B5EF4-FFF2-40B4-BE49-F238E27FC236}">
                <a16:creationId xmlns:a16="http://schemas.microsoft.com/office/drawing/2014/main" id="{9854B397-FD5D-8CD5-81A8-FB999CF2E3C9}"/>
              </a:ext>
            </a:extLst>
          </p:cNvPr>
          <p:cNvPicPr>
            <a:picLocks noChangeAspect="1"/>
          </p:cNvPicPr>
          <p:nvPr/>
        </p:nvPicPr>
        <p:blipFill>
          <a:blip r:embed="rId9"/>
          <a:stretch>
            <a:fillRect/>
          </a:stretch>
        </p:blipFill>
        <p:spPr>
          <a:xfrm>
            <a:off x="4315699" y="4111736"/>
            <a:ext cx="4295775" cy="285750"/>
          </a:xfrm>
          <a:prstGeom prst="rect">
            <a:avLst/>
          </a:prstGeom>
        </p:spPr>
      </p:pic>
      <p:pic>
        <p:nvPicPr>
          <p:cNvPr id="24" name="Picture 23">
            <a:extLst>
              <a:ext uri="{FF2B5EF4-FFF2-40B4-BE49-F238E27FC236}">
                <a16:creationId xmlns:a16="http://schemas.microsoft.com/office/drawing/2014/main" id="{CB419628-9778-1F1A-0559-85F351B52716}"/>
              </a:ext>
            </a:extLst>
          </p:cNvPr>
          <p:cNvPicPr>
            <a:picLocks noChangeAspect="1"/>
          </p:cNvPicPr>
          <p:nvPr/>
        </p:nvPicPr>
        <p:blipFill>
          <a:blip r:embed="rId10"/>
          <a:stretch>
            <a:fillRect/>
          </a:stretch>
        </p:blipFill>
        <p:spPr>
          <a:xfrm>
            <a:off x="792955" y="4471112"/>
            <a:ext cx="4267200" cy="257175"/>
          </a:xfrm>
          <a:prstGeom prst="rect">
            <a:avLst/>
          </a:prstGeom>
        </p:spPr>
      </p:pic>
    </p:spTree>
    <p:extLst>
      <p:ext uri="{BB962C8B-B14F-4D97-AF65-F5344CB8AC3E}">
        <p14:creationId xmlns:p14="http://schemas.microsoft.com/office/powerpoint/2010/main" val="3893364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665813" y="334800"/>
            <a:ext cx="6226747" cy="713430"/>
          </a:xfrm>
          <a:prstGeom prst="rect">
            <a:avLst/>
          </a:prstGeom>
        </p:spPr>
        <p:txBody>
          <a:bodyPr spcFirstLastPara="1" wrap="square" lIns="91425" tIns="91425" rIns="91425" bIns="91425" anchor="b" anchorCtr="0">
            <a:noAutofit/>
          </a:bodyPr>
          <a:lstStyle/>
          <a:p>
            <a:pPr lvl="0"/>
            <a:r>
              <a:rPr lang="en-IN" dirty="0"/>
              <a:t>Database Data Types</a:t>
            </a:r>
          </a:p>
        </p:txBody>
      </p:sp>
      <p:sp>
        <p:nvSpPr>
          <p:cNvPr id="96" name="Google Shape;96;p15"/>
          <p:cNvSpPr txBox="1">
            <a:spLocks noGrp="1"/>
          </p:cNvSpPr>
          <p:nvPr>
            <p:ph type="body" idx="1"/>
          </p:nvPr>
        </p:nvSpPr>
        <p:spPr>
          <a:xfrm>
            <a:off x="262177" y="827722"/>
            <a:ext cx="8216010" cy="2004000"/>
          </a:xfrm>
          <a:prstGeom prst="rect">
            <a:avLst/>
          </a:prstGeom>
        </p:spPr>
        <p:txBody>
          <a:bodyPr spcFirstLastPara="1" wrap="square" lIns="91425" tIns="91425" rIns="91425" bIns="91425" anchor="t" anchorCtr="0">
            <a:noAutofit/>
          </a:bodyPr>
          <a:lstStyle/>
          <a:p>
            <a:pPr marL="400050" lvl="0" indent="-285750">
              <a:lnSpc>
                <a:spcPct val="113000"/>
              </a:lnSpc>
              <a:buSzPts val="1800"/>
              <a:buFont typeface="Wingdings" panose="05000000000000000000" pitchFamily="2" charset="2"/>
              <a:buChar char="§"/>
            </a:pPr>
            <a:r>
              <a:rPr lang="en-IN" sz="1600" dirty="0"/>
              <a:t>Each attribute in the database table contains a specific type of data, just like python variable types (string, Boolean, integer, float)</a:t>
            </a:r>
          </a:p>
          <a:p>
            <a:pPr marL="400050" lvl="0" indent="-285750">
              <a:lnSpc>
                <a:spcPct val="113000"/>
              </a:lnSpc>
              <a:buSzPts val="1800"/>
              <a:buFont typeface="Wingdings" panose="05000000000000000000" pitchFamily="2" charset="2"/>
              <a:buChar char="§"/>
            </a:pPr>
            <a:r>
              <a:rPr lang="en-IN" sz="1600" b="1" dirty="0"/>
              <a:t>Varchar -&gt; </a:t>
            </a:r>
            <a:r>
              <a:rPr lang="en-IN" sz="1600" dirty="0"/>
              <a:t>the first attribute in our table below contains a string. In database terminology, a string is called a </a:t>
            </a:r>
            <a:r>
              <a:rPr lang="en-IN" sz="1600" b="1" dirty="0"/>
              <a:t>varchar</a:t>
            </a:r>
            <a:r>
              <a:rPr lang="en-IN" sz="1600" dirty="0"/>
              <a:t>. </a:t>
            </a:r>
          </a:p>
          <a:p>
            <a:pPr marL="400050" lvl="0" indent="-285750">
              <a:lnSpc>
                <a:spcPct val="113000"/>
              </a:lnSpc>
              <a:buSzPts val="1800"/>
              <a:buFont typeface="Wingdings" panose="05000000000000000000" pitchFamily="2" charset="2"/>
              <a:buChar char="§"/>
            </a:pPr>
            <a:r>
              <a:rPr lang="en-IN" sz="1600" b="1" dirty="0"/>
              <a:t>Number</a:t>
            </a:r>
            <a:r>
              <a:rPr lang="en-IN" sz="1600" dirty="0"/>
              <a:t> -&gt; The attributes labelled </a:t>
            </a:r>
            <a:r>
              <a:rPr lang="en-IN" sz="1600" dirty="0" err="1"/>
              <a:t>phoneNum</a:t>
            </a:r>
            <a:r>
              <a:rPr lang="en-IN" sz="1600" dirty="0"/>
              <a:t> and age contain numbers. These are of datatype </a:t>
            </a:r>
            <a:r>
              <a:rPr lang="en-IN" sz="1600" b="1" dirty="0"/>
              <a:t>number. </a:t>
            </a:r>
            <a:endParaRPr lang="en-IN" sz="1600" dirty="0"/>
          </a:p>
          <a:p>
            <a:pPr marL="400050" lvl="0" indent="-285750">
              <a:lnSpc>
                <a:spcPct val="113000"/>
              </a:lnSpc>
              <a:buSzPts val="1800"/>
              <a:buFont typeface="Wingdings" panose="05000000000000000000" pitchFamily="2" charset="2"/>
              <a:buChar char="§"/>
            </a:pPr>
            <a:r>
              <a:rPr lang="en-IN" sz="1600" b="1" dirty="0"/>
              <a:t>Date -&gt; </a:t>
            </a:r>
            <a:r>
              <a:rPr lang="en-IN" sz="1600" dirty="0"/>
              <a:t>The attribute labelled DOB contain the data type </a:t>
            </a:r>
            <a:r>
              <a:rPr lang="en-IN" sz="1600" b="1" dirty="0"/>
              <a:t>date. </a:t>
            </a:r>
          </a:p>
          <a:p>
            <a:pPr marL="400050" lvl="0" indent="-285750">
              <a:lnSpc>
                <a:spcPct val="113000"/>
              </a:lnSpc>
              <a:buSzPts val="1800"/>
              <a:buFont typeface="Wingdings" panose="05000000000000000000" pitchFamily="2" charset="2"/>
              <a:buChar char="§"/>
            </a:pPr>
            <a:endParaRPr lang="en-IN" sz="1600" dirty="0"/>
          </a:p>
          <a:p>
            <a:pPr marL="400050" lvl="0" indent="-285750">
              <a:lnSpc>
                <a:spcPct val="113000"/>
              </a:lnSpc>
              <a:buSzPts val="1800"/>
              <a:buFont typeface="Wingdings" panose="05000000000000000000" pitchFamily="2" charset="2"/>
              <a:buChar char="§"/>
            </a:pPr>
            <a:endParaRPr lang="en-IN" sz="1600" dirty="0"/>
          </a:p>
          <a:p>
            <a:pPr marL="400050" lvl="0" indent="-285750">
              <a:lnSpc>
                <a:spcPct val="113000"/>
              </a:lnSpc>
              <a:buSzPts val="1800"/>
              <a:buFont typeface="Wingdings" panose="05000000000000000000" pitchFamily="2" charset="2"/>
              <a:buChar char="§"/>
            </a:pPr>
            <a:endParaRPr lang="en-IN" sz="1600" dirty="0"/>
          </a:p>
          <a:p>
            <a:pPr marL="400050" lvl="0" indent="-285750">
              <a:lnSpc>
                <a:spcPct val="113000"/>
              </a:lnSpc>
              <a:buSzPts val="1800"/>
              <a:buFont typeface="Wingdings" panose="05000000000000000000" pitchFamily="2" charset="2"/>
              <a:buChar char="§"/>
            </a:pPr>
            <a:endParaRPr lang="en-IN" sz="1600" dirty="0"/>
          </a:p>
          <a:p>
            <a:pPr marL="400050" lvl="0" indent="-285750">
              <a:lnSpc>
                <a:spcPct val="113000"/>
              </a:lnSpc>
              <a:buSzPts val="1800"/>
              <a:buFont typeface="Wingdings" panose="05000000000000000000" pitchFamily="2" charset="2"/>
              <a:buChar char="§"/>
            </a:pPr>
            <a:endParaRPr lang="en-IN" sz="1600" dirty="0"/>
          </a:p>
          <a:p>
            <a:pPr marL="400050" lvl="0" indent="-285750">
              <a:lnSpc>
                <a:spcPct val="113000"/>
              </a:lnSpc>
              <a:buSzPts val="1800"/>
              <a:buFont typeface="Wingdings" panose="05000000000000000000" pitchFamily="2" charset="2"/>
              <a:buChar char="§"/>
            </a:pPr>
            <a:endParaRPr lang="en-IN" sz="1600" dirty="0"/>
          </a:p>
          <a:p>
            <a:pPr marL="400050" lvl="0" indent="-285750">
              <a:lnSpc>
                <a:spcPct val="113000"/>
              </a:lnSpc>
              <a:buSzPts val="1800"/>
              <a:buFont typeface="Wingdings" panose="05000000000000000000" pitchFamily="2" charset="2"/>
              <a:buChar char="§"/>
            </a:pPr>
            <a:endParaRPr lang="en-IN" sz="1600" dirty="0"/>
          </a:p>
          <a:p>
            <a:pPr marL="400050" lvl="0" indent="-285750">
              <a:lnSpc>
                <a:spcPct val="113000"/>
              </a:lnSpc>
              <a:buSzPts val="1800"/>
              <a:buFont typeface="Wingdings" panose="05000000000000000000" pitchFamily="2" charset="2"/>
              <a:buChar char="§"/>
            </a:pPr>
            <a:endParaRPr lang="en-IN" sz="1600" dirty="0"/>
          </a:p>
          <a:p>
            <a:pPr marL="20638" lvl="0" indent="0">
              <a:lnSpc>
                <a:spcPct val="113000"/>
              </a:lnSpc>
              <a:buSzPts val="1800"/>
              <a:buNone/>
            </a:pPr>
            <a:endParaRPr lang="en-IN" sz="1600" dirty="0"/>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10</a:t>
            </a:fld>
            <a:endParaRPr/>
          </a:p>
        </p:txBody>
      </p:sp>
      <p:pic>
        <p:nvPicPr>
          <p:cNvPr id="2" name="Picture 1">
            <a:extLst>
              <a:ext uri="{FF2B5EF4-FFF2-40B4-BE49-F238E27FC236}">
                <a16:creationId xmlns:a16="http://schemas.microsoft.com/office/drawing/2014/main" id="{4A4B626C-668D-EB04-B378-07AFD53D98A9}"/>
              </a:ext>
            </a:extLst>
          </p:cNvPr>
          <p:cNvPicPr>
            <a:picLocks noChangeAspect="1"/>
          </p:cNvPicPr>
          <p:nvPr/>
        </p:nvPicPr>
        <p:blipFill>
          <a:blip r:embed="rId3"/>
          <a:stretch>
            <a:fillRect/>
          </a:stretch>
        </p:blipFill>
        <p:spPr>
          <a:xfrm>
            <a:off x="575055" y="3381076"/>
            <a:ext cx="5361401" cy="1249030"/>
          </a:xfrm>
          <a:prstGeom prst="rect">
            <a:avLst/>
          </a:prstGeom>
        </p:spPr>
      </p:pic>
    </p:spTree>
    <p:extLst>
      <p:ext uri="{BB962C8B-B14F-4D97-AF65-F5344CB8AC3E}">
        <p14:creationId xmlns:p14="http://schemas.microsoft.com/office/powerpoint/2010/main" val="1811706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8"/>
          <p:cNvSpPr txBox="1">
            <a:spLocks noGrp="1"/>
          </p:cNvSpPr>
          <p:nvPr>
            <p:ph type="title" idx="4294967295"/>
          </p:nvPr>
        </p:nvSpPr>
        <p:spPr>
          <a:xfrm>
            <a:off x="747707" y="0"/>
            <a:ext cx="5092200" cy="1184400"/>
          </a:xfrm>
          <a:prstGeom prst="rect">
            <a:avLst/>
          </a:prstGeom>
        </p:spPr>
        <p:txBody>
          <a:bodyPr spcFirstLastPara="1" wrap="square" lIns="91425" tIns="91425" rIns="91425" bIns="91425" anchor="b" anchorCtr="0">
            <a:noAutofit/>
          </a:bodyPr>
          <a:lstStyle/>
          <a:p>
            <a:pPr lvl="0"/>
            <a:r>
              <a:rPr lang="en-IN" sz="2600" dirty="0"/>
              <a:t>Creating a database (flat file)</a:t>
            </a:r>
            <a:endParaRPr sz="2600" dirty="0"/>
          </a:p>
        </p:txBody>
      </p:sp>
      <p:sp>
        <p:nvSpPr>
          <p:cNvPr id="146" name="Google Shape;146;p18"/>
          <p:cNvSpPr txBox="1">
            <a:spLocks noGrp="1"/>
          </p:cNvSpPr>
          <p:nvPr>
            <p:ph type="sldNum" idx="4294967295"/>
          </p:nvPr>
        </p:nvSpPr>
        <p:spPr>
          <a:xfrm>
            <a:off x="8346474" y="26072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11</a:t>
            </a:fld>
            <a:endParaRPr/>
          </a:p>
        </p:txBody>
      </p:sp>
      <p:grpSp>
        <p:nvGrpSpPr>
          <p:cNvPr id="11" name="Google Shape;71;p12"/>
          <p:cNvGrpSpPr/>
          <p:nvPr/>
        </p:nvGrpSpPr>
        <p:grpSpPr>
          <a:xfrm>
            <a:off x="7245744" y="711703"/>
            <a:ext cx="1097515" cy="913074"/>
            <a:chOff x="1926350" y="995225"/>
            <a:chExt cx="428650" cy="356600"/>
          </a:xfrm>
        </p:grpSpPr>
        <p:sp>
          <p:nvSpPr>
            <p:cNvPr id="12" name="Google Shape;72;p12"/>
            <p:cNvSpPr/>
            <p:nvPr/>
          </p:nvSpPr>
          <p:spPr>
            <a:xfrm>
              <a:off x="1926350" y="1298075"/>
              <a:ext cx="208225" cy="53750"/>
            </a:xfrm>
            <a:custGeom>
              <a:avLst/>
              <a:gdLst/>
              <a:ahLst/>
              <a:cxnLst/>
              <a:rect l="l" t="t" r="r" b="b"/>
              <a:pathLst>
                <a:path w="8329" h="2150" extrusionOk="0">
                  <a:moveTo>
                    <a:pt x="0" y="0"/>
                  </a:moveTo>
                  <a:lnTo>
                    <a:pt x="0" y="489"/>
                  </a:lnTo>
                  <a:lnTo>
                    <a:pt x="25" y="635"/>
                  </a:lnTo>
                  <a:lnTo>
                    <a:pt x="74" y="758"/>
                  </a:lnTo>
                  <a:lnTo>
                    <a:pt x="147" y="855"/>
                  </a:lnTo>
                  <a:lnTo>
                    <a:pt x="245" y="953"/>
                  </a:lnTo>
                  <a:lnTo>
                    <a:pt x="391" y="1026"/>
                  </a:lnTo>
                  <a:lnTo>
                    <a:pt x="562" y="1051"/>
                  </a:lnTo>
                  <a:lnTo>
                    <a:pt x="733" y="1026"/>
                  </a:lnTo>
                  <a:lnTo>
                    <a:pt x="1295" y="855"/>
                  </a:lnTo>
                  <a:lnTo>
                    <a:pt x="1661" y="782"/>
                  </a:lnTo>
                  <a:lnTo>
                    <a:pt x="2076" y="684"/>
                  </a:lnTo>
                  <a:lnTo>
                    <a:pt x="2540" y="611"/>
                  </a:lnTo>
                  <a:lnTo>
                    <a:pt x="3029" y="562"/>
                  </a:lnTo>
                  <a:lnTo>
                    <a:pt x="3591" y="513"/>
                  </a:lnTo>
                  <a:lnTo>
                    <a:pt x="4177" y="489"/>
                  </a:lnTo>
                  <a:lnTo>
                    <a:pt x="4616" y="513"/>
                  </a:lnTo>
                  <a:lnTo>
                    <a:pt x="5032" y="538"/>
                  </a:lnTo>
                  <a:lnTo>
                    <a:pt x="5422" y="611"/>
                  </a:lnTo>
                  <a:lnTo>
                    <a:pt x="5789" y="684"/>
                  </a:lnTo>
                  <a:lnTo>
                    <a:pt x="6131" y="782"/>
                  </a:lnTo>
                  <a:lnTo>
                    <a:pt x="6448" y="880"/>
                  </a:lnTo>
                  <a:lnTo>
                    <a:pt x="6717" y="1002"/>
                  </a:lnTo>
                  <a:lnTo>
                    <a:pt x="6985" y="1124"/>
                  </a:lnTo>
                  <a:lnTo>
                    <a:pt x="7205" y="1246"/>
                  </a:lnTo>
                  <a:lnTo>
                    <a:pt x="7425" y="1393"/>
                  </a:lnTo>
                  <a:lnTo>
                    <a:pt x="7791" y="1661"/>
                  </a:lnTo>
                  <a:lnTo>
                    <a:pt x="8084" y="1930"/>
                  </a:lnTo>
                  <a:lnTo>
                    <a:pt x="8329" y="2150"/>
                  </a:lnTo>
                  <a:lnTo>
                    <a:pt x="8329" y="1661"/>
                  </a:lnTo>
                  <a:lnTo>
                    <a:pt x="8084" y="1441"/>
                  </a:lnTo>
                  <a:lnTo>
                    <a:pt x="7791" y="1173"/>
                  </a:lnTo>
                  <a:lnTo>
                    <a:pt x="7425" y="904"/>
                  </a:lnTo>
                  <a:lnTo>
                    <a:pt x="7205" y="758"/>
                  </a:lnTo>
                  <a:lnTo>
                    <a:pt x="6985" y="635"/>
                  </a:lnTo>
                  <a:lnTo>
                    <a:pt x="6717" y="513"/>
                  </a:lnTo>
                  <a:lnTo>
                    <a:pt x="6448" y="391"/>
                  </a:lnTo>
                  <a:lnTo>
                    <a:pt x="6131" y="294"/>
                  </a:lnTo>
                  <a:lnTo>
                    <a:pt x="5789" y="196"/>
                  </a:lnTo>
                  <a:lnTo>
                    <a:pt x="5422" y="123"/>
                  </a:lnTo>
                  <a:lnTo>
                    <a:pt x="5032" y="49"/>
                  </a:lnTo>
                  <a:lnTo>
                    <a:pt x="4616" y="25"/>
                  </a:lnTo>
                  <a:lnTo>
                    <a:pt x="4177" y="0"/>
                  </a:lnTo>
                  <a:lnTo>
                    <a:pt x="3591" y="25"/>
                  </a:lnTo>
                  <a:lnTo>
                    <a:pt x="3029" y="74"/>
                  </a:lnTo>
                  <a:lnTo>
                    <a:pt x="2540" y="123"/>
                  </a:lnTo>
                  <a:lnTo>
                    <a:pt x="2076" y="196"/>
                  </a:lnTo>
                  <a:lnTo>
                    <a:pt x="1661" y="294"/>
                  </a:lnTo>
                  <a:lnTo>
                    <a:pt x="1295" y="367"/>
                  </a:lnTo>
                  <a:lnTo>
                    <a:pt x="733" y="538"/>
                  </a:lnTo>
                  <a:lnTo>
                    <a:pt x="562" y="562"/>
                  </a:lnTo>
                  <a:lnTo>
                    <a:pt x="391" y="538"/>
                  </a:lnTo>
                  <a:lnTo>
                    <a:pt x="245" y="465"/>
                  </a:lnTo>
                  <a:lnTo>
                    <a:pt x="147" y="367"/>
                  </a:lnTo>
                  <a:lnTo>
                    <a:pt x="74" y="269"/>
                  </a:lnTo>
                  <a:lnTo>
                    <a:pt x="25" y="147"/>
                  </a:lnTo>
                  <a:lnTo>
                    <a:pt x="0"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73;p12"/>
            <p:cNvSpPr/>
            <p:nvPr/>
          </p:nvSpPr>
          <p:spPr>
            <a:xfrm>
              <a:off x="2146775" y="1298075"/>
              <a:ext cx="208225" cy="53750"/>
            </a:xfrm>
            <a:custGeom>
              <a:avLst/>
              <a:gdLst/>
              <a:ahLst/>
              <a:cxnLst/>
              <a:rect l="l" t="t" r="r" b="b"/>
              <a:pathLst>
                <a:path w="8329" h="2150" extrusionOk="0">
                  <a:moveTo>
                    <a:pt x="4152" y="0"/>
                  </a:moveTo>
                  <a:lnTo>
                    <a:pt x="3712" y="25"/>
                  </a:lnTo>
                  <a:lnTo>
                    <a:pt x="3297" y="49"/>
                  </a:lnTo>
                  <a:lnTo>
                    <a:pt x="2907" y="123"/>
                  </a:lnTo>
                  <a:lnTo>
                    <a:pt x="2540" y="196"/>
                  </a:lnTo>
                  <a:lnTo>
                    <a:pt x="2198" y="294"/>
                  </a:lnTo>
                  <a:lnTo>
                    <a:pt x="1881" y="391"/>
                  </a:lnTo>
                  <a:lnTo>
                    <a:pt x="1612" y="513"/>
                  </a:lnTo>
                  <a:lnTo>
                    <a:pt x="1343" y="635"/>
                  </a:lnTo>
                  <a:lnTo>
                    <a:pt x="1124" y="758"/>
                  </a:lnTo>
                  <a:lnTo>
                    <a:pt x="904" y="904"/>
                  </a:lnTo>
                  <a:lnTo>
                    <a:pt x="537" y="1173"/>
                  </a:lnTo>
                  <a:lnTo>
                    <a:pt x="244" y="1441"/>
                  </a:lnTo>
                  <a:lnTo>
                    <a:pt x="0" y="1661"/>
                  </a:lnTo>
                  <a:lnTo>
                    <a:pt x="0" y="2150"/>
                  </a:lnTo>
                  <a:lnTo>
                    <a:pt x="244" y="1930"/>
                  </a:lnTo>
                  <a:lnTo>
                    <a:pt x="537" y="1661"/>
                  </a:lnTo>
                  <a:lnTo>
                    <a:pt x="904" y="1393"/>
                  </a:lnTo>
                  <a:lnTo>
                    <a:pt x="1124" y="1246"/>
                  </a:lnTo>
                  <a:lnTo>
                    <a:pt x="1343" y="1124"/>
                  </a:lnTo>
                  <a:lnTo>
                    <a:pt x="1612" y="1002"/>
                  </a:lnTo>
                  <a:lnTo>
                    <a:pt x="1881" y="880"/>
                  </a:lnTo>
                  <a:lnTo>
                    <a:pt x="2198" y="782"/>
                  </a:lnTo>
                  <a:lnTo>
                    <a:pt x="2540" y="684"/>
                  </a:lnTo>
                  <a:lnTo>
                    <a:pt x="2907" y="611"/>
                  </a:lnTo>
                  <a:lnTo>
                    <a:pt x="3297" y="538"/>
                  </a:lnTo>
                  <a:lnTo>
                    <a:pt x="3712" y="513"/>
                  </a:lnTo>
                  <a:lnTo>
                    <a:pt x="4152" y="489"/>
                  </a:lnTo>
                  <a:lnTo>
                    <a:pt x="4738" y="513"/>
                  </a:lnTo>
                  <a:lnTo>
                    <a:pt x="5300" y="562"/>
                  </a:lnTo>
                  <a:lnTo>
                    <a:pt x="5788" y="611"/>
                  </a:lnTo>
                  <a:lnTo>
                    <a:pt x="6252" y="684"/>
                  </a:lnTo>
                  <a:lnTo>
                    <a:pt x="6668" y="782"/>
                  </a:lnTo>
                  <a:lnTo>
                    <a:pt x="7034" y="855"/>
                  </a:lnTo>
                  <a:lnTo>
                    <a:pt x="7596" y="1026"/>
                  </a:lnTo>
                  <a:lnTo>
                    <a:pt x="7767" y="1051"/>
                  </a:lnTo>
                  <a:lnTo>
                    <a:pt x="7938" y="1026"/>
                  </a:lnTo>
                  <a:lnTo>
                    <a:pt x="8084" y="953"/>
                  </a:lnTo>
                  <a:lnTo>
                    <a:pt x="8182" y="855"/>
                  </a:lnTo>
                  <a:lnTo>
                    <a:pt x="8255" y="758"/>
                  </a:lnTo>
                  <a:lnTo>
                    <a:pt x="8304" y="635"/>
                  </a:lnTo>
                  <a:lnTo>
                    <a:pt x="8328" y="489"/>
                  </a:lnTo>
                  <a:lnTo>
                    <a:pt x="8328" y="0"/>
                  </a:lnTo>
                  <a:lnTo>
                    <a:pt x="8304" y="147"/>
                  </a:lnTo>
                  <a:lnTo>
                    <a:pt x="8255" y="269"/>
                  </a:lnTo>
                  <a:lnTo>
                    <a:pt x="8182" y="367"/>
                  </a:lnTo>
                  <a:lnTo>
                    <a:pt x="8084" y="465"/>
                  </a:lnTo>
                  <a:lnTo>
                    <a:pt x="7938" y="538"/>
                  </a:lnTo>
                  <a:lnTo>
                    <a:pt x="7767" y="562"/>
                  </a:lnTo>
                  <a:lnTo>
                    <a:pt x="7596" y="538"/>
                  </a:lnTo>
                  <a:lnTo>
                    <a:pt x="7034" y="367"/>
                  </a:lnTo>
                  <a:lnTo>
                    <a:pt x="6668" y="294"/>
                  </a:lnTo>
                  <a:lnTo>
                    <a:pt x="6252" y="196"/>
                  </a:lnTo>
                  <a:lnTo>
                    <a:pt x="5788" y="123"/>
                  </a:lnTo>
                  <a:lnTo>
                    <a:pt x="5300" y="74"/>
                  </a:lnTo>
                  <a:lnTo>
                    <a:pt x="4738" y="25"/>
                  </a:lnTo>
                  <a:lnTo>
                    <a:pt x="4152"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74;p12"/>
            <p:cNvSpPr/>
            <p:nvPr/>
          </p:nvSpPr>
          <p:spPr>
            <a:xfrm>
              <a:off x="1926350" y="995225"/>
              <a:ext cx="208225" cy="332175"/>
            </a:xfrm>
            <a:custGeom>
              <a:avLst/>
              <a:gdLst/>
              <a:ahLst/>
              <a:cxnLst/>
              <a:rect l="l" t="t" r="r" b="b"/>
              <a:pathLst>
                <a:path w="8329" h="13287" extrusionOk="0">
                  <a:moveTo>
                    <a:pt x="4177" y="1"/>
                  </a:moveTo>
                  <a:lnTo>
                    <a:pt x="3591" y="25"/>
                  </a:lnTo>
                  <a:lnTo>
                    <a:pt x="3029" y="74"/>
                  </a:lnTo>
                  <a:lnTo>
                    <a:pt x="2467" y="196"/>
                  </a:lnTo>
                  <a:lnTo>
                    <a:pt x="1905" y="343"/>
                  </a:lnTo>
                  <a:lnTo>
                    <a:pt x="1393" y="538"/>
                  </a:lnTo>
                  <a:lnTo>
                    <a:pt x="929" y="758"/>
                  </a:lnTo>
                  <a:lnTo>
                    <a:pt x="513" y="978"/>
                  </a:lnTo>
                  <a:lnTo>
                    <a:pt x="342" y="1124"/>
                  </a:lnTo>
                  <a:lnTo>
                    <a:pt x="196" y="1246"/>
                  </a:lnTo>
                  <a:lnTo>
                    <a:pt x="123" y="1319"/>
                  </a:lnTo>
                  <a:lnTo>
                    <a:pt x="49" y="1442"/>
                  </a:lnTo>
                  <a:lnTo>
                    <a:pt x="25" y="1539"/>
                  </a:lnTo>
                  <a:lnTo>
                    <a:pt x="0" y="1661"/>
                  </a:lnTo>
                  <a:lnTo>
                    <a:pt x="0" y="11626"/>
                  </a:lnTo>
                  <a:lnTo>
                    <a:pt x="25" y="11773"/>
                  </a:lnTo>
                  <a:lnTo>
                    <a:pt x="74" y="11895"/>
                  </a:lnTo>
                  <a:lnTo>
                    <a:pt x="147" y="11992"/>
                  </a:lnTo>
                  <a:lnTo>
                    <a:pt x="245" y="12090"/>
                  </a:lnTo>
                  <a:lnTo>
                    <a:pt x="391" y="12163"/>
                  </a:lnTo>
                  <a:lnTo>
                    <a:pt x="562" y="12188"/>
                  </a:lnTo>
                  <a:lnTo>
                    <a:pt x="733" y="12163"/>
                  </a:lnTo>
                  <a:lnTo>
                    <a:pt x="1295" y="11992"/>
                  </a:lnTo>
                  <a:lnTo>
                    <a:pt x="1661" y="11919"/>
                  </a:lnTo>
                  <a:lnTo>
                    <a:pt x="2076" y="11821"/>
                  </a:lnTo>
                  <a:lnTo>
                    <a:pt x="2540" y="11748"/>
                  </a:lnTo>
                  <a:lnTo>
                    <a:pt x="3029" y="11699"/>
                  </a:lnTo>
                  <a:lnTo>
                    <a:pt x="3591" y="11650"/>
                  </a:lnTo>
                  <a:lnTo>
                    <a:pt x="4177" y="11626"/>
                  </a:lnTo>
                  <a:lnTo>
                    <a:pt x="4616" y="11650"/>
                  </a:lnTo>
                  <a:lnTo>
                    <a:pt x="5032" y="11675"/>
                  </a:lnTo>
                  <a:lnTo>
                    <a:pt x="5422" y="11748"/>
                  </a:lnTo>
                  <a:lnTo>
                    <a:pt x="5789" y="11821"/>
                  </a:lnTo>
                  <a:lnTo>
                    <a:pt x="6131" y="11919"/>
                  </a:lnTo>
                  <a:lnTo>
                    <a:pt x="6448" y="12017"/>
                  </a:lnTo>
                  <a:lnTo>
                    <a:pt x="6717" y="12139"/>
                  </a:lnTo>
                  <a:lnTo>
                    <a:pt x="6985" y="12261"/>
                  </a:lnTo>
                  <a:lnTo>
                    <a:pt x="7205" y="12383"/>
                  </a:lnTo>
                  <a:lnTo>
                    <a:pt x="7425" y="12530"/>
                  </a:lnTo>
                  <a:lnTo>
                    <a:pt x="7791" y="12798"/>
                  </a:lnTo>
                  <a:lnTo>
                    <a:pt x="8084" y="13067"/>
                  </a:lnTo>
                  <a:lnTo>
                    <a:pt x="8329" y="13287"/>
                  </a:lnTo>
                  <a:lnTo>
                    <a:pt x="8329" y="2199"/>
                  </a:lnTo>
                  <a:lnTo>
                    <a:pt x="8329" y="2101"/>
                  </a:lnTo>
                  <a:lnTo>
                    <a:pt x="8280" y="1979"/>
                  </a:lnTo>
                  <a:lnTo>
                    <a:pt x="8231" y="1881"/>
                  </a:lnTo>
                  <a:lnTo>
                    <a:pt x="8158" y="1808"/>
                  </a:lnTo>
                  <a:lnTo>
                    <a:pt x="8036" y="1686"/>
                  </a:lnTo>
                  <a:lnTo>
                    <a:pt x="7767" y="1442"/>
                  </a:lnTo>
                  <a:lnTo>
                    <a:pt x="7449" y="1173"/>
                  </a:lnTo>
                  <a:lnTo>
                    <a:pt x="7083" y="904"/>
                  </a:lnTo>
                  <a:lnTo>
                    <a:pt x="6644" y="611"/>
                  </a:lnTo>
                  <a:lnTo>
                    <a:pt x="6375" y="489"/>
                  </a:lnTo>
                  <a:lnTo>
                    <a:pt x="6131" y="367"/>
                  </a:lnTo>
                  <a:lnTo>
                    <a:pt x="5838" y="269"/>
                  </a:lnTo>
                  <a:lnTo>
                    <a:pt x="5544" y="172"/>
                  </a:lnTo>
                  <a:lnTo>
                    <a:pt x="5227" y="98"/>
                  </a:lnTo>
                  <a:lnTo>
                    <a:pt x="4885" y="49"/>
                  </a:lnTo>
                  <a:lnTo>
                    <a:pt x="4543"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75;p12"/>
            <p:cNvSpPr/>
            <p:nvPr/>
          </p:nvSpPr>
          <p:spPr>
            <a:xfrm>
              <a:off x="2146775" y="995225"/>
              <a:ext cx="208225" cy="332175"/>
            </a:xfrm>
            <a:custGeom>
              <a:avLst/>
              <a:gdLst/>
              <a:ahLst/>
              <a:cxnLst/>
              <a:rect l="l" t="t" r="r" b="b"/>
              <a:pathLst>
                <a:path w="8329" h="13287" extrusionOk="0">
                  <a:moveTo>
                    <a:pt x="3786" y="1"/>
                  </a:moveTo>
                  <a:lnTo>
                    <a:pt x="3444" y="49"/>
                  </a:lnTo>
                  <a:lnTo>
                    <a:pt x="3102" y="98"/>
                  </a:lnTo>
                  <a:lnTo>
                    <a:pt x="2784" y="172"/>
                  </a:lnTo>
                  <a:lnTo>
                    <a:pt x="2491" y="269"/>
                  </a:lnTo>
                  <a:lnTo>
                    <a:pt x="2198" y="367"/>
                  </a:lnTo>
                  <a:lnTo>
                    <a:pt x="1954" y="489"/>
                  </a:lnTo>
                  <a:lnTo>
                    <a:pt x="1685" y="611"/>
                  </a:lnTo>
                  <a:lnTo>
                    <a:pt x="1246" y="904"/>
                  </a:lnTo>
                  <a:lnTo>
                    <a:pt x="879" y="1173"/>
                  </a:lnTo>
                  <a:lnTo>
                    <a:pt x="562" y="1442"/>
                  </a:lnTo>
                  <a:lnTo>
                    <a:pt x="293" y="1686"/>
                  </a:lnTo>
                  <a:lnTo>
                    <a:pt x="171" y="1808"/>
                  </a:lnTo>
                  <a:lnTo>
                    <a:pt x="98" y="1881"/>
                  </a:lnTo>
                  <a:lnTo>
                    <a:pt x="49" y="1979"/>
                  </a:lnTo>
                  <a:lnTo>
                    <a:pt x="0" y="2101"/>
                  </a:lnTo>
                  <a:lnTo>
                    <a:pt x="0" y="2199"/>
                  </a:lnTo>
                  <a:lnTo>
                    <a:pt x="0" y="13287"/>
                  </a:lnTo>
                  <a:lnTo>
                    <a:pt x="244" y="13067"/>
                  </a:lnTo>
                  <a:lnTo>
                    <a:pt x="537" y="12798"/>
                  </a:lnTo>
                  <a:lnTo>
                    <a:pt x="904" y="12530"/>
                  </a:lnTo>
                  <a:lnTo>
                    <a:pt x="1124" y="12383"/>
                  </a:lnTo>
                  <a:lnTo>
                    <a:pt x="1343" y="12261"/>
                  </a:lnTo>
                  <a:lnTo>
                    <a:pt x="1612" y="12139"/>
                  </a:lnTo>
                  <a:lnTo>
                    <a:pt x="1881" y="12017"/>
                  </a:lnTo>
                  <a:lnTo>
                    <a:pt x="2198" y="11919"/>
                  </a:lnTo>
                  <a:lnTo>
                    <a:pt x="2540" y="11821"/>
                  </a:lnTo>
                  <a:lnTo>
                    <a:pt x="2907" y="11748"/>
                  </a:lnTo>
                  <a:lnTo>
                    <a:pt x="3297" y="11675"/>
                  </a:lnTo>
                  <a:lnTo>
                    <a:pt x="3712" y="11650"/>
                  </a:lnTo>
                  <a:lnTo>
                    <a:pt x="4152" y="11626"/>
                  </a:lnTo>
                  <a:lnTo>
                    <a:pt x="4738" y="11650"/>
                  </a:lnTo>
                  <a:lnTo>
                    <a:pt x="5300" y="11699"/>
                  </a:lnTo>
                  <a:lnTo>
                    <a:pt x="5788" y="11748"/>
                  </a:lnTo>
                  <a:lnTo>
                    <a:pt x="6252" y="11821"/>
                  </a:lnTo>
                  <a:lnTo>
                    <a:pt x="6668" y="11919"/>
                  </a:lnTo>
                  <a:lnTo>
                    <a:pt x="7034" y="11992"/>
                  </a:lnTo>
                  <a:lnTo>
                    <a:pt x="7596" y="12163"/>
                  </a:lnTo>
                  <a:lnTo>
                    <a:pt x="7767" y="12188"/>
                  </a:lnTo>
                  <a:lnTo>
                    <a:pt x="7938" y="12163"/>
                  </a:lnTo>
                  <a:lnTo>
                    <a:pt x="8084" y="12090"/>
                  </a:lnTo>
                  <a:lnTo>
                    <a:pt x="8182" y="11992"/>
                  </a:lnTo>
                  <a:lnTo>
                    <a:pt x="8255" y="11895"/>
                  </a:lnTo>
                  <a:lnTo>
                    <a:pt x="8304" y="11773"/>
                  </a:lnTo>
                  <a:lnTo>
                    <a:pt x="8328" y="11626"/>
                  </a:lnTo>
                  <a:lnTo>
                    <a:pt x="8328" y="1661"/>
                  </a:lnTo>
                  <a:lnTo>
                    <a:pt x="8304" y="1539"/>
                  </a:lnTo>
                  <a:lnTo>
                    <a:pt x="8280" y="1442"/>
                  </a:lnTo>
                  <a:lnTo>
                    <a:pt x="8206" y="1319"/>
                  </a:lnTo>
                  <a:lnTo>
                    <a:pt x="8133" y="1246"/>
                  </a:lnTo>
                  <a:lnTo>
                    <a:pt x="7987" y="1124"/>
                  </a:lnTo>
                  <a:lnTo>
                    <a:pt x="7816" y="978"/>
                  </a:lnTo>
                  <a:lnTo>
                    <a:pt x="7400" y="758"/>
                  </a:lnTo>
                  <a:lnTo>
                    <a:pt x="6936" y="538"/>
                  </a:lnTo>
                  <a:lnTo>
                    <a:pt x="6423" y="343"/>
                  </a:lnTo>
                  <a:lnTo>
                    <a:pt x="5862" y="196"/>
                  </a:lnTo>
                  <a:lnTo>
                    <a:pt x="5300" y="74"/>
                  </a:lnTo>
                  <a:lnTo>
                    <a:pt x="4738" y="25"/>
                  </a:lnTo>
                  <a:lnTo>
                    <a:pt x="4152"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 name="Picture 6">
            <a:extLst>
              <a:ext uri="{FF2B5EF4-FFF2-40B4-BE49-F238E27FC236}">
                <a16:creationId xmlns:a16="http://schemas.microsoft.com/office/drawing/2014/main" id="{4D35F083-9A6A-ECF5-E588-DE6ED0631F57}"/>
              </a:ext>
            </a:extLst>
          </p:cNvPr>
          <p:cNvPicPr>
            <a:picLocks noChangeAspect="1"/>
          </p:cNvPicPr>
          <p:nvPr/>
        </p:nvPicPr>
        <p:blipFill>
          <a:blip r:embed="rId3"/>
          <a:stretch>
            <a:fillRect/>
          </a:stretch>
        </p:blipFill>
        <p:spPr>
          <a:xfrm>
            <a:off x="385763" y="1788276"/>
            <a:ext cx="8051006" cy="1792988"/>
          </a:xfrm>
          <a:prstGeom prst="rect">
            <a:avLst/>
          </a:prstGeom>
        </p:spPr>
      </p:pic>
    </p:spTree>
    <p:extLst>
      <p:ext uri="{BB962C8B-B14F-4D97-AF65-F5344CB8AC3E}">
        <p14:creationId xmlns:p14="http://schemas.microsoft.com/office/powerpoint/2010/main" val="4110071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8"/>
          <p:cNvSpPr txBox="1">
            <a:spLocks noGrp="1"/>
          </p:cNvSpPr>
          <p:nvPr>
            <p:ph type="title" idx="4294967295"/>
          </p:nvPr>
        </p:nvSpPr>
        <p:spPr>
          <a:xfrm>
            <a:off x="747706" y="0"/>
            <a:ext cx="5945987" cy="1184400"/>
          </a:xfrm>
          <a:prstGeom prst="rect">
            <a:avLst/>
          </a:prstGeom>
        </p:spPr>
        <p:txBody>
          <a:bodyPr spcFirstLastPara="1" wrap="square" lIns="91425" tIns="91425" rIns="91425" bIns="91425" anchor="b" anchorCtr="0">
            <a:noAutofit/>
          </a:bodyPr>
          <a:lstStyle/>
          <a:p>
            <a:pPr lvl="0"/>
            <a:r>
              <a:rPr lang="en-IN" sz="2600" dirty="0"/>
              <a:t>Appending records to the CSV file</a:t>
            </a:r>
            <a:endParaRPr sz="2600" dirty="0"/>
          </a:p>
        </p:txBody>
      </p:sp>
      <p:sp>
        <p:nvSpPr>
          <p:cNvPr id="146" name="Google Shape;146;p18"/>
          <p:cNvSpPr txBox="1">
            <a:spLocks noGrp="1"/>
          </p:cNvSpPr>
          <p:nvPr>
            <p:ph type="sldNum" idx="4294967295"/>
          </p:nvPr>
        </p:nvSpPr>
        <p:spPr>
          <a:xfrm>
            <a:off x="8346474" y="26072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12</a:t>
            </a:fld>
            <a:endParaRPr/>
          </a:p>
        </p:txBody>
      </p:sp>
      <p:grpSp>
        <p:nvGrpSpPr>
          <p:cNvPr id="11" name="Google Shape;71;p12"/>
          <p:cNvGrpSpPr/>
          <p:nvPr/>
        </p:nvGrpSpPr>
        <p:grpSpPr>
          <a:xfrm>
            <a:off x="7245744" y="711703"/>
            <a:ext cx="1097515" cy="913074"/>
            <a:chOff x="1926350" y="995225"/>
            <a:chExt cx="428650" cy="356600"/>
          </a:xfrm>
        </p:grpSpPr>
        <p:sp>
          <p:nvSpPr>
            <p:cNvPr id="12" name="Google Shape;72;p12"/>
            <p:cNvSpPr/>
            <p:nvPr/>
          </p:nvSpPr>
          <p:spPr>
            <a:xfrm>
              <a:off x="1926350" y="1298075"/>
              <a:ext cx="208225" cy="53750"/>
            </a:xfrm>
            <a:custGeom>
              <a:avLst/>
              <a:gdLst/>
              <a:ahLst/>
              <a:cxnLst/>
              <a:rect l="l" t="t" r="r" b="b"/>
              <a:pathLst>
                <a:path w="8329" h="2150" extrusionOk="0">
                  <a:moveTo>
                    <a:pt x="0" y="0"/>
                  </a:moveTo>
                  <a:lnTo>
                    <a:pt x="0" y="489"/>
                  </a:lnTo>
                  <a:lnTo>
                    <a:pt x="25" y="635"/>
                  </a:lnTo>
                  <a:lnTo>
                    <a:pt x="74" y="758"/>
                  </a:lnTo>
                  <a:lnTo>
                    <a:pt x="147" y="855"/>
                  </a:lnTo>
                  <a:lnTo>
                    <a:pt x="245" y="953"/>
                  </a:lnTo>
                  <a:lnTo>
                    <a:pt x="391" y="1026"/>
                  </a:lnTo>
                  <a:lnTo>
                    <a:pt x="562" y="1051"/>
                  </a:lnTo>
                  <a:lnTo>
                    <a:pt x="733" y="1026"/>
                  </a:lnTo>
                  <a:lnTo>
                    <a:pt x="1295" y="855"/>
                  </a:lnTo>
                  <a:lnTo>
                    <a:pt x="1661" y="782"/>
                  </a:lnTo>
                  <a:lnTo>
                    <a:pt x="2076" y="684"/>
                  </a:lnTo>
                  <a:lnTo>
                    <a:pt x="2540" y="611"/>
                  </a:lnTo>
                  <a:lnTo>
                    <a:pt x="3029" y="562"/>
                  </a:lnTo>
                  <a:lnTo>
                    <a:pt x="3591" y="513"/>
                  </a:lnTo>
                  <a:lnTo>
                    <a:pt x="4177" y="489"/>
                  </a:lnTo>
                  <a:lnTo>
                    <a:pt x="4616" y="513"/>
                  </a:lnTo>
                  <a:lnTo>
                    <a:pt x="5032" y="538"/>
                  </a:lnTo>
                  <a:lnTo>
                    <a:pt x="5422" y="611"/>
                  </a:lnTo>
                  <a:lnTo>
                    <a:pt x="5789" y="684"/>
                  </a:lnTo>
                  <a:lnTo>
                    <a:pt x="6131" y="782"/>
                  </a:lnTo>
                  <a:lnTo>
                    <a:pt x="6448" y="880"/>
                  </a:lnTo>
                  <a:lnTo>
                    <a:pt x="6717" y="1002"/>
                  </a:lnTo>
                  <a:lnTo>
                    <a:pt x="6985" y="1124"/>
                  </a:lnTo>
                  <a:lnTo>
                    <a:pt x="7205" y="1246"/>
                  </a:lnTo>
                  <a:lnTo>
                    <a:pt x="7425" y="1393"/>
                  </a:lnTo>
                  <a:lnTo>
                    <a:pt x="7791" y="1661"/>
                  </a:lnTo>
                  <a:lnTo>
                    <a:pt x="8084" y="1930"/>
                  </a:lnTo>
                  <a:lnTo>
                    <a:pt x="8329" y="2150"/>
                  </a:lnTo>
                  <a:lnTo>
                    <a:pt x="8329" y="1661"/>
                  </a:lnTo>
                  <a:lnTo>
                    <a:pt x="8084" y="1441"/>
                  </a:lnTo>
                  <a:lnTo>
                    <a:pt x="7791" y="1173"/>
                  </a:lnTo>
                  <a:lnTo>
                    <a:pt x="7425" y="904"/>
                  </a:lnTo>
                  <a:lnTo>
                    <a:pt x="7205" y="758"/>
                  </a:lnTo>
                  <a:lnTo>
                    <a:pt x="6985" y="635"/>
                  </a:lnTo>
                  <a:lnTo>
                    <a:pt x="6717" y="513"/>
                  </a:lnTo>
                  <a:lnTo>
                    <a:pt x="6448" y="391"/>
                  </a:lnTo>
                  <a:lnTo>
                    <a:pt x="6131" y="294"/>
                  </a:lnTo>
                  <a:lnTo>
                    <a:pt x="5789" y="196"/>
                  </a:lnTo>
                  <a:lnTo>
                    <a:pt x="5422" y="123"/>
                  </a:lnTo>
                  <a:lnTo>
                    <a:pt x="5032" y="49"/>
                  </a:lnTo>
                  <a:lnTo>
                    <a:pt x="4616" y="25"/>
                  </a:lnTo>
                  <a:lnTo>
                    <a:pt x="4177" y="0"/>
                  </a:lnTo>
                  <a:lnTo>
                    <a:pt x="3591" y="25"/>
                  </a:lnTo>
                  <a:lnTo>
                    <a:pt x="3029" y="74"/>
                  </a:lnTo>
                  <a:lnTo>
                    <a:pt x="2540" y="123"/>
                  </a:lnTo>
                  <a:lnTo>
                    <a:pt x="2076" y="196"/>
                  </a:lnTo>
                  <a:lnTo>
                    <a:pt x="1661" y="294"/>
                  </a:lnTo>
                  <a:lnTo>
                    <a:pt x="1295" y="367"/>
                  </a:lnTo>
                  <a:lnTo>
                    <a:pt x="733" y="538"/>
                  </a:lnTo>
                  <a:lnTo>
                    <a:pt x="562" y="562"/>
                  </a:lnTo>
                  <a:lnTo>
                    <a:pt x="391" y="538"/>
                  </a:lnTo>
                  <a:lnTo>
                    <a:pt x="245" y="465"/>
                  </a:lnTo>
                  <a:lnTo>
                    <a:pt x="147" y="367"/>
                  </a:lnTo>
                  <a:lnTo>
                    <a:pt x="74" y="269"/>
                  </a:lnTo>
                  <a:lnTo>
                    <a:pt x="25" y="147"/>
                  </a:lnTo>
                  <a:lnTo>
                    <a:pt x="0"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73;p12"/>
            <p:cNvSpPr/>
            <p:nvPr/>
          </p:nvSpPr>
          <p:spPr>
            <a:xfrm>
              <a:off x="2146775" y="1298075"/>
              <a:ext cx="208225" cy="53750"/>
            </a:xfrm>
            <a:custGeom>
              <a:avLst/>
              <a:gdLst/>
              <a:ahLst/>
              <a:cxnLst/>
              <a:rect l="l" t="t" r="r" b="b"/>
              <a:pathLst>
                <a:path w="8329" h="2150" extrusionOk="0">
                  <a:moveTo>
                    <a:pt x="4152" y="0"/>
                  </a:moveTo>
                  <a:lnTo>
                    <a:pt x="3712" y="25"/>
                  </a:lnTo>
                  <a:lnTo>
                    <a:pt x="3297" y="49"/>
                  </a:lnTo>
                  <a:lnTo>
                    <a:pt x="2907" y="123"/>
                  </a:lnTo>
                  <a:lnTo>
                    <a:pt x="2540" y="196"/>
                  </a:lnTo>
                  <a:lnTo>
                    <a:pt x="2198" y="294"/>
                  </a:lnTo>
                  <a:lnTo>
                    <a:pt x="1881" y="391"/>
                  </a:lnTo>
                  <a:lnTo>
                    <a:pt x="1612" y="513"/>
                  </a:lnTo>
                  <a:lnTo>
                    <a:pt x="1343" y="635"/>
                  </a:lnTo>
                  <a:lnTo>
                    <a:pt x="1124" y="758"/>
                  </a:lnTo>
                  <a:lnTo>
                    <a:pt x="904" y="904"/>
                  </a:lnTo>
                  <a:lnTo>
                    <a:pt x="537" y="1173"/>
                  </a:lnTo>
                  <a:lnTo>
                    <a:pt x="244" y="1441"/>
                  </a:lnTo>
                  <a:lnTo>
                    <a:pt x="0" y="1661"/>
                  </a:lnTo>
                  <a:lnTo>
                    <a:pt x="0" y="2150"/>
                  </a:lnTo>
                  <a:lnTo>
                    <a:pt x="244" y="1930"/>
                  </a:lnTo>
                  <a:lnTo>
                    <a:pt x="537" y="1661"/>
                  </a:lnTo>
                  <a:lnTo>
                    <a:pt x="904" y="1393"/>
                  </a:lnTo>
                  <a:lnTo>
                    <a:pt x="1124" y="1246"/>
                  </a:lnTo>
                  <a:lnTo>
                    <a:pt x="1343" y="1124"/>
                  </a:lnTo>
                  <a:lnTo>
                    <a:pt x="1612" y="1002"/>
                  </a:lnTo>
                  <a:lnTo>
                    <a:pt x="1881" y="880"/>
                  </a:lnTo>
                  <a:lnTo>
                    <a:pt x="2198" y="782"/>
                  </a:lnTo>
                  <a:lnTo>
                    <a:pt x="2540" y="684"/>
                  </a:lnTo>
                  <a:lnTo>
                    <a:pt x="2907" y="611"/>
                  </a:lnTo>
                  <a:lnTo>
                    <a:pt x="3297" y="538"/>
                  </a:lnTo>
                  <a:lnTo>
                    <a:pt x="3712" y="513"/>
                  </a:lnTo>
                  <a:lnTo>
                    <a:pt x="4152" y="489"/>
                  </a:lnTo>
                  <a:lnTo>
                    <a:pt x="4738" y="513"/>
                  </a:lnTo>
                  <a:lnTo>
                    <a:pt x="5300" y="562"/>
                  </a:lnTo>
                  <a:lnTo>
                    <a:pt x="5788" y="611"/>
                  </a:lnTo>
                  <a:lnTo>
                    <a:pt x="6252" y="684"/>
                  </a:lnTo>
                  <a:lnTo>
                    <a:pt x="6668" y="782"/>
                  </a:lnTo>
                  <a:lnTo>
                    <a:pt x="7034" y="855"/>
                  </a:lnTo>
                  <a:lnTo>
                    <a:pt x="7596" y="1026"/>
                  </a:lnTo>
                  <a:lnTo>
                    <a:pt x="7767" y="1051"/>
                  </a:lnTo>
                  <a:lnTo>
                    <a:pt x="7938" y="1026"/>
                  </a:lnTo>
                  <a:lnTo>
                    <a:pt x="8084" y="953"/>
                  </a:lnTo>
                  <a:lnTo>
                    <a:pt x="8182" y="855"/>
                  </a:lnTo>
                  <a:lnTo>
                    <a:pt x="8255" y="758"/>
                  </a:lnTo>
                  <a:lnTo>
                    <a:pt x="8304" y="635"/>
                  </a:lnTo>
                  <a:lnTo>
                    <a:pt x="8328" y="489"/>
                  </a:lnTo>
                  <a:lnTo>
                    <a:pt x="8328" y="0"/>
                  </a:lnTo>
                  <a:lnTo>
                    <a:pt x="8304" y="147"/>
                  </a:lnTo>
                  <a:lnTo>
                    <a:pt x="8255" y="269"/>
                  </a:lnTo>
                  <a:lnTo>
                    <a:pt x="8182" y="367"/>
                  </a:lnTo>
                  <a:lnTo>
                    <a:pt x="8084" y="465"/>
                  </a:lnTo>
                  <a:lnTo>
                    <a:pt x="7938" y="538"/>
                  </a:lnTo>
                  <a:lnTo>
                    <a:pt x="7767" y="562"/>
                  </a:lnTo>
                  <a:lnTo>
                    <a:pt x="7596" y="538"/>
                  </a:lnTo>
                  <a:lnTo>
                    <a:pt x="7034" y="367"/>
                  </a:lnTo>
                  <a:lnTo>
                    <a:pt x="6668" y="294"/>
                  </a:lnTo>
                  <a:lnTo>
                    <a:pt x="6252" y="196"/>
                  </a:lnTo>
                  <a:lnTo>
                    <a:pt x="5788" y="123"/>
                  </a:lnTo>
                  <a:lnTo>
                    <a:pt x="5300" y="74"/>
                  </a:lnTo>
                  <a:lnTo>
                    <a:pt x="4738" y="25"/>
                  </a:lnTo>
                  <a:lnTo>
                    <a:pt x="4152"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74;p12"/>
            <p:cNvSpPr/>
            <p:nvPr/>
          </p:nvSpPr>
          <p:spPr>
            <a:xfrm>
              <a:off x="1926350" y="995225"/>
              <a:ext cx="208225" cy="332175"/>
            </a:xfrm>
            <a:custGeom>
              <a:avLst/>
              <a:gdLst/>
              <a:ahLst/>
              <a:cxnLst/>
              <a:rect l="l" t="t" r="r" b="b"/>
              <a:pathLst>
                <a:path w="8329" h="13287" extrusionOk="0">
                  <a:moveTo>
                    <a:pt x="4177" y="1"/>
                  </a:moveTo>
                  <a:lnTo>
                    <a:pt x="3591" y="25"/>
                  </a:lnTo>
                  <a:lnTo>
                    <a:pt x="3029" y="74"/>
                  </a:lnTo>
                  <a:lnTo>
                    <a:pt x="2467" y="196"/>
                  </a:lnTo>
                  <a:lnTo>
                    <a:pt x="1905" y="343"/>
                  </a:lnTo>
                  <a:lnTo>
                    <a:pt x="1393" y="538"/>
                  </a:lnTo>
                  <a:lnTo>
                    <a:pt x="929" y="758"/>
                  </a:lnTo>
                  <a:lnTo>
                    <a:pt x="513" y="978"/>
                  </a:lnTo>
                  <a:lnTo>
                    <a:pt x="342" y="1124"/>
                  </a:lnTo>
                  <a:lnTo>
                    <a:pt x="196" y="1246"/>
                  </a:lnTo>
                  <a:lnTo>
                    <a:pt x="123" y="1319"/>
                  </a:lnTo>
                  <a:lnTo>
                    <a:pt x="49" y="1442"/>
                  </a:lnTo>
                  <a:lnTo>
                    <a:pt x="25" y="1539"/>
                  </a:lnTo>
                  <a:lnTo>
                    <a:pt x="0" y="1661"/>
                  </a:lnTo>
                  <a:lnTo>
                    <a:pt x="0" y="11626"/>
                  </a:lnTo>
                  <a:lnTo>
                    <a:pt x="25" y="11773"/>
                  </a:lnTo>
                  <a:lnTo>
                    <a:pt x="74" y="11895"/>
                  </a:lnTo>
                  <a:lnTo>
                    <a:pt x="147" y="11992"/>
                  </a:lnTo>
                  <a:lnTo>
                    <a:pt x="245" y="12090"/>
                  </a:lnTo>
                  <a:lnTo>
                    <a:pt x="391" y="12163"/>
                  </a:lnTo>
                  <a:lnTo>
                    <a:pt x="562" y="12188"/>
                  </a:lnTo>
                  <a:lnTo>
                    <a:pt x="733" y="12163"/>
                  </a:lnTo>
                  <a:lnTo>
                    <a:pt x="1295" y="11992"/>
                  </a:lnTo>
                  <a:lnTo>
                    <a:pt x="1661" y="11919"/>
                  </a:lnTo>
                  <a:lnTo>
                    <a:pt x="2076" y="11821"/>
                  </a:lnTo>
                  <a:lnTo>
                    <a:pt x="2540" y="11748"/>
                  </a:lnTo>
                  <a:lnTo>
                    <a:pt x="3029" y="11699"/>
                  </a:lnTo>
                  <a:lnTo>
                    <a:pt x="3591" y="11650"/>
                  </a:lnTo>
                  <a:lnTo>
                    <a:pt x="4177" y="11626"/>
                  </a:lnTo>
                  <a:lnTo>
                    <a:pt x="4616" y="11650"/>
                  </a:lnTo>
                  <a:lnTo>
                    <a:pt x="5032" y="11675"/>
                  </a:lnTo>
                  <a:lnTo>
                    <a:pt x="5422" y="11748"/>
                  </a:lnTo>
                  <a:lnTo>
                    <a:pt x="5789" y="11821"/>
                  </a:lnTo>
                  <a:lnTo>
                    <a:pt x="6131" y="11919"/>
                  </a:lnTo>
                  <a:lnTo>
                    <a:pt x="6448" y="12017"/>
                  </a:lnTo>
                  <a:lnTo>
                    <a:pt x="6717" y="12139"/>
                  </a:lnTo>
                  <a:lnTo>
                    <a:pt x="6985" y="12261"/>
                  </a:lnTo>
                  <a:lnTo>
                    <a:pt x="7205" y="12383"/>
                  </a:lnTo>
                  <a:lnTo>
                    <a:pt x="7425" y="12530"/>
                  </a:lnTo>
                  <a:lnTo>
                    <a:pt x="7791" y="12798"/>
                  </a:lnTo>
                  <a:lnTo>
                    <a:pt x="8084" y="13067"/>
                  </a:lnTo>
                  <a:lnTo>
                    <a:pt x="8329" y="13287"/>
                  </a:lnTo>
                  <a:lnTo>
                    <a:pt x="8329" y="2199"/>
                  </a:lnTo>
                  <a:lnTo>
                    <a:pt x="8329" y="2101"/>
                  </a:lnTo>
                  <a:lnTo>
                    <a:pt x="8280" y="1979"/>
                  </a:lnTo>
                  <a:lnTo>
                    <a:pt x="8231" y="1881"/>
                  </a:lnTo>
                  <a:lnTo>
                    <a:pt x="8158" y="1808"/>
                  </a:lnTo>
                  <a:lnTo>
                    <a:pt x="8036" y="1686"/>
                  </a:lnTo>
                  <a:lnTo>
                    <a:pt x="7767" y="1442"/>
                  </a:lnTo>
                  <a:lnTo>
                    <a:pt x="7449" y="1173"/>
                  </a:lnTo>
                  <a:lnTo>
                    <a:pt x="7083" y="904"/>
                  </a:lnTo>
                  <a:lnTo>
                    <a:pt x="6644" y="611"/>
                  </a:lnTo>
                  <a:lnTo>
                    <a:pt x="6375" y="489"/>
                  </a:lnTo>
                  <a:lnTo>
                    <a:pt x="6131" y="367"/>
                  </a:lnTo>
                  <a:lnTo>
                    <a:pt x="5838" y="269"/>
                  </a:lnTo>
                  <a:lnTo>
                    <a:pt x="5544" y="172"/>
                  </a:lnTo>
                  <a:lnTo>
                    <a:pt x="5227" y="98"/>
                  </a:lnTo>
                  <a:lnTo>
                    <a:pt x="4885" y="49"/>
                  </a:lnTo>
                  <a:lnTo>
                    <a:pt x="4543"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75;p12"/>
            <p:cNvSpPr/>
            <p:nvPr/>
          </p:nvSpPr>
          <p:spPr>
            <a:xfrm>
              <a:off x="2146775" y="995225"/>
              <a:ext cx="208225" cy="332175"/>
            </a:xfrm>
            <a:custGeom>
              <a:avLst/>
              <a:gdLst/>
              <a:ahLst/>
              <a:cxnLst/>
              <a:rect l="l" t="t" r="r" b="b"/>
              <a:pathLst>
                <a:path w="8329" h="13287" extrusionOk="0">
                  <a:moveTo>
                    <a:pt x="3786" y="1"/>
                  </a:moveTo>
                  <a:lnTo>
                    <a:pt x="3444" y="49"/>
                  </a:lnTo>
                  <a:lnTo>
                    <a:pt x="3102" y="98"/>
                  </a:lnTo>
                  <a:lnTo>
                    <a:pt x="2784" y="172"/>
                  </a:lnTo>
                  <a:lnTo>
                    <a:pt x="2491" y="269"/>
                  </a:lnTo>
                  <a:lnTo>
                    <a:pt x="2198" y="367"/>
                  </a:lnTo>
                  <a:lnTo>
                    <a:pt x="1954" y="489"/>
                  </a:lnTo>
                  <a:lnTo>
                    <a:pt x="1685" y="611"/>
                  </a:lnTo>
                  <a:lnTo>
                    <a:pt x="1246" y="904"/>
                  </a:lnTo>
                  <a:lnTo>
                    <a:pt x="879" y="1173"/>
                  </a:lnTo>
                  <a:lnTo>
                    <a:pt x="562" y="1442"/>
                  </a:lnTo>
                  <a:lnTo>
                    <a:pt x="293" y="1686"/>
                  </a:lnTo>
                  <a:lnTo>
                    <a:pt x="171" y="1808"/>
                  </a:lnTo>
                  <a:lnTo>
                    <a:pt x="98" y="1881"/>
                  </a:lnTo>
                  <a:lnTo>
                    <a:pt x="49" y="1979"/>
                  </a:lnTo>
                  <a:lnTo>
                    <a:pt x="0" y="2101"/>
                  </a:lnTo>
                  <a:lnTo>
                    <a:pt x="0" y="2199"/>
                  </a:lnTo>
                  <a:lnTo>
                    <a:pt x="0" y="13287"/>
                  </a:lnTo>
                  <a:lnTo>
                    <a:pt x="244" y="13067"/>
                  </a:lnTo>
                  <a:lnTo>
                    <a:pt x="537" y="12798"/>
                  </a:lnTo>
                  <a:lnTo>
                    <a:pt x="904" y="12530"/>
                  </a:lnTo>
                  <a:lnTo>
                    <a:pt x="1124" y="12383"/>
                  </a:lnTo>
                  <a:lnTo>
                    <a:pt x="1343" y="12261"/>
                  </a:lnTo>
                  <a:lnTo>
                    <a:pt x="1612" y="12139"/>
                  </a:lnTo>
                  <a:lnTo>
                    <a:pt x="1881" y="12017"/>
                  </a:lnTo>
                  <a:lnTo>
                    <a:pt x="2198" y="11919"/>
                  </a:lnTo>
                  <a:lnTo>
                    <a:pt x="2540" y="11821"/>
                  </a:lnTo>
                  <a:lnTo>
                    <a:pt x="2907" y="11748"/>
                  </a:lnTo>
                  <a:lnTo>
                    <a:pt x="3297" y="11675"/>
                  </a:lnTo>
                  <a:lnTo>
                    <a:pt x="3712" y="11650"/>
                  </a:lnTo>
                  <a:lnTo>
                    <a:pt x="4152" y="11626"/>
                  </a:lnTo>
                  <a:lnTo>
                    <a:pt x="4738" y="11650"/>
                  </a:lnTo>
                  <a:lnTo>
                    <a:pt x="5300" y="11699"/>
                  </a:lnTo>
                  <a:lnTo>
                    <a:pt x="5788" y="11748"/>
                  </a:lnTo>
                  <a:lnTo>
                    <a:pt x="6252" y="11821"/>
                  </a:lnTo>
                  <a:lnTo>
                    <a:pt x="6668" y="11919"/>
                  </a:lnTo>
                  <a:lnTo>
                    <a:pt x="7034" y="11992"/>
                  </a:lnTo>
                  <a:lnTo>
                    <a:pt x="7596" y="12163"/>
                  </a:lnTo>
                  <a:lnTo>
                    <a:pt x="7767" y="12188"/>
                  </a:lnTo>
                  <a:lnTo>
                    <a:pt x="7938" y="12163"/>
                  </a:lnTo>
                  <a:lnTo>
                    <a:pt x="8084" y="12090"/>
                  </a:lnTo>
                  <a:lnTo>
                    <a:pt x="8182" y="11992"/>
                  </a:lnTo>
                  <a:lnTo>
                    <a:pt x="8255" y="11895"/>
                  </a:lnTo>
                  <a:lnTo>
                    <a:pt x="8304" y="11773"/>
                  </a:lnTo>
                  <a:lnTo>
                    <a:pt x="8328" y="11626"/>
                  </a:lnTo>
                  <a:lnTo>
                    <a:pt x="8328" y="1661"/>
                  </a:lnTo>
                  <a:lnTo>
                    <a:pt x="8304" y="1539"/>
                  </a:lnTo>
                  <a:lnTo>
                    <a:pt x="8280" y="1442"/>
                  </a:lnTo>
                  <a:lnTo>
                    <a:pt x="8206" y="1319"/>
                  </a:lnTo>
                  <a:lnTo>
                    <a:pt x="8133" y="1246"/>
                  </a:lnTo>
                  <a:lnTo>
                    <a:pt x="7987" y="1124"/>
                  </a:lnTo>
                  <a:lnTo>
                    <a:pt x="7816" y="978"/>
                  </a:lnTo>
                  <a:lnTo>
                    <a:pt x="7400" y="758"/>
                  </a:lnTo>
                  <a:lnTo>
                    <a:pt x="6936" y="538"/>
                  </a:lnTo>
                  <a:lnTo>
                    <a:pt x="6423" y="343"/>
                  </a:lnTo>
                  <a:lnTo>
                    <a:pt x="5862" y="196"/>
                  </a:lnTo>
                  <a:lnTo>
                    <a:pt x="5300" y="74"/>
                  </a:lnTo>
                  <a:lnTo>
                    <a:pt x="4738" y="25"/>
                  </a:lnTo>
                  <a:lnTo>
                    <a:pt x="4152"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D2710CFE-51FE-AA42-3B5C-D24F5B376538}"/>
              </a:ext>
            </a:extLst>
          </p:cNvPr>
          <p:cNvPicPr>
            <a:picLocks noChangeAspect="1"/>
          </p:cNvPicPr>
          <p:nvPr/>
        </p:nvPicPr>
        <p:blipFill>
          <a:blip r:embed="rId3"/>
          <a:stretch>
            <a:fillRect/>
          </a:stretch>
        </p:blipFill>
        <p:spPr>
          <a:xfrm>
            <a:off x="428624" y="1555963"/>
            <a:ext cx="7979569" cy="2997654"/>
          </a:xfrm>
          <a:prstGeom prst="rect">
            <a:avLst/>
          </a:prstGeom>
        </p:spPr>
      </p:pic>
    </p:spTree>
    <p:extLst>
      <p:ext uri="{BB962C8B-B14F-4D97-AF65-F5344CB8AC3E}">
        <p14:creationId xmlns:p14="http://schemas.microsoft.com/office/powerpoint/2010/main" val="2079704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8"/>
          <p:cNvSpPr txBox="1">
            <a:spLocks noGrp="1"/>
          </p:cNvSpPr>
          <p:nvPr>
            <p:ph type="title" idx="4294967295"/>
          </p:nvPr>
        </p:nvSpPr>
        <p:spPr>
          <a:xfrm>
            <a:off x="363690" y="-47430"/>
            <a:ext cx="6817120" cy="1184400"/>
          </a:xfrm>
          <a:prstGeom prst="rect">
            <a:avLst/>
          </a:prstGeom>
        </p:spPr>
        <p:txBody>
          <a:bodyPr spcFirstLastPara="1" wrap="square" lIns="91425" tIns="91425" rIns="91425" bIns="91425" anchor="b" anchorCtr="0">
            <a:noAutofit/>
          </a:bodyPr>
          <a:lstStyle/>
          <a:p>
            <a:pPr lvl="0"/>
            <a:r>
              <a:rPr lang="en-IN" sz="2600" dirty="0"/>
              <a:t>Read and Display records from the CSV file</a:t>
            </a:r>
            <a:endParaRPr sz="2600" dirty="0"/>
          </a:p>
        </p:txBody>
      </p:sp>
      <p:sp>
        <p:nvSpPr>
          <p:cNvPr id="146" name="Google Shape;146;p18"/>
          <p:cNvSpPr txBox="1">
            <a:spLocks noGrp="1"/>
          </p:cNvSpPr>
          <p:nvPr>
            <p:ph type="sldNum" idx="4294967295"/>
          </p:nvPr>
        </p:nvSpPr>
        <p:spPr>
          <a:xfrm>
            <a:off x="8346474" y="26072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13</a:t>
            </a:fld>
            <a:endParaRPr/>
          </a:p>
        </p:txBody>
      </p:sp>
      <p:grpSp>
        <p:nvGrpSpPr>
          <p:cNvPr id="11" name="Google Shape;71;p12"/>
          <p:cNvGrpSpPr/>
          <p:nvPr/>
        </p:nvGrpSpPr>
        <p:grpSpPr>
          <a:xfrm>
            <a:off x="7245744" y="711703"/>
            <a:ext cx="1097515" cy="913074"/>
            <a:chOff x="1926350" y="995225"/>
            <a:chExt cx="428650" cy="356600"/>
          </a:xfrm>
        </p:grpSpPr>
        <p:sp>
          <p:nvSpPr>
            <p:cNvPr id="12" name="Google Shape;72;p12"/>
            <p:cNvSpPr/>
            <p:nvPr/>
          </p:nvSpPr>
          <p:spPr>
            <a:xfrm>
              <a:off x="1926350" y="1298075"/>
              <a:ext cx="208225" cy="53750"/>
            </a:xfrm>
            <a:custGeom>
              <a:avLst/>
              <a:gdLst/>
              <a:ahLst/>
              <a:cxnLst/>
              <a:rect l="l" t="t" r="r" b="b"/>
              <a:pathLst>
                <a:path w="8329" h="2150" extrusionOk="0">
                  <a:moveTo>
                    <a:pt x="0" y="0"/>
                  </a:moveTo>
                  <a:lnTo>
                    <a:pt x="0" y="489"/>
                  </a:lnTo>
                  <a:lnTo>
                    <a:pt x="25" y="635"/>
                  </a:lnTo>
                  <a:lnTo>
                    <a:pt x="74" y="758"/>
                  </a:lnTo>
                  <a:lnTo>
                    <a:pt x="147" y="855"/>
                  </a:lnTo>
                  <a:lnTo>
                    <a:pt x="245" y="953"/>
                  </a:lnTo>
                  <a:lnTo>
                    <a:pt x="391" y="1026"/>
                  </a:lnTo>
                  <a:lnTo>
                    <a:pt x="562" y="1051"/>
                  </a:lnTo>
                  <a:lnTo>
                    <a:pt x="733" y="1026"/>
                  </a:lnTo>
                  <a:lnTo>
                    <a:pt x="1295" y="855"/>
                  </a:lnTo>
                  <a:lnTo>
                    <a:pt x="1661" y="782"/>
                  </a:lnTo>
                  <a:lnTo>
                    <a:pt x="2076" y="684"/>
                  </a:lnTo>
                  <a:lnTo>
                    <a:pt x="2540" y="611"/>
                  </a:lnTo>
                  <a:lnTo>
                    <a:pt x="3029" y="562"/>
                  </a:lnTo>
                  <a:lnTo>
                    <a:pt x="3591" y="513"/>
                  </a:lnTo>
                  <a:lnTo>
                    <a:pt x="4177" y="489"/>
                  </a:lnTo>
                  <a:lnTo>
                    <a:pt x="4616" y="513"/>
                  </a:lnTo>
                  <a:lnTo>
                    <a:pt x="5032" y="538"/>
                  </a:lnTo>
                  <a:lnTo>
                    <a:pt x="5422" y="611"/>
                  </a:lnTo>
                  <a:lnTo>
                    <a:pt x="5789" y="684"/>
                  </a:lnTo>
                  <a:lnTo>
                    <a:pt x="6131" y="782"/>
                  </a:lnTo>
                  <a:lnTo>
                    <a:pt x="6448" y="880"/>
                  </a:lnTo>
                  <a:lnTo>
                    <a:pt x="6717" y="1002"/>
                  </a:lnTo>
                  <a:lnTo>
                    <a:pt x="6985" y="1124"/>
                  </a:lnTo>
                  <a:lnTo>
                    <a:pt x="7205" y="1246"/>
                  </a:lnTo>
                  <a:lnTo>
                    <a:pt x="7425" y="1393"/>
                  </a:lnTo>
                  <a:lnTo>
                    <a:pt x="7791" y="1661"/>
                  </a:lnTo>
                  <a:lnTo>
                    <a:pt x="8084" y="1930"/>
                  </a:lnTo>
                  <a:lnTo>
                    <a:pt x="8329" y="2150"/>
                  </a:lnTo>
                  <a:lnTo>
                    <a:pt x="8329" y="1661"/>
                  </a:lnTo>
                  <a:lnTo>
                    <a:pt x="8084" y="1441"/>
                  </a:lnTo>
                  <a:lnTo>
                    <a:pt x="7791" y="1173"/>
                  </a:lnTo>
                  <a:lnTo>
                    <a:pt x="7425" y="904"/>
                  </a:lnTo>
                  <a:lnTo>
                    <a:pt x="7205" y="758"/>
                  </a:lnTo>
                  <a:lnTo>
                    <a:pt x="6985" y="635"/>
                  </a:lnTo>
                  <a:lnTo>
                    <a:pt x="6717" y="513"/>
                  </a:lnTo>
                  <a:lnTo>
                    <a:pt x="6448" y="391"/>
                  </a:lnTo>
                  <a:lnTo>
                    <a:pt x="6131" y="294"/>
                  </a:lnTo>
                  <a:lnTo>
                    <a:pt x="5789" y="196"/>
                  </a:lnTo>
                  <a:lnTo>
                    <a:pt x="5422" y="123"/>
                  </a:lnTo>
                  <a:lnTo>
                    <a:pt x="5032" y="49"/>
                  </a:lnTo>
                  <a:lnTo>
                    <a:pt x="4616" y="25"/>
                  </a:lnTo>
                  <a:lnTo>
                    <a:pt x="4177" y="0"/>
                  </a:lnTo>
                  <a:lnTo>
                    <a:pt x="3591" y="25"/>
                  </a:lnTo>
                  <a:lnTo>
                    <a:pt x="3029" y="74"/>
                  </a:lnTo>
                  <a:lnTo>
                    <a:pt x="2540" y="123"/>
                  </a:lnTo>
                  <a:lnTo>
                    <a:pt x="2076" y="196"/>
                  </a:lnTo>
                  <a:lnTo>
                    <a:pt x="1661" y="294"/>
                  </a:lnTo>
                  <a:lnTo>
                    <a:pt x="1295" y="367"/>
                  </a:lnTo>
                  <a:lnTo>
                    <a:pt x="733" y="538"/>
                  </a:lnTo>
                  <a:lnTo>
                    <a:pt x="562" y="562"/>
                  </a:lnTo>
                  <a:lnTo>
                    <a:pt x="391" y="538"/>
                  </a:lnTo>
                  <a:lnTo>
                    <a:pt x="245" y="465"/>
                  </a:lnTo>
                  <a:lnTo>
                    <a:pt x="147" y="367"/>
                  </a:lnTo>
                  <a:lnTo>
                    <a:pt x="74" y="269"/>
                  </a:lnTo>
                  <a:lnTo>
                    <a:pt x="25" y="147"/>
                  </a:lnTo>
                  <a:lnTo>
                    <a:pt x="0"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73;p12"/>
            <p:cNvSpPr/>
            <p:nvPr/>
          </p:nvSpPr>
          <p:spPr>
            <a:xfrm>
              <a:off x="2146775" y="1298075"/>
              <a:ext cx="208225" cy="53750"/>
            </a:xfrm>
            <a:custGeom>
              <a:avLst/>
              <a:gdLst/>
              <a:ahLst/>
              <a:cxnLst/>
              <a:rect l="l" t="t" r="r" b="b"/>
              <a:pathLst>
                <a:path w="8329" h="2150" extrusionOk="0">
                  <a:moveTo>
                    <a:pt x="4152" y="0"/>
                  </a:moveTo>
                  <a:lnTo>
                    <a:pt x="3712" y="25"/>
                  </a:lnTo>
                  <a:lnTo>
                    <a:pt x="3297" y="49"/>
                  </a:lnTo>
                  <a:lnTo>
                    <a:pt x="2907" y="123"/>
                  </a:lnTo>
                  <a:lnTo>
                    <a:pt x="2540" y="196"/>
                  </a:lnTo>
                  <a:lnTo>
                    <a:pt x="2198" y="294"/>
                  </a:lnTo>
                  <a:lnTo>
                    <a:pt x="1881" y="391"/>
                  </a:lnTo>
                  <a:lnTo>
                    <a:pt x="1612" y="513"/>
                  </a:lnTo>
                  <a:lnTo>
                    <a:pt x="1343" y="635"/>
                  </a:lnTo>
                  <a:lnTo>
                    <a:pt x="1124" y="758"/>
                  </a:lnTo>
                  <a:lnTo>
                    <a:pt x="904" y="904"/>
                  </a:lnTo>
                  <a:lnTo>
                    <a:pt x="537" y="1173"/>
                  </a:lnTo>
                  <a:lnTo>
                    <a:pt x="244" y="1441"/>
                  </a:lnTo>
                  <a:lnTo>
                    <a:pt x="0" y="1661"/>
                  </a:lnTo>
                  <a:lnTo>
                    <a:pt x="0" y="2150"/>
                  </a:lnTo>
                  <a:lnTo>
                    <a:pt x="244" y="1930"/>
                  </a:lnTo>
                  <a:lnTo>
                    <a:pt x="537" y="1661"/>
                  </a:lnTo>
                  <a:lnTo>
                    <a:pt x="904" y="1393"/>
                  </a:lnTo>
                  <a:lnTo>
                    <a:pt x="1124" y="1246"/>
                  </a:lnTo>
                  <a:lnTo>
                    <a:pt x="1343" y="1124"/>
                  </a:lnTo>
                  <a:lnTo>
                    <a:pt x="1612" y="1002"/>
                  </a:lnTo>
                  <a:lnTo>
                    <a:pt x="1881" y="880"/>
                  </a:lnTo>
                  <a:lnTo>
                    <a:pt x="2198" y="782"/>
                  </a:lnTo>
                  <a:lnTo>
                    <a:pt x="2540" y="684"/>
                  </a:lnTo>
                  <a:lnTo>
                    <a:pt x="2907" y="611"/>
                  </a:lnTo>
                  <a:lnTo>
                    <a:pt x="3297" y="538"/>
                  </a:lnTo>
                  <a:lnTo>
                    <a:pt x="3712" y="513"/>
                  </a:lnTo>
                  <a:lnTo>
                    <a:pt x="4152" y="489"/>
                  </a:lnTo>
                  <a:lnTo>
                    <a:pt x="4738" y="513"/>
                  </a:lnTo>
                  <a:lnTo>
                    <a:pt x="5300" y="562"/>
                  </a:lnTo>
                  <a:lnTo>
                    <a:pt x="5788" y="611"/>
                  </a:lnTo>
                  <a:lnTo>
                    <a:pt x="6252" y="684"/>
                  </a:lnTo>
                  <a:lnTo>
                    <a:pt x="6668" y="782"/>
                  </a:lnTo>
                  <a:lnTo>
                    <a:pt x="7034" y="855"/>
                  </a:lnTo>
                  <a:lnTo>
                    <a:pt x="7596" y="1026"/>
                  </a:lnTo>
                  <a:lnTo>
                    <a:pt x="7767" y="1051"/>
                  </a:lnTo>
                  <a:lnTo>
                    <a:pt x="7938" y="1026"/>
                  </a:lnTo>
                  <a:lnTo>
                    <a:pt x="8084" y="953"/>
                  </a:lnTo>
                  <a:lnTo>
                    <a:pt x="8182" y="855"/>
                  </a:lnTo>
                  <a:lnTo>
                    <a:pt x="8255" y="758"/>
                  </a:lnTo>
                  <a:lnTo>
                    <a:pt x="8304" y="635"/>
                  </a:lnTo>
                  <a:lnTo>
                    <a:pt x="8328" y="489"/>
                  </a:lnTo>
                  <a:lnTo>
                    <a:pt x="8328" y="0"/>
                  </a:lnTo>
                  <a:lnTo>
                    <a:pt x="8304" y="147"/>
                  </a:lnTo>
                  <a:lnTo>
                    <a:pt x="8255" y="269"/>
                  </a:lnTo>
                  <a:lnTo>
                    <a:pt x="8182" y="367"/>
                  </a:lnTo>
                  <a:lnTo>
                    <a:pt x="8084" y="465"/>
                  </a:lnTo>
                  <a:lnTo>
                    <a:pt x="7938" y="538"/>
                  </a:lnTo>
                  <a:lnTo>
                    <a:pt x="7767" y="562"/>
                  </a:lnTo>
                  <a:lnTo>
                    <a:pt x="7596" y="538"/>
                  </a:lnTo>
                  <a:lnTo>
                    <a:pt x="7034" y="367"/>
                  </a:lnTo>
                  <a:lnTo>
                    <a:pt x="6668" y="294"/>
                  </a:lnTo>
                  <a:lnTo>
                    <a:pt x="6252" y="196"/>
                  </a:lnTo>
                  <a:lnTo>
                    <a:pt x="5788" y="123"/>
                  </a:lnTo>
                  <a:lnTo>
                    <a:pt x="5300" y="74"/>
                  </a:lnTo>
                  <a:lnTo>
                    <a:pt x="4738" y="25"/>
                  </a:lnTo>
                  <a:lnTo>
                    <a:pt x="4152"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74;p12"/>
            <p:cNvSpPr/>
            <p:nvPr/>
          </p:nvSpPr>
          <p:spPr>
            <a:xfrm>
              <a:off x="1926350" y="995225"/>
              <a:ext cx="208225" cy="332175"/>
            </a:xfrm>
            <a:custGeom>
              <a:avLst/>
              <a:gdLst/>
              <a:ahLst/>
              <a:cxnLst/>
              <a:rect l="l" t="t" r="r" b="b"/>
              <a:pathLst>
                <a:path w="8329" h="13287" extrusionOk="0">
                  <a:moveTo>
                    <a:pt x="4177" y="1"/>
                  </a:moveTo>
                  <a:lnTo>
                    <a:pt x="3591" y="25"/>
                  </a:lnTo>
                  <a:lnTo>
                    <a:pt x="3029" y="74"/>
                  </a:lnTo>
                  <a:lnTo>
                    <a:pt x="2467" y="196"/>
                  </a:lnTo>
                  <a:lnTo>
                    <a:pt x="1905" y="343"/>
                  </a:lnTo>
                  <a:lnTo>
                    <a:pt x="1393" y="538"/>
                  </a:lnTo>
                  <a:lnTo>
                    <a:pt x="929" y="758"/>
                  </a:lnTo>
                  <a:lnTo>
                    <a:pt x="513" y="978"/>
                  </a:lnTo>
                  <a:lnTo>
                    <a:pt x="342" y="1124"/>
                  </a:lnTo>
                  <a:lnTo>
                    <a:pt x="196" y="1246"/>
                  </a:lnTo>
                  <a:lnTo>
                    <a:pt x="123" y="1319"/>
                  </a:lnTo>
                  <a:lnTo>
                    <a:pt x="49" y="1442"/>
                  </a:lnTo>
                  <a:lnTo>
                    <a:pt x="25" y="1539"/>
                  </a:lnTo>
                  <a:lnTo>
                    <a:pt x="0" y="1661"/>
                  </a:lnTo>
                  <a:lnTo>
                    <a:pt x="0" y="11626"/>
                  </a:lnTo>
                  <a:lnTo>
                    <a:pt x="25" y="11773"/>
                  </a:lnTo>
                  <a:lnTo>
                    <a:pt x="74" y="11895"/>
                  </a:lnTo>
                  <a:lnTo>
                    <a:pt x="147" y="11992"/>
                  </a:lnTo>
                  <a:lnTo>
                    <a:pt x="245" y="12090"/>
                  </a:lnTo>
                  <a:lnTo>
                    <a:pt x="391" y="12163"/>
                  </a:lnTo>
                  <a:lnTo>
                    <a:pt x="562" y="12188"/>
                  </a:lnTo>
                  <a:lnTo>
                    <a:pt x="733" y="12163"/>
                  </a:lnTo>
                  <a:lnTo>
                    <a:pt x="1295" y="11992"/>
                  </a:lnTo>
                  <a:lnTo>
                    <a:pt x="1661" y="11919"/>
                  </a:lnTo>
                  <a:lnTo>
                    <a:pt x="2076" y="11821"/>
                  </a:lnTo>
                  <a:lnTo>
                    <a:pt x="2540" y="11748"/>
                  </a:lnTo>
                  <a:lnTo>
                    <a:pt x="3029" y="11699"/>
                  </a:lnTo>
                  <a:lnTo>
                    <a:pt x="3591" y="11650"/>
                  </a:lnTo>
                  <a:lnTo>
                    <a:pt x="4177" y="11626"/>
                  </a:lnTo>
                  <a:lnTo>
                    <a:pt x="4616" y="11650"/>
                  </a:lnTo>
                  <a:lnTo>
                    <a:pt x="5032" y="11675"/>
                  </a:lnTo>
                  <a:lnTo>
                    <a:pt x="5422" y="11748"/>
                  </a:lnTo>
                  <a:lnTo>
                    <a:pt x="5789" y="11821"/>
                  </a:lnTo>
                  <a:lnTo>
                    <a:pt x="6131" y="11919"/>
                  </a:lnTo>
                  <a:lnTo>
                    <a:pt x="6448" y="12017"/>
                  </a:lnTo>
                  <a:lnTo>
                    <a:pt x="6717" y="12139"/>
                  </a:lnTo>
                  <a:lnTo>
                    <a:pt x="6985" y="12261"/>
                  </a:lnTo>
                  <a:lnTo>
                    <a:pt x="7205" y="12383"/>
                  </a:lnTo>
                  <a:lnTo>
                    <a:pt x="7425" y="12530"/>
                  </a:lnTo>
                  <a:lnTo>
                    <a:pt x="7791" y="12798"/>
                  </a:lnTo>
                  <a:lnTo>
                    <a:pt x="8084" y="13067"/>
                  </a:lnTo>
                  <a:lnTo>
                    <a:pt x="8329" y="13287"/>
                  </a:lnTo>
                  <a:lnTo>
                    <a:pt x="8329" y="2199"/>
                  </a:lnTo>
                  <a:lnTo>
                    <a:pt x="8329" y="2101"/>
                  </a:lnTo>
                  <a:lnTo>
                    <a:pt x="8280" y="1979"/>
                  </a:lnTo>
                  <a:lnTo>
                    <a:pt x="8231" y="1881"/>
                  </a:lnTo>
                  <a:lnTo>
                    <a:pt x="8158" y="1808"/>
                  </a:lnTo>
                  <a:lnTo>
                    <a:pt x="8036" y="1686"/>
                  </a:lnTo>
                  <a:lnTo>
                    <a:pt x="7767" y="1442"/>
                  </a:lnTo>
                  <a:lnTo>
                    <a:pt x="7449" y="1173"/>
                  </a:lnTo>
                  <a:lnTo>
                    <a:pt x="7083" y="904"/>
                  </a:lnTo>
                  <a:lnTo>
                    <a:pt x="6644" y="611"/>
                  </a:lnTo>
                  <a:lnTo>
                    <a:pt x="6375" y="489"/>
                  </a:lnTo>
                  <a:lnTo>
                    <a:pt x="6131" y="367"/>
                  </a:lnTo>
                  <a:lnTo>
                    <a:pt x="5838" y="269"/>
                  </a:lnTo>
                  <a:lnTo>
                    <a:pt x="5544" y="172"/>
                  </a:lnTo>
                  <a:lnTo>
                    <a:pt x="5227" y="98"/>
                  </a:lnTo>
                  <a:lnTo>
                    <a:pt x="4885" y="49"/>
                  </a:lnTo>
                  <a:lnTo>
                    <a:pt x="4543"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75;p12"/>
            <p:cNvSpPr/>
            <p:nvPr/>
          </p:nvSpPr>
          <p:spPr>
            <a:xfrm>
              <a:off x="2146775" y="995225"/>
              <a:ext cx="208225" cy="332175"/>
            </a:xfrm>
            <a:custGeom>
              <a:avLst/>
              <a:gdLst/>
              <a:ahLst/>
              <a:cxnLst/>
              <a:rect l="l" t="t" r="r" b="b"/>
              <a:pathLst>
                <a:path w="8329" h="13287" extrusionOk="0">
                  <a:moveTo>
                    <a:pt x="3786" y="1"/>
                  </a:moveTo>
                  <a:lnTo>
                    <a:pt x="3444" y="49"/>
                  </a:lnTo>
                  <a:lnTo>
                    <a:pt x="3102" y="98"/>
                  </a:lnTo>
                  <a:lnTo>
                    <a:pt x="2784" y="172"/>
                  </a:lnTo>
                  <a:lnTo>
                    <a:pt x="2491" y="269"/>
                  </a:lnTo>
                  <a:lnTo>
                    <a:pt x="2198" y="367"/>
                  </a:lnTo>
                  <a:lnTo>
                    <a:pt x="1954" y="489"/>
                  </a:lnTo>
                  <a:lnTo>
                    <a:pt x="1685" y="611"/>
                  </a:lnTo>
                  <a:lnTo>
                    <a:pt x="1246" y="904"/>
                  </a:lnTo>
                  <a:lnTo>
                    <a:pt x="879" y="1173"/>
                  </a:lnTo>
                  <a:lnTo>
                    <a:pt x="562" y="1442"/>
                  </a:lnTo>
                  <a:lnTo>
                    <a:pt x="293" y="1686"/>
                  </a:lnTo>
                  <a:lnTo>
                    <a:pt x="171" y="1808"/>
                  </a:lnTo>
                  <a:lnTo>
                    <a:pt x="98" y="1881"/>
                  </a:lnTo>
                  <a:lnTo>
                    <a:pt x="49" y="1979"/>
                  </a:lnTo>
                  <a:lnTo>
                    <a:pt x="0" y="2101"/>
                  </a:lnTo>
                  <a:lnTo>
                    <a:pt x="0" y="2199"/>
                  </a:lnTo>
                  <a:lnTo>
                    <a:pt x="0" y="13287"/>
                  </a:lnTo>
                  <a:lnTo>
                    <a:pt x="244" y="13067"/>
                  </a:lnTo>
                  <a:lnTo>
                    <a:pt x="537" y="12798"/>
                  </a:lnTo>
                  <a:lnTo>
                    <a:pt x="904" y="12530"/>
                  </a:lnTo>
                  <a:lnTo>
                    <a:pt x="1124" y="12383"/>
                  </a:lnTo>
                  <a:lnTo>
                    <a:pt x="1343" y="12261"/>
                  </a:lnTo>
                  <a:lnTo>
                    <a:pt x="1612" y="12139"/>
                  </a:lnTo>
                  <a:lnTo>
                    <a:pt x="1881" y="12017"/>
                  </a:lnTo>
                  <a:lnTo>
                    <a:pt x="2198" y="11919"/>
                  </a:lnTo>
                  <a:lnTo>
                    <a:pt x="2540" y="11821"/>
                  </a:lnTo>
                  <a:lnTo>
                    <a:pt x="2907" y="11748"/>
                  </a:lnTo>
                  <a:lnTo>
                    <a:pt x="3297" y="11675"/>
                  </a:lnTo>
                  <a:lnTo>
                    <a:pt x="3712" y="11650"/>
                  </a:lnTo>
                  <a:lnTo>
                    <a:pt x="4152" y="11626"/>
                  </a:lnTo>
                  <a:lnTo>
                    <a:pt x="4738" y="11650"/>
                  </a:lnTo>
                  <a:lnTo>
                    <a:pt x="5300" y="11699"/>
                  </a:lnTo>
                  <a:lnTo>
                    <a:pt x="5788" y="11748"/>
                  </a:lnTo>
                  <a:lnTo>
                    <a:pt x="6252" y="11821"/>
                  </a:lnTo>
                  <a:lnTo>
                    <a:pt x="6668" y="11919"/>
                  </a:lnTo>
                  <a:lnTo>
                    <a:pt x="7034" y="11992"/>
                  </a:lnTo>
                  <a:lnTo>
                    <a:pt x="7596" y="12163"/>
                  </a:lnTo>
                  <a:lnTo>
                    <a:pt x="7767" y="12188"/>
                  </a:lnTo>
                  <a:lnTo>
                    <a:pt x="7938" y="12163"/>
                  </a:lnTo>
                  <a:lnTo>
                    <a:pt x="8084" y="12090"/>
                  </a:lnTo>
                  <a:lnTo>
                    <a:pt x="8182" y="11992"/>
                  </a:lnTo>
                  <a:lnTo>
                    <a:pt x="8255" y="11895"/>
                  </a:lnTo>
                  <a:lnTo>
                    <a:pt x="8304" y="11773"/>
                  </a:lnTo>
                  <a:lnTo>
                    <a:pt x="8328" y="11626"/>
                  </a:lnTo>
                  <a:lnTo>
                    <a:pt x="8328" y="1661"/>
                  </a:lnTo>
                  <a:lnTo>
                    <a:pt x="8304" y="1539"/>
                  </a:lnTo>
                  <a:lnTo>
                    <a:pt x="8280" y="1442"/>
                  </a:lnTo>
                  <a:lnTo>
                    <a:pt x="8206" y="1319"/>
                  </a:lnTo>
                  <a:lnTo>
                    <a:pt x="8133" y="1246"/>
                  </a:lnTo>
                  <a:lnTo>
                    <a:pt x="7987" y="1124"/>
                  </a:lnTo>
                  <a:lnTo>
                    <a:pt x="7816" y="978"/>
                  </a:lnTo>
                  <a:lnTo>
                    <a:pt x="7400" y="758"/>
                  </a:lnTo>
                  <a:lnTo>
                    <a:pt x="6936" y="538"/>
                  </a:lnTo>
                  <a:lnTo>
                    <a:pt x="6423" y="343"/>
                  </a:lnTo>
                  <a:lnTo>
                    <a:pt x="5862" y="196"/>
                  </a:lnTo>
                  <a:lnTo>
                    <a:pt x="5300" y="74"/>
                  </a:lnTo>
                  <a:lnTo>
                    <a:pt x="4738" y="25"/>
                  </a:lnTo>
                  <a:lnTo>
                    <a:pt x="4152"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a:extLst>
              <a:ext uri="{FF2B5EF4-FFF2-40B4-BE49-F238E27FC236}">
                <a16:creationId xmlns:a16="http://schemas.microsoft.com/office/drawing/2014/main" id="{A0546D7B-C72C-056E-213D-101F956F53FF}"/>
              </a:ext>
            </a:extLst>
          </p:cNvPr>
          <p:cNvPicPr>
            <a:picLocks noChangeAspect="1"/>
          </p:cNvPicPr>
          <p:nvPr/>
        </p:nvPicPr>
        <p:blipFill>
          <a:blip r:embed="rId3"/>
          <a:stretch>
            <a:fillRect/>
          </a:stretch>
        </p:blipFill>
        <p:spPr>
          <a:xfrm>
            <a:off x="467075" y="1487150"/>
            <a:ext cx="6610350" cy="2381250"/>
          </a:xfrm>
          <a:prstGeom prst="rect">
            <a:avLst/>
          </a:prstGeom>
        </p:spPr>
      </p:pic>
    </p:spTree>
    <p:extLst>
      <p:ext uri="{BB962C8B-B14F-4D97-AF65-F5344CB8AC3E}">
        <p14:creationId xmlns:p14="http://schemas.microsoft.com/office/powerpoint/2010/main" val="4043536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8"/>
          <p:cNvSpPr txBox="1">
            <a:spLocks noGrp="1"/>
          </p:cNvSpPr>
          <p:nvPr>
            <p:ph type="title" idx="4294967295"/>
          </p:nvPr>
        </p:nvSpPr>
        <p:spPr>
          <a:xfrm>
            <a:off x="869150" y="847600"/>
            <a:ext cx="5092200" cy="1184400"/>
          </a:xfrm>
          <a:prstGeom prst="rect">
            <a:avLst/>
          </a:prstGeom>
        </p:spPr>
        <p:txBody>
          <a:bodyPr spcFirstLastPara="1" wrap="square" lIns="91425" tIns="91425" rIns="91425" bIns="91425" anchor="b" anchorCtr="0">
            <a:noAutofit/>
          </a:bodyPr>
          <a:lstStyle/>
          <a:p>
            <a:pPr lvl="0"/>
            <a:r>
              <a:rPr lang="en-IN" sz="2600" dirty="0"/>
              <a:t>Structured vs. unstructured data</a:t>
            </a:r>
            <a:endParaRPr sz="2600" dirty="0"/>
          </a:p>
        </p:txBody>
      </p:sp>
      <p:sp>
        <p:nvSpPr>
          <p:cNvPr id="139" name="Google Shape;139;p18"/>
          <p:cNvSpPr txBox="1">
            <a:spLocks noGrp="1"/>
          </p:cNvSpPr>
          <p:nvPr>
            <p:ph type="body" idx="1"/>
          </p:nvPr>
        </p:nvSpPr>
        <p:spPr>
          <a:xfrm>
            <a:off x="982039" y="2312925"/>
            <a:ext cx="3144913" cy="2040000"/>
          </a:xfrm>
          <a:prstGeom prst="rect">
            <a:avLst/>
          </a:prstGeom>
        </p:spPr>
        <p:txBody>
          <a:bodyPr spcFirstLastPara="1" wrap="square" lIns="91425" tIns="91425" rIns="91425" bIns="91425" anchor="t" anchorCtr="0">
            <a:noAutofit/>
          </a:bodyPr>
          <a:lstStyle/>
          <a:p>
            <a:pPr marL="0" lvl="0" indent="0">
              <a:buNone/>
            </a:pPr>
            <a:r>
              <a:rPr lang="en-IN" b="1" dirty="0"/>
              <a:t>Unstructured data</a:t>
            </a:r>
          </a:p>
          <a:p>
            <a:pPr marL="285750" indent="-285750"/>
            <a:r>
              <a:rPr lang="en-US" dirty="0"/>
              <a:t>Information that is not structured in a predefined manner is called unstructured data. </a:t>
            </a:r>
          </a:p>
          <a:p>
            <a:pPr marL="285750" indent="-285750"/>
            <a:r>
              <a:rPr lang="en-US" dirty="0"/>
              <a:t>Data in a word document or notepad are examples of unstructured data. </a:t>
            </a:r>
          </a:p>
        </p:txBody>
      </p:sp>
      <p:sp>
        <p:nvSpPr>
          <p:cNvPr id="140" name="Google Shape;140;p18"/>
          <p:cNvSpPr txBox="1">
            <a:spLocks noGrp="1"/>
          </p:cNvSpPr>
          <p:nvPr>
            <p:ph type="body" idx="2"/>
          </p:nvPr>
        </p:nvSpPr>
        <p:spPr>
          <a:xfrm>
            <a:off x="4915353" y="2312925"/>
            <a:ext cx="3144913" cy="2040000"/>
          </a:xfrm>
          <a:prstGeom prst="rect">
            <a:avLst/>
          </a:prstGeom>
        </p:spPr>
        <p:txBody>
          <a:bodyPr spcFirstLastPara="1" wrap="square" lIns="91425" tIns="91425" rIns="91425" bIns="91425" anchor="t" anchorCtr="0">
            <a:noAutofit/>
          </a:bodyPr>
          <a:lstStyle/>
          <a:p>
            <a:pPr marL="0" lvl="0" indent="0">
              <a:buNone/>
            </a:pPr>
            <a:r>
              <a:rPr lang="en-IN" b="1" dirty="0"/>
              <a:t>Structured data</a:t>
            </a:r>
          </a:p>
          <a:p>
            <a:pPr marL="285750" indent="-285750"/>
            <a:r>
              <a:rPr lang="en-US" dirty="0"/>
              <a:t>Information that is stored in a predefined manner, that is, in a structure is called structured data.</a:t>
            </a:r>
          </a:p>
          <a:p>
            <a:pPr marL="285750" indent="-285750"/>
            <a:r>
              <a:rPr lang="en-US" dirty="0"/>
              <a:t> Databases help us to store data in a structured manner.</a:t>
            </a:r>
          </a:p>
        </p:txBody>
      </p:sp>
      <p:sp>
        <p:nvSpPr>
          <p:cNvPr id="146" name="Google Shape;146;p18"/>
          <p:cNvSpPr txBox="1">
            <a:spLocks noGrp="1"/>
          </p:cNvSpPr>
          <p:nvPr>
            <p:ph type="sldNum" idx="4294967295"/>
          </p:nvPr>
        </p:nvSpPr>
        <p:spPr>
          <a:xfrm>
            <a:off x="8346474" y="26072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14</a:t>
            </a:fld>
            <a:endParaRPr/>
          </a:p>
        </p:txBody>
      </p:sp>
      <p:grpSp>
        <p:nvGrpSpPr>
          <p:cNvPr id="11" name="Google Shape;71;p12"/>
          <p:cNvGrpSpPr/>
          <p:nvPr/>
        </p:nvGrpSpPr>
        <p:grpSpPr>
          <a:xfrm>
            <a:off x="7245744" y="711703"/>
            <a:ext cx="1097515" cy="913074"/>
            <a:chOff x="1926350" y="995225"/>
            <a:chExt cx="428650" cy="356600"/>
          </a:xfrm>
        </p:grpSpPr>
        <p:sp>
          <p:nvSpPr>
            <p:cNvPr id="12" name="Google Shape;72;p12"/>
            <p:cNvSpPr/>
            <p:nvPr/>
          </p:nvSpPr>
          <p:spPr>
            <a:xfrm>
              <a:off x="1926350" y="1298075"/>
              <a:ext cx="208225" cy="53750"/>
            </a:xfrm>
            <a:custGeom>
              <a:avLst/>
              <a:gdLst/>
              <a:ahLst/>
              <a:cxnLst/>
              <a:rect l="l" t="t" r="r" b="b"/>
              <a:pathLst>
                <a:path w="8329" h="2150" extrusionOk="0">
                  <a:moveTo>
                    <a:pt x="0" y="0"/>
                  </a:moveTo>
                  <a:lnTo>
                    <a:pt x="0" y="489"/>
                  </a:lnTo>
                  <a:lnTo>
                    <a:pt x="25" y="635"/>
                  </a:lnTo>
                  <a:lnTo>
                    <a:pt x="74" y="758"/>
                  </a:lnTo>
                  <a:lnTo>
                    <a:pt x="147" y="855"/>
                  </a:lnTo>
                  <a:lnTo>
                    <a:pt x="245" y="953"/>
                  </a:lnTo>
                  <a:lnTo>
                    <a:pt x="391" y="1026"/>
                  </a:lnTo>
                  <a:lnTo>
                    <a:pt x="562" y="1051"/>
                  </a:lnTo>
                  <a:lnTo>
                    <a:pt x="733" y="1026"/>
                  </a:lnTo>
                  <a:lnTo>
                    <a:pt x="1295" y="855"/>
                  </a:lnTo>
                  <a:lnTo>
                    <a:pt x="1661" y="782"/>
                  </a:lnTo>
                  <a:lnTo>
                    <a:pt x="2076" y="684"/>
                  </a:lnTo>
                  <a:lnTo>
                    <a:pt x="2540" y="611"/>
                  </a:lnTo>
                  <a:lnTo>
                    <a:pt x="3029" y="562"/>
                  </a:lnTo>
                  <a:lnTo>
                    <a:pt x="3591" y="513"/>
                  </a:lnTo>
                  <a:lnTo>
                    <a:pt x="4177" y="489"/>
                  </a:lnTo>
                  <a:lnTo>
                    <a:pt x="4616" y="513"/>
                  </a:lnTo>
                  <a:lnTo>
                    <a:pt x="5032" y="538"/>
                  </a:lnTo>
                  <a:lnTo>
                    <a:pt x="5422" y="611"/>
                  </a:lnTo>
                  <a:lnTo>
                    <a:pt x="5789" y="684"/>
                  </a:lnTo>
                  <a:lnTo>
                    <a:pt x="6131" y="782"/>
                  </a:lnTo>
                  <a:lnTo>
                    <a:pt x="6448" y="880"/>
                  </a:lnTo>
                  <a:lnTo>
                    <a:pt x="6717" y="1002"/>
                  </a:lnTo>
                  <a:lnTo>
                    <a:pt x="6985" y="1124"/>
                  </a:lnTo>
                  <a:lnTo>
                    <a:pt x="7205" y="1246"/>
                  </a:lnTo>
                  <a:lnTo>
                    <a:pt x="7425" y="1393"/>
                  </a:lnTo>
                  <a:lnTo>
                    <a:pt x="7791" y="1661"/>
                  </a:lnTo>
                  <a:lnTo>
                    <a:pt x="8084" y="1930"/>
                  </a:lnTo>
                  <a:lnTo>
                    <a:pt x="8329" y="2150"/>
                  </a:lnTo>
                  <a:lnTo>
                    <a:pt x="8329" y="1661"/>
                  </a:lnTo>
                  <a:lnTo>
                    <a:pt x="8084" y="1441"/>
                  </a:lnTo>
                  <a:lnTo>
                    <a:pt x="7791" y="1173"/>
                  </a:lnTo>
                  <a:lnTo>
                    <a:pt x="7425" y="904"/>
                  </a:lnTo>
                  <a:lnTo>
                    <a:pt x="7205" y="758"/>
                  </a:lnTo>
                  <a:lnTo>
                    <a:pt x="6985" y="635"/>
                  </a:lnTo>
                  <a:lnTo>
                    <a:pt x="6717" y="513"/>
                  </a:lnTo>
                  <a:lnTo>
                    <a:pt x="6448" y="391"/>
                  </a:lnTo>
                  <a:lnTo>
                    <a:pt x="6131" y="294"/>
                  </a:lnTo>
                  <a:lnTo>
                    <a:pt x="5789" y="196"/>
                  </a:lnTo>
                  <a:lnTo>
                    <a:pt x="5422" y="123"/>
                  </a:lnTo>
                  <a:lnTo>
                    <a:pt x="5032" y="49"/>
                  </a:lnTo>
                  <a:lnTo>
                    <a:pt x="4616" y="25"/>
                  </a:lnTo>
                  <a:lnTo>
                    <a:pt x="4177" y="0"/>
                  </a:lnTo>
                  <a:lnTo>
                    <a:pt x="3591" y="25"/>
                  </a:lnTo>
                  <a:lnTo>
                    <a:pt x="3029" y="74"/>
                  </a:lnTo>
                  <a:lnTo>
                    <a:pt x="2540" y="123"/>
                  </a:lnTo>
                  <a:lnTo>
                    <a:pt x="2076" y="196"/>
                  </a:lnTo>
                  <a:lnTo>
                    <a:pt x="1661" y="294"/>
                  </a:lnTo>
                  <a:lnTo>
                    <a:pt x="1295" y="367"/>
                  </a:lnTo>
                  <a:lnTo>
                    <a:pt x="733" y="538"/>
                  </a:lnTo>
                  <a:lnTo>
                    <a:pt x="562" y="562"/>
                  </a:lnTo>
                  <a:lnTo>
                    <a:pt x="391" y="538"/>
                  </a:lnTo>
                  <a:lnTo>
                    <a:pt x="245" y="465"/>
                  </a:lnTo>
                  <a:lnTo>
                    <a:pt x="147" y="367"/>
                  </a:lnTo>
                  <a:lnTo>
                    <a:pt x="74" y="269"/>
                  </a:lnTo>
                  <a:lnTo>
                    <a:pt x="25" y="147"/>
                  </a:lnTo>
                  <a:lnTo>
                    <a:pt x="0"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73;p12"/>
            <p:cNvSpPr/>
            <p:nvPr/>
          </p:nvSpPr>
          <p:spPr>
            <a:xfrm>
              <a:off x="2146775" y="1298075"/>
              <a:ext cx="208225" cy="53750"/>
            </a:xfrm>
            <a:custGeom>
              <a:avLst/>
              <a:gdLst/>
              <a:ahLst/>
              <a:cxnLst/>
              <a:rect l="l" t="t" r="r" b="b"/>
              <a:pathLst>
                <a:path w="8329" h="2150" extrusionOk="0">
                  <a:moveTo>
                    <a:pt x="4152" y="0"/>
                  </a:moveTo>
                  <a:lnTo>
                    <a:pt x="3712" y="25"/>
                  </a:lnTo>
                  <a:lnTo>
                    <a:pt x="3297" y="49"/>
                  </a:lnTo>
                  <a:lnTo>
                    <a:pt x="2907" y="123"/>
                  </a:lnTo>
                  <a:lnTo>
                    <a:pt x="2540" y="196"/>
                  </a:lnTo>
                  <a:lnTo>
                    <a:pt x="2198" y="294"/>
                  </a:lnTo>
                  <a:lnTo>
                    <a:pt x="1881" y="391"/>
                  </a:lnTo>
                  <a:lnTo>
                    <a:pt x="1612" y="513"/>
                  </a:lnTo>
                  <a:lnTo>
                    <a:pt x="1343" y="635"/>
                  </a:lnTo>
                  <a:lnTo>
                    <a:pt x="1124" y="758"/>
                  </a:lnTo>
                  <a:lnTo>
                    <a:pt x="904" y="904"/>
                  </a:lnTo>
                  <a:lnTo>
                    <a:pt x="537" y="1173"/>
                  </a:lnTo>
                  <a:lnTo>
                    <a:pt x="244" y="1441"/>
                  </a:lnTo>
                  <a:lnTo>
                    <a:pt x="0" y="1661"/>
                  </a:lnTo>
                  <a:lnTo>
                    <a:pt x="0" y="2150"/>
                  </a:lnTo>
                  <a:lnTo>
                    <a:pt x="244" y="1930"/>
                  </a:lnTo>
                  <a:lnTo>
                    <a:pt x="537" y="1661"/>
                  </a:lnTo>
                  <a:lnTo>
                    <a:pt x="904" y="1393"/>
                  </a:lnTo>
                  <a:lnTo>
                    <a:pt x="1124" y="1246"/>
                  </a:lnTo>
                  <a:lnTo>
                    <a:pt x="1343" y="1124"/>
                  </a:lnTo>
                  <a:lnTo>
                    <a:pt x="1612" y="1002"/>
                  </a:lnTo>
                  <a:lnTo>
                    <a:pt x="1881" y="880"/>
                  </a:lnTo>
                  <a:lnTo>
                    <a:pt x="2198" y="782"/>
                  </a:lnTo>
                  <a:lnTo>
                    <a:pt x="2540" y="684"/>
                  </a:lnTo>
                  <a:lnTo>
                    <a:pt x="2907" y="611"/>
                  </a:lnTo>
                  <a:lnTo>
                    <a:pt x="3297" y="538"/>
                  </a:lnTo>
                  <a:lnTo>
                    <a:pt x="3712" y="513"/>
                  </a:lnTo>
                  <a:lnTo>
                    <a:pt x="4152" y="489"/>
                  </a:lnTo>
                  <a:lnTo>
                    <a:pt x="4738" y="513"/>
                  </a:lnTo>
                  <a:lnTo>
                    <a:pt x="5300" y="562"/>
                  </a:lnTo>
                  <a:lnTo>
                    <a:pt x="5788" y="611"/>
                  </a:lnTo>
                  <a:lnTo>
                    <a:pt x="6252" y="684"/>
                  </a:lnTo>
                  <a:lnTo>
                    <a:pt x="6668" y="782"/>
                  </a:lnTo>
                  <a:lnTo>
                    <a:pt x="7034" y="855"/>
                  </a:lnTo>
                  <a:lnTo>
                    <a:pt x="7596" y="1026"/>
                  </a:lnTo>
                  <a:lnTo>
                    <a:pt x="7767" y="1051"/>
                  </a:lnTo>
                  <a:lnTo>
                    <a:pt x="7938" y="1026"/>
                  </a:lnTo>
                  <a:lnTo>
                    <a:pt x="8084" y="953"/>
                  </a:lnTo>
                  <a:lnTo>
                    <a:pt x="8182" y="855"/>
                  </a:lnTo>
                  <a:lnTo>
                    <a:pt x="8255" y="758"/>
                  </a:lnTo>
                  <a:lnTo>
                    <a:pt x="8304" y="635"/>
                  </a:lnTo>
                  <a:lnTo>
                    <a:pt x="8328" y="489"/>
                  </a:lnTo>
                  <a:lnTo>
                    <a:pt x="8328" y="0"/>
                  </a:lnTo>
                  <a:lnTo>
                    <a:pt x="8304" y="147"/>
                  </a:lnTo>
                  <a:lnTo>
                    <a:pt x="8255" y="269"/>
                  </a:lnTo>
                  <a:lnTo>
                    <a:pt x="8182" y="367"/>
                  </a:lnTo>
                  <a:lnTo>
                    <a:pt x="8084" y="465"/>
                  </a:lnTo>
                  <a:lnTo>
                    <a:pt x="7938" y="538"/>
                  </a:lnTo>
                  <a:lnTo>
                    <a:pt x="7767" y="562"/>
                  </a:lnTo>
                  <a:lnTo>
                    <a:pt x="7596" y="538"/>
                  </a:lnTo>
                  <a:lnTo>
                    <a:pt x="7034" y="367"/>
                  </a:lnTo>
                  <a:lnTo>
                    <a:pt x="6668" y="294"/>
                  </a:lnTo>
                  <a:lnTo>
                    <a:pt x="6252" y="196"/>
                  </a:lnTo>
                  <a:lnTo>
                    <a:pt x="5788" y="123"/>
                  </a:lnTo>
                  <a:lnTo>
                    <a:pt x="5300" y="74"/>
                  </a:lnTo>
                  <a:lnTo>
                    <a:pt x="4738" y="25"/>
                  </a:lnTo>
                  <a:lnTo>
                    <a:pt x="4152"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74;p12"/>
            <p:cNvSpPr/>
            <p:nvPr/>
          </p:nvSpPr>
          <p:spPr>
            <a:xfrm>
              <a:off x="1926350" y="995225"/>
              <a:ext cx="208225" cy="332175"/>
            </a:xfrm>
            <a:custGeom>
              <a:avLst/>
              <a:gdLst/>
              <a:ahLst/>
              <a:cxnLst/>
              <a:rect l="l" t="t" r="r" b="b"/>
              <a:pathLst>
                <a:path w="8329" h="13287" extrusionOk="0">
                  <a:moveTo>
                    <a:pt x="4177" y="1"/>
                  </a:moveTo>
                  <a:lnTo>
                    <a:pt x="3591" y="25"/>
                  </a:lnTo>
                  <a:lnTo>
                    <a:pt x="3029" y="74"/>
                  </a:lnTo>
                  <a:lnTo>
                    <a:pt x="2467" y="196"/>
                  </a:lnTo>
                  <a:lnTo>
                    <a:pt x="1905" y="343"/>
                  </a:lnTo>
                  <a:lnTo>
                    <a:pt x="1393" y="538"/>
                  </a:lnTo>
                  <a:lnTo>
                    <a:pt x="929" y="758"/>
                  </a:lnTo>
                  <a:lnTo>
                    <a:pt x="513" y="978"/>
                  </a:lnTo>
                  <a:lnTo>
                    <a:pt x="342" y="1124"/>
                  </a:lnTo>
                  <a:lnTo>
                    <a:pt x="196" y="1246"/>
                  </a:lnTo>
                  <a:lnTo>
                    <a:pt x="123" y="1319"/>
                  </a:lnTo>
                  <a:lnTo>
                    <a:pt x="49" y="1442"/>
                  </a:lnTo>
                  <a:lnTo>
                    <a:pt x="25" y="1539"/>
                  </a:lnTo>
                  <a:lnTo>
                    <a:pt x="0" y="1661"/>
                  </a:lnTo>
                  <a:lnTo>
                    <a:pt x="0" y="11626"/>
                  </a:lnTo>
                  <a:lnTo>
                    <a:pt x="25" y="11773"/>
                  </a:lnTo>
                  <a:lnTo>
                    <a:pt x="74" y="11895"/>
                  </a:lnTo>
                  <a:lnTo>
                    <a:pt x="147" y="11992"/>
                  </a:lnTo>
                  <a:lnTo>
                    <a:pt x="245" y="12090"/>
                  </a:lnTo>
                  <a:lnTo>
                    <a:pt x="391" y="12163"/>
                  </a:lnTo>
                  <a:lnTo>
                    <a:pt x="562" y="12188"/>
                  </a:lnTo>
                  <a:lnTo>
                    <a:pt x="733" y="12163"/>
                  </a:lnTo>
                  <a:lnTo>
                    <a:pt x="1295" y="11992"/>
                  </a:lnTo>
                  <a:lnTo>
                    <a:pt x="1661" y="11919"/>
                  </a:lnTo>
                  <a:lnTo>
                    <a:pt x="2076" y="11821"/>
                  </a:lnTo>
                  <a:lnTo>
                    <a:pt x="2540" y="11748"/>
                  </a:lnTo>
                  <a:lnTo>
                    <a:pt x="3029" y="11699"/>
                  </a:lnTo>
                  <a:lnTo>
                    <a:pt x="3591" y="11650"/>
                  </a:lnTo>
                  <a:lnTo>
                    <a:pt x="4177" y="11626"/>
                  </a:lnTo>
                  <a:lnTo>
                    <a:pt x="4616" y="11650"/>
                  </a:lnTo>
                  <a:lnTo>
                    <a:pt x="5032" y="11675"/>
                  </a:lnTo>
                  <a:lnTo>
                    <a:pt x="5422" y="11748"/>
                  </a:lnTo>
                  <a:lnTo>
                    <a:pt x="5789" y="11821"/>
                  </a:lnTo>
                  <a:lnTo>
                    <a:pt x="6131" y="11919"/>
                  </a:lnTo>
                  <a:lnTo>
                    <a:pt x="6448" y="12017"/>
                  </a:lnTo>
                  <a:lnTo>
                    <a:pt x="6717" y="12139"/>
                  </a:lnTo>
                  <a:lnTo>
                    <a:pt x="6985" y="12261"/>
                  </a:lnTo>
                  <a:lnTo>
                    <a:pt x="7205" y="12383"/>
                  </a:lnTo>
                  <a:lnTo>
                    <a:pt x="7425" y="12530"/>
                  </a:lnTo>
                  <a:lnTo>
                    <a:pt x="7791" y="12798"/>
                  </a:lnTo>
                  <a:lnTo>
                    <a:pt x="8084" y="13067"/>
                  </a:lnTo>
                  <a:lnTo>
                    <a:pt x="8329" y="13287"/>
                  </a:lnTo>
                  <a:lnTo>
                    <a:pt x="8329" y="2199"/>
                  </a:lnTo>
                  <a:lnTo>
                    <a:pt x="8329" y="2101"/>
                  </a:lnTo>
                  <a:lnTo>
                    <a:pt x="8280" y="1979"/>
                  </a:lnTo>
                  <a:lnTo>
                    <a:pt x="8231" y="1881"/>
                  </a:lnTo>
                  <a:lnTo>
                    <a:pt x="8158" y="1808"/>
                  </a:lnTo>
                  <a:lnTo>
                    <a:pt x="8036" y="1686"/>
                  </a:lnTo>
                  <a:lnTo>
                    <a:pt x="7767" y="1442"/>
                  </a:lnTo>
                  <a:lnTo>
                    <a:pt x="7449" y="1173"/>
                  </a:lnTo>
                  <a:lnTo>
                    <a:pt x="7083" y="904"/>
                  </a:lnTo>
                  <a:lnTo>
                    <a:pt x="6644" y="611"/>
                  </a:lnTo>
                  <a:lnTo>
                    <a:pt x="6375" y="489"/>
                  </a:lnTo>
                  <a:lnTo>
                    <a:pt x="6131" y="367"/>
                  </a:lnTo>
                  <a:lnTo>
                    <a:pt x="5838" y="269"/>
                  </a:lnTo>
                  <a:lnTo>
                    <a:pt x="5544" y="172"/>
                  </a:lnTo>
                  <a:lnTo>
                    <a:pt x="5227" y="98"/>
                  </a:lnTo>
                  <a:lnTo>
                    <a:pt x="4885" y="49"/>
                  </a:lnTo>
                  <a:lnTo>
                    <a:pt x="4543"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75;p12"/>
            <p:cNvSpPr/>
            <p:nvPr/>
          </p:nvSpPr>
          <p:spPr>
            <a:xfrm>
              <a:off x="2146775" y="995225"/>
              <a:ext cx="208225" cy="332175"/>
            </a:xfrm>
            <a:custGeom>
              <a:avLst/>
              <a:gdLst/>
              <a:ahLst/>
              <a:cxnLst/>
              <a:rect l="l" t="t" r="r" b="b"/>
              <a:pathLst>
                <a:path w="8329" h="13287" extrusionOk="0">
                  <a:moveTo>
                    <a:pt x="3786" y="1"/>
                  </a:moveTo>
                  <a:lnTo>
                    <a:pt x="3444" y="49"/>
                  </a:lnTo>
                  <a:lnTo>
                    <a:pt x="3102" y="98"/>
                  </a:lnTo>
                  <a:lnTo>
                    <a:pt x="2784" y="172"/>
                  </a:lnTo>
                  <a:lnTo>
                    <a:pt x="2491" y="269"/>
                  </a:lnTo>
                  <a:lnTo>
                    <a:pt x="2198" y="367"/>
                  </a:lnTo>
                  <a:lnTo>
                    <a:pt x="1954" y="489"/>
                  </a:lnTo>
                  <a:lnTo>
                    <a:pt x="1685" y="611"/>
                  </a:lnTo>
                  <a:lnTo>
                    <a:pt x="1246" y="904"/>
                  </a:lnTo>
                  <a:lnTo>
                    <a:pt x="879" y="1173"/>
                  </a:lnTo>
                  <a:lnTo>
                    <a:pt x="562" y="1442"/>
                  </a:lnTo>
                  <a:lnTo>
                    <a:pt x="293" y="1686"/>
                  </a:lnTo>
                  <a:lnTo>
                    <a:pt x="171" y="1808"/>
                  </a:lnTo>
                  <a:lnTo>
                    <a:pt x="98" y="1881"/>
                  </a:lnTo>
                  <a:lnTo>
                    <a:pt x="49" y="1979"/>
                  </a:lnTo>
                  <a:lnTo>
                    <a:pt x="0" y="2101"/>
                  </a:lnTo>
                  <a:lnTo>
                    <a:pt x="0" y="2199"/>
                  </a:lnTo>
                  <a:lnTo>
                    <a:pt x="0" y="13287"/>
                  </a:lnTo>
                  <a:lnTo>
                    <a:pt x="244" y="13067"/>
                  </a:lnTo>
                  <a:lnTo>
                    <a:pt x="537" y="12798"/>
                  </a:lnTo>
                  <a:lnTo>
                    <a:pt x="904" y="12530"/>
                  </a:lnTo>
                  <a:lnTo>
                    <a:pt x="1124" y="12383"/>
                  </a:lnTo>
                  <a:lnTo>
                    <a:pt x="1343" y="12261"/>
                  </a:lnTo>
                  <a:lnTo>
                    <a:pt x="1612" y="12139"/>
                  </a:lnTo>
                  <a:lnTo>
                    <a:pt x="1881" y="12017"/>
                  </a:lnTo>
                  <a:lnTo>
                    <a:pt x="2198" y="11919"/>
                  </a:lnTo>
                  <a:lnTo>
                    <a:pt x="2540" y="11821"/>
                  </a:lnTo>
                  <a:lnTo>
                    <a:pt x="2907" y="11748"/>
                  </a:lnTo>
                  <a:lnTo>
                    <a:pt x="3297" y="11675"/>
                  </a:lnTo>
                  <a:lnTo>
                    <a:pt x="3712" y="11650"/>
                  </a:lnTo>
                  <a:lnTo>
                    <a:pt x="4152" y="11626"/>
                  </a:lnTo>
                  <a:lnTo>
                    <a:pt x="4738" y="11650"/>
                  </a:lnTo>
                  <a:lnTo>
                    <a:pt x="5300" y="11699"/>
                  </a:lnTo>
                  <a:lnTo>
                    <a:pt x="5788" y="11748"/>
                  </a:lnTo>
                  <a:lnTo>
                    <a:pt x="6252" y="11821"/>
                  </a:lnTo>
                  <a:lnTo>
                    <a:pt x="6668" y="11919"/>
                  </a:lnTo>
                  <a:lnTo>
                    <a:pt x="7034" y="11992"/>
                  </a:lnTo>
                  <a:lnTo>
                    <a:pt x="7596" y="12163"/>
                  </a:lnTo>
                  <a:lnTo>
                    <a:pt x="7767" y="12188"/>
                  </a:lnTo>
                  <a:lnTo>
                    <a:pt x="7938" y="12163"/>
                  </a:lnTo>
                  <a:lnTo>
                    <a:pt x="8084" y="12090"/>
                  </a:lnTo>
                  <a:lnTo>
                    <a:pt x="8182" y="11992"/>
                  </a:lnTo>
                  <a:lnTo>
                    <a:pt x="8255" y="11895"/>
                  </a:lnTo>
                  <a:lnTo>
                    <a:pt x="8304" y="11773"/>
                  </a:lnTo>
                  <a:lnTo>
                    <a:pt x="8328" y="11626"/>
                  </a:lnTo>
                  <a:lnTo>
                    <a:pt x="8328" y="1661"/>
                  </a:lnTo>
                  <a:lnTo>
                    <a:pt x="8304" y="1539"/>
                  </a:lnTo>
                  <a:lnTo>
                    <a:pt x="8280" y="1442"/>
                  </a:lnTo>
                  <a:lnTo>
                    <a:pt x="8206" y="1319"/>
                  </a:lnTo>
                  <a:lnTo>
                    <a:pt x="8133" y="1246"/>
                  </a:lnTo>
                  <a:lnTo>
                    <a:pt x="7987" y="1124"/>
                  </a:lnTo>
                  <a:lnTo>
                    <a:pt x="7816" y="978"/>
                  </a:lnTo>
                  <a:lnTo>
                    <a:pt x="7400" y="758"/>
                  </a:lnTo>
                  <a:lnTo>
                    <a:pt x="6936" y="538"/>
                  </a:lnTo>
                  <a:lnTo>
                    <a:pt x="6423" y="343"/>
                  </a:lnTo>
                  <a:lnTo>
                    <a:pt x="5862" y="196"/>
                  </a:lnTo>
                  <a:lnTo>
                    <a:pt x="5300" y="74"/>
                  </a:lnTo>
                  <a:lnTo>
                    <a:pt x="4738" y="25"/>
                  </a:lnTo>
                  <a:lnTo>
                    <a:pt x="4152"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43706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46" name="Google Shape;146;p18"/>
          <p:cNvSpPr txBox="1">
            <a:spLocks noGrp="1"/>
          </p:cNvSpPr>
          <p:nvPr>
            <p:ph type="sldNum" idx="4294967295"/>
          </p:nvPr>
        </p:nvSpPr>
        <p:spPr>
          <a:xfrm>
            <a:off x="8346474" y="26072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15</a:t>
            </a:fld>
            <a:endParaRPr/>
          </a:p>
        </p:txBody>
      </p:sp>
      <p:grpSp>
        <p:nvGrpSpPr>
          <p:cNvPr id="16" name="Group 15">
            <a:extLst>
              <a:ext uri="{FF2B5EF4-FFF2-40B4-BE49-F238E27FC236}">
                <a16:creationId xmlns:a16="http://schemas.microsoft.com/office/drawing/2014/main" id="{57BB154E-33AF-467A-9968-C3470B10C0DE}"/>
              </a:ext>
            </a:extLst>
          </p:cNvPr>
          <p:cNvGrpSpPr/>
          <p:nvPr/>
        </p:nvGrpSpPr>
        <p:grpSpPr>
          <a:xfrm>
            <a:off x="1282335" y="654328"/>
            <a:ext cx="6229978" cy="3914827"/>
            <a:chOff x="1034980" y="5566787"/>
            <a:chExt cx="6229978" cy="3914827"/>
          </a:xfrm>
        </p:grpSpPr>
        <p:grpSp>
          <p:nvGrpSpPr>
            <p:cNvPr id="17" name="Group 16">
              <a:extLst>
                <a:ext uri="{FF2B5EF4-FFF2-40B4-BE49-F238E27FC236}">
                  <a16:creationId xmlns:a16="http://schemas.microsoft.com/office/drawing/2014/main" id="{951D0573-DF64-4F84-9DFC-1C3A928E5953}"/>
                </a:ext>
              </a:extLst>
            </p:cNvPr>
            <p:cNvGrpSpPr/>
            <p:nvPr/>
          </p:nvGrpSpPr>
          <p:grpSpPr>
            <a:xfrm>
              <a:off x="1186173" y="5637733"/>
              <a:ext cx="5996628" cy="3731380"/>
              <a:chOff x="1186173" y="5637733"/>
              <a:chExt cx="5996628" cy="3731380"/>
            </a:xfrm>
          </p:grpSpPr>
          <p:graphicFrame>
            <p:nvGraphicFramePr>
              <p:cNvPr id="19" name="Google Shape;73;p10">
                <a:extLst>
                  <a:ext uri="{FF2B5EF4-FFF2-40B4-BE49-F238E27FC236}">
                    <a16:creationId xmlns:a16="http://schemas.microsoft.com/office/drawing/2014/main" id="{A4CB81DA-0D7D-4215-9CA3-88F3306B2ABF}"/>
                  </a:ext>
                </a:extLst>
              </p:cNvPr>
              <p:cNvGraphicFramePr/>
              <p:nvPr>
                <p:extLst>
                  <p:ext uri="{D42A27DB-BD31-4B8C-83A1-F6EECF244321}">
                    <p14:modId xmlns:p14="http://schemas.microsoft.com/office/powerpoint/2010/main" val="4067789732"/>
                  </p:ext>
                </p:extLst>
              </p:nvPr>
            </p:nvGraphicFramePr>
            <p:xfrm>
              <a:off x="3832419" y="6356978"/>
              <a:ext cx="3350382" cy="1997544"/>
            </p:xfrm>
            <a:graphic>
              <a:graphicData uri="http://schemas.openxmlformats.org/drawingml/2006/table">
                <a:tbl>
                  <a:tblPr>
                    <a:noFill/>
                  </a:tblPr>
                  <a:tblGrid>
                    <a:gridCol w="880547">
                      <a:extLst>
                        <a:ext uri="{9D8B030D-6E8A-4147-A177-3AD203B41FA5}">
                          <a16:colId xmlns:a16="http://schemas.microsoft.com/office/drawing/2014/main" val="20000"/>
                        </a:ext>
                      </a:extLst>
                    </a:gridCol>
                    <a:gridCol w="1353041">
                      <a:extLst>
                        <a:ext uri="{9D8B030D-6E8A-4147-A177-3AD203B41FA5}">
                          <a16:colId xmlns:a16="http://schemas.microsoft.com/office/drawing/2014/main" val="20001"/>
                        </a:ext>
                      </a:extLst>
                    </a:gridCol>
                    <a:gridCol w="1116794">
                      <a:extLst>
                        <a:ext uri="{9D8B030D-6E8A-4147-A177-3AD203B41FA5}">
                          <a16:colId xmlns:a16="http://schemas.microsoft.com/office/drawing/2014/main" val="20002"/>
                        </a:ext>
                      </a:extLst>
                    </a:gridCol>
                  </a:tblGrid>
                  <a:tr h="493844">
                    <a:tc>
                      <a:txBody>
                        <a:bodyPr/>
                        <a:lstStyle/>
                        <a:p>
                          <a:pPr algn="just">
                            <a:lnSpc>
                              <a:spcPct val="115000"/>
                            </a:lnSpc>
                            <a:spcAft>
                              <a:spcPts val="1000"/>
                            </a:spcAft>
                          </a:pPr>
                          <a:r>
                            <a:rPr lang="en-IN" sz="1400" dirty="0">
                              <a:solidFill>
                                <a:schemeClr val="tx1"/>
                              </a:solidFill>
                              <a:effectLst/>
                              <a:latin typeface="Open Sans" panose="020B0604020202020204" charset="0"/>
                              <a:ea typeface="Open Sans" panose="020B0604020202020204" charset="0"/>
                              <a:cs typeface="Open Sans" panose="020B0604020202020204" charset="0"/>
                            </a:rPr>
                            <a:t> Name</a:t>
                          </a: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algn="just">
                            <a:lnSpc>
                              <a:spcPct val="115000"/>
                            </a:lnSpc>
                            <a:spcAft>
                              <a:spcPts val="1000"/>
                            </a:spcAft>
                          </a:pPr>
                          <a:r>
                            <a:rPr lang="en-IN" sz="1400" dirty="0">
                              <a:solidFill>
                                <a:schemeClr val="tx1"/>
                              </a:solidFill>
                              <a:effectLst/>
                              <a:latin typeface="Open Sans" panose="020B0604020202020204" charset="0"/>
                              <a:ea typeface="Open Sans" panose="020B0604020202020204" charset="0"/>
                              <a:cs typeface="Open Sans" panose="020B0604020202020204" charset="0"/>
                            </a:rPr>
                            <a:t>Mobile phone number</a:t>
                          </a: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algn="just">
                            <a:lnSpc>
                              <a:spcPct val="115000"/>
                            </a:lnSpc>
                            <a:spcAft>
                              <a:spcPts val="1000"/>
                            </a:spcAft>
                          </a:pPr>
                          <a:r>
                            <a:rPr lang="en-IN" sz="1400" dirty="0">
                              <a:solidFill>
                                <a:schemeClr val="tx1"/>
                              </a:solidFill>
                              <a:effectLst/>
                              <a:latin typeface="Open Sans" panose="020B0604020202020204" charset="0"/>
                              <a:ea typeface="Open Sans" panose="020B0604020202020204" charset="0"/>
                              <a:cs typeface="Open Sans" panose="020B0604020202020204" charset="0"/>
                            </a:rPr>
                            <a:t>Address</a:t>
                          </a: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extLst>
                      <a:ext uri="{0D108BD9-81ED-4DB2-BD59-A6C34878D82A}">
                        <a16:rowId xmlns:a16="http://schemas.microsoft.com/office/drawing/2014/main" val="10000"/>
                      </a:ext>
                    </a:extLst>
                  </a:tr>
                  <a:tr h="751850">
                    <a:tc>
                      <a:txBody>
                        <a:bodyPr/>
                        <a:lstStyle/>
                        <a:p>
                          <a:pPr marL="0" marR="0" lvl="0" indent="0" algn="just" defTabSz="914400" rtl="0" eaLnBrk="1" fontAlgn="auto" latinLnBrk="0" hangingPunct="1">
                            <a:lnSpc>
                              <a:spcPct val="115000"/>
                            </a:lnSpc>
                            <a:spcBef>
                              <a:spcPts val="0"/>
                            </a:spcBef>
                            <a:spcAft>
                              <a:spcPts val="1000"/>
                            </a:spcAft>
                            <a:buClr>
                              <a:srgbClr val="000000"/>
                            </a:buClr>
                            <a:buSzTx/>
                            <a:buFont typeface="Arial"/>
                            <a:buNone/>
                            <a:tabLst/>
                            <a:defRPr/>
                          </a:pPr>
                          <a:r>
                            <a:rPr lang="en-IN" sz="1400" dirty="0">
                              <a:solidFill>
                                <a:schemeClr val="tx1"/>
                              </a:solidFill>
                              <a:effectLst/>
                              <a:latin typeface="Open Sans" panose="020B0604020202020204" charset="0"/>
                              <a:ea typeface="Open Sans" panose="020B0604020202020204" charset="0"/>
                              <a:cs typeface="Open Sans" panose="020B0604020202020204" charset="0"/>
                            </a:rPr>
                            <a:t>Trevor</a:t>
                          </a: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algn="just">
                            <a:lnSpc>
                              <a:spcPct val="115000"/>
                            </a:lnSpc>
                            <a:spcAft>
                              <a:spcPts val="1000"/>
                            </a:spcAft>
                          </a:pPr>
                          <a:r>
                            <a:rPr lang="en-IN" sz="1400" dirty="0">
                              <a:solidFill>
                                <a:schemeClr val="tx1"/>
                              </a:solidFill>
                              <a:effectLst/>
                              <a:latin typeface="Open Sans" panose="020B0604020202020204" charset="0"/>
                              <a:ea typeface="Open Sans" panose="020B0604020202020204" charset="0"/>
                              <a:cs typeface="Open Sans" panose="020B0604020202020204" charset="0"/>
                            </a:rPr>
                            <a:t> 9783151391</a:t>
                          </a: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tc>
                      <a:txBody>
                        <a:bodyPr/>
                        <a:lstStyle/>
                        <a:p>
                          <a:pPr algn="just">
                            <a:lnSpc>
                              <a:spcPct val="115000"/>
                            </a:lnSpc>
                            <a:spcAft>
                              <a:spcPts val="1000"/>
                            </a:spcAft>
                          </a:pPr>
                          <a:r>
                            <a:rPr lang="en-IN" sz="1400" dirty="0">
                              <a:solidFill>
                                <a:schemeClr val="tx1"/>
                              </a:solidFill>
                              <a:effectLst/>
                              <a:latin typeface="Open Sans" panose="020B0604020202020204" charset="0"/>
                              <a:ea typeface="Open Sans" panose="020B0604020202020204" charset="0"/>
                              <a:cs typeface="Open Sans" panose="020B0604020202020204" charset="0"/>
                            </a:rPr>
                            <a:t>24, Front street, Lancaster</a:t>
                          </a: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extLst>
                      <a:ext uri="{0D108BD9-81ED-4DB2-BD59-A6C34878D82A}">
                        <a16:rowId xmlns:a16="http://schemas.microsoft.com/office/drawing/2014/main" val="10001"/>
                      </a:ext>
                    </a:extLst>
                  </a:tr>
                  <a:tr h="751850">
                    <a:tc>
                      <a:txBody>
                        <a:bodyPr/>
                        <a:lstStyle/>
                        <a:p>
                          <a:pPr algn="just">
                            <a:lnSpc>
                              <a:spcPct val="115000"/>
                            </a:lnSpc>
                            <a:spcAft>
                              <a:spcPts val="1000"/>
                            </a:spcAft>
                          </a:pPr>
                          <a:r>
                            <a:rPr lang="en-IN" sz="1400" dirty="0">
                              <a:solidFill>
                                <a:schemeClr val="tx1"/>
                              </a:solidFill>
                              <a:effectLst/>
                              <a:latin typeface="Open Sans" panose="020B0604020202020204" charset="0"/>
                              <a:ea typeface="Open Sans" panose="020B0604020202020204" charset="0"/>
                              <a:cs typeface="Open Sans" panose="020B0604020202020204" charset="0"/>
                            </a:rPr>
                            <a:t>Frederick</a:t>
                          </a:r>
                        </a:p>
                      </a:txBody>
                      <a:tcPr marL="68580" marR="68580" marT="0" marB="0" anchor="ctr">
                        <a:lnL w="9525" cap="flat" cmpd="sng">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tc>
                      <a:txBody>
                        <a:bodyPr/>
                        <a:lstStyle/>
                        <a:p>
                          <a:pPr algn="just">
                            <a:lnSpc>
                              <a:spcPct val="115000"/>
                            </a:lnSpc>
                            <a:spcAft>
                              <a:spcPts val="1000"/>
                            </a:spcAft>
                          </a:pPr>
                          <a:r>
                            <a:rPr lang="en-IN" sz="1400" dirty="0">
                              <a:solidFill>
                                <a:schemeClr val="tx1"/>
                              </a:solidFill>
                              <a:effectLst/>
                              <a:latin typeface="Open Sans" panose="020B0604020202020204" charset="0"/>
                              <a:ea typeface="Open Sans" panose="020B0604020202020204" charset="0"/>
                              <a:cs typeface="Open Sans" panose="020B0604020202020204" charset="0"/>
                            </a:rPr>
                            <a:t>8201349821</a:t>
                          </a:r>
                        </a:p>
                      </a:txBody>
                      <a:tcPr marL="68580" marR="68580" marT="0" marB="0" anchor="ctr">
                        <a:lnL w="9525" cap="flat" cmpd="sng" algn="ctr">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tc>
                      <a:txBody>
                        <a:bodyPr/>
                        <a:lstStyle/>
                        <a:p>
                          <a:pPr algn="just">
                            <a:lnSpc>
                              <a:spcPct val="115000"/>
                            </a:lnSpc>
                            <a:spcAft>
                              <a:spcPts val="1000"/>
                            </a:spcAft>
                          </a:pPr>
                          <a:r>
                            <a:rPr lang="en-IN" sz="1400" dirty="0">
                              <a:solidFill>
                                <a:schemeClr val="tx1"/>
                              </a:solidFill>
                              <a:effectLst/>
                              <a:latin typeface="Open Sans" panose="020B0604020202020204" charset="0"/>
                              <a:ea typeface="Open Sans" panose="020B0604020202020204" charset="0"/>
                              <a:cs typeface="Open Sans" panose="020B0604020202020204" charset="0"/>
                            </a:rPr>
                            <a:t>12, Pimlico Rd, Belgravia</a:t>
                          </a:r>
                        </a:p>
                      </a:txBody>
                      <a:tcPr marL="68580" marR="68580" marT="0" marB="0" anchor="ctr">
                        <a:lnL w="9525" cap="flat" cmpd="sng" algn="ctr">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aphicFrame>
            <p:nvGraphicFramePr>
              <p:cNvPr id="20" name="Google Shape;73;p10">
                <a:extLst>
                  <a:ext uri="{FF2B5EF4-FFF2-40B4-BE49-F238E27FC236}">
                    <a16:creationId xmlns:a16="http://schemas.microsoft.com/office/drawing/2014/main" id="{0F03889D-26FE-48DA-83D9-BC1D2C70410F}"/>
                  </a:ext>
                </a:extLst>
              </p:cNvPr>
              <p:cNvGraphicFramePr/>
              <p:nvPr>
                <p:extLst>
                  <p:ext uri="{D42A27DB-BD31-4B8C-83A1-F6EECF244321}">
                    <p14:modId xmlns:p14="http://schemas.microsoft.com/office/powerpoint/2010/main" val="3407667189"/>
                  </p:ext>
                </p:extLst>
              </p:nvPr>
            </p:nvGraphicFramePr>
            <p:xfrm>
              <a:off x="1186173" y="5637733"/>
              <a:ext cx="2320701" cy="3208846"/>
            </p:xfrm>
            <a:graphic>
              <a:graphicData uri="http://schemas.openxmlformats.org/drawingml/2006/table">
                <a:tbl>
                  <a:tblPr>
                    <a:noFill/>
                  </a:tblPr>
                  <a:tblGrid>
                    <a:gridCol w="2320701">
                      <a:extLst>
                        <a:ext uri="{9D8B030D-6E8A-4147-A177-3AD203B41FA5}">
                          <a16:colId xmlns:a16="http://schemas.microsoft.com/office/drawing/2014/main" val="20000"/>
                        </a:ext>
                      </a:extLst>
                    </a:gridCol>
                  </a:tblGrid>
                  <a:tr h="1815486">
                    <a:tc>
                      <a:txBody>
                        <a:bodyPr/>
                        <a:lstStyle/>
                        <a:p>
                          <a:pPr algn="just">
                            <a:lnSpc>
                              <a:spcPct val="115000"/>
                            </a:lnSpc>
                            <a:spcAft>
                              <a:spcPts val="1000"/>
                            </a:spcAft>
                          </a:pPr>
                          <a:endParaRPr lang="en-IN" sz="1400" dirty="0">
                            <a:solidFill>
                              <a:schemeClr val="tx1"/>
                            </a:solidFill>
                            <a:effectLst/>
                            <a:latin typeface="Open Sans" panose="020B0604020202020204" charset="0"/>
                            <a:ea typeface="Open Sans" panose="020B0604020202020204" charset="0"/>
                            <a:cs typeface="Open Sans" panose="020B0604020202020204" charset="0"/>
                          </a:endParaRPr>
                        </a:p>
                        <a:p>
                          <a:pPr algn="just">
                            <a:lnSpc>
                              <a:spcPct val="115000"/>
                            </a:lnSpc>
                            <a:spcAft>
                              <a:spcPts val="1000"/>
                            </a:spcAft>
                          </a:pPr>
                          <a:endParaRPr lang="en-IN" sz="1400" dirty="0">
                            <a:solidFill>
                              <a:schemeClr val="tx1"/>
                            </a:solidFill>
                            <a:effectLst/>
                            <a:latin typeface="Open Sans" panose="020B0604020202020204" charset="0"/>
                            <a:ea typeface="Open Sans" panose="020B0604020202020204" charset="0"/>
                            <a:cs typeface="Open Sans" panose="020B0604020202020204" charset="0"/>
                          </a:endParaRPr>
                        </a:p>
                        <a:p>
                          <a:pPr algn="just">
                            <a:lnSpc>
                              <a:spcPct val="115000"/>
                            </a:lnSpc>
                            <a:spcAft>
                              <a:spcPts val="1000"/>
                            </a:spcAft>
                          </a:pPr>
                          <a:endParaRPr lang="en-IN" sz="1400" dirty="0">
                            <a:solidFill>
                              <a:schemeClr val="tx1"/>
                            </a:solidFill>
                            <a:effectLst/>
                            <a:latin typeface="Open Sans" panose="020B0604020202020204" charset="0"/>
                            <a:ea typeface="Open Sans" panose="020B0604020202020204" charset="0"/>
                            <a:cs typeface="Open Sans" panose="020B0604020202020204" charset="0"/>
                          </a:endParaRPr>
                        </a:p>
                        <a:p>
                          <a:pPr algn="just">
                            <a:lnSpc>
                              <a:spcPct val="115000"/>
                            </a:lnSpc>
                            <a:spcAft>
                              <a:spcPts val="1000"/>
                            </a:spcAft>
                          </a:pPr>
                          <a:endParaRPr lang="en-IN" sz="1400" dirty="0">
                            <a:solidFill>
                              <a:schemeClr val="tx1"/>
                            </a:solidFill>
                            <a:effectLst/>
                            <a:latin typeface="Open Sans" panose="020B0604020202020204" charset="0"/>
                            <a:ea typeface="Open Sans" panose="020B0604020202020204" charset="0"/>
                            <a:cs typeface="Open Sans" panose="020B0604020202020204" charset="0"/>
                          </a:endParaRPr>
                        </a:p>
                        <a:p>
                          <a:pPr algn="just">
                            <a:lnSpc>
                              <a:spcPct val="115000"/>
                            </a:lnSpc>
                            <a:spcAft>
                              <a:spcPts val="1000"/>
                            </a:spcAft>
                          </a:pPr>
                          <a:endParaRPr lang="en-IN" sz="1400" dirty="0">
                            <a:solidFill>
                              <a:schemeClr val="tx1"/>
                            </a:solidFill>
                            <a:effectLst/>
                            <a:latin typeface="Open Sans" panose="020B0604020202020204" charset="0"/>
                            <a:ea typeface="Open Sans" panose="020B0604020202020204" charset="0"/>
                            <a:cs typeface="Open Sans" panose="020B0604020202020204" charset="0"/>
                          </a:endParaRPr>
                        </a:p>
                        <a:p>
                          <a:pPr algn="just">
                            <a:lnSpc>
                              <a:spcPct val="115000"/>
                            </a:lnSpc>
                            <a:spcAft>
                              <a:spcPts val="1000"/>
                            </a:spcAft>
                          </a:pPr>
                          <a:endParaRPr lang="en-IN" sz="1400" dirty="0">
                            <a:solidFill>
                              <a:schemeClr val="tx1"/>
                            </a:solidFill>
                            <a:effectLst/>
                            <a:latin typeface="Open Sans" panose="020B0604020202020204" charset="0"/>
                            <a:ea typeface="Open Sans" panose="020B0604020202020204" charset="0"/>
                            <a:cs typeface="Open Sans" panose="020B0604020202020204" charset="0"/>
                          </a:endParaRPr>
                        </a:p>
                        <a:p>
                          <a:pPr algn="just">
                            <a:lnSpc>
                              <a:spcPct val="115000"/>
                            </a:lnSpc>
                            <a:spcAft>
                              <a:spcPts val="1000"/>
                            </a:spcAft>
                          </a:pPr>
                          <a:endParaRPr lang="en-IN" sz="1400" dirty="0">
                            <a:solidFill>
                              <a:schemeClr val="tx1"/>
                            </a:solidFill>
                            <a:effectLst/>
                            <a:latin typeface="Open Sans" panose="020B0604020202020204" charset="0"/>
                            <a:ea typeface="Open Sans" panose="020B0604020202020204" charset="0"/>
                            <a:cs typeface="Open Sans" panose="020B0604020202020204" charset="0"/>
                          </a:endParaRPr>
                        </a:p>
                        <a:p>
                          <a:pPr algn="just">
                            <a:lnSpc>
                              <a:spcPct val="115000"/>
                            </a:lnSpc>
                            <a:spcAft>
                              <a:spcPts val="1000"/>
                            </a:spcAft>
                          </a:pPr>
                          <a:endParaRPr lang="en-IN" sz="1400" dirty="0">
                            <a:solidFill>
                              <a:schemeClr val="tx1"/>
                            </a:solidFill>
                            <a:effectLst/>
                            <a:latin typeface="Open Sans" panose="020B0604020202020204" charset="0"/>
                            <a:ea typeface="Open Sans" panose="020B0604020202020204" charset="0"/>
                            <a:cs typeface="Open Sans" panose="020B0604020202020204" charset="0"/>
                          </a:endParaRPr>
                        </a:p>
                        <a:p>
                          <a:pPr algn="just">
                            <a:lnSpc>
                              <a:spcPct val="115000"/>
                            </a:lnSpc>
                            <a:spcAft>
                              <a:spcPts val="1000"/>
                            </a:spcAft>
                          </a:pPr>
                          <a:r>
                            <a:rPr lang="en-IN" sz="1400" dirty="0">
                              <a:solidFill>
                                <a:schemeClr val="tx1"/>
                              </a:solidFill>
                              <a:effectLst/>
                              <a:latin typeface="Open Sans" panose="020B0604020202020204" charset="0"/>
                              <a:ea typeface="Open Sans" panose="020B0604020202020204" charset="0"/>
                              <a:cs typeface="Open Sans" panose="020B0604020202020204" charset="0"/>
                            </a:rPr>
                            <a:t> </a:t>
                          </a: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76200" cap="flat" cmpd="sng" algn="ctr">
                          <a:solidFill>
                            <a:srgbClr val="0090FF"/>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1" name="TextBox 20">
                <a:extLst>
                  <a:ext uri="{FF2B5EF4-FFF2-40B4-BE49-F238E27FC236}">
                    <a16:creationId xmlns:a16="http://schemas.microsoft.com/office/drawing/2014/main" id="{A6468609-CF05-4D30-8EEE-4E40907899B0}"/>
                  </a:ext>
                </a:extLst>
              </p:cNvPr>
              <p:cNvSpPr txBox="1"/>
              <p:nvPr/>
            </p:nvSpPr>
            <p:spPr>
              <a:xfrm rot="20859791">
                <a:off x="1842559" y="5933839"/>
                <a:ext cx="691215" cy="318805"/>
              </a:xfrm>
              <a:prstGeom prst="rect">
                <a:avLst/>
              </a:prstGeom>
              <a:noFill/>
            </p:spPr>
            <p:txBody>
              <a:bodyPr wrap="none" rtlCol="0">
                <a:spAutoFit/>
              </a:bodyPr>
              <a:lstStyle/>
              <a:p>
                <a:pPr algn="just">
                  <a:lnSpc>
                    <a:spcPct val="115000"/>
                  </a:lnSpc>
                  <a:spcAft>
                    <a:spcPts val="1000"/>
                  </a:spcAft>
                </a:pPr>
                <a:r>
                  <a:rPr lang="en-IN" dirty="0">
                    <a:solidFill>
                      <a:schemeClr val="tx1"/>
                    </a:solidFill>
                    <a:latin typeface="Open Sans" panose="020B0604020202020204" charset="0"/>
                    <a:ea typeface="Open Sans" panose="020B0604020202020204" charset="0"/>
                    <a:cs typeface="Open Sans" panose="020B0604020202020204" charset="0"/>
                  </a:rPr>
                  <a:t>Trevor</a:t>
                </a:r>
              </a:p>
            </p:txBody>
          </p:sp>
          <p:sp>
            <p:nvSpPr>
              <p:cNvPr id="22" name="TextBox 21">
                <a:extLst>
                  <a:ext uri="{FF2B5EF4-FFF2-40B4-BE49-F238E27FC236}">
                    <a16:creationId xmlns:a16="http://schemas.microsoft.com/office/drawing/2014/main" id="{8CAC0152-8FDC-461A-BECF-0716D6B52781}"/>
                  </a:ext>
                </a:extLst>
              </p:cNvPr>
              <p:cNvSpPr txBox="1"/>
              <p:nvPr/>
            </p:nvSpPr>
            <p:spPr>
              <a:xfrm rot="1214760">
                <a:off x="1843555" y="7368393"/>
                <a:ext cx="909223" cy="318805"/>
              </a:xfrm>
              <a:prstGeom prst="rect">
                <a:avLst/>
              </a:prstGeom>
              <a:noFill/>
            </p:spPr>
            <p:txBody>
              <a:bodyPr wrap="none" rtlCol="0">
                <a:spAutoFit/>
              </a:bodyPr>
              <a:lstStyle/>
              <a:p>
                <a:pPr algn="just">
                  <a:lnSpc>
                    <a:spcPct val="115000"/>
                  </a:lnSpc>
                  <a:spcAft>
                    <a:spcPts val="1000"/>
                  </a:spcAft>
                </a:pPr>
                <a:r>
                  <a:rPr lang="en-IN" dirty="0">
                    <a:solidFill>
                      <a:schemeClr val="tx1"/>
                    </a:solidFill>
                    <a:latin typeface="Open Sans" panose="020B0604020202020204" charset="0"/>
                    <a:ea typeface="Open Sans" panose="020B0604020202020204" charset="0"/>
                    <a:cs typeface="Open Sans" panose="020B0604020202020204" charset="0"/>
                  </a:rPr>
                  <a:t>Frederick</a:t>
                </a:r>
              </a:p>
            </p:txBody>
          </p:sp>
          <p:sp>
            <p:nvSpPr>
              <p:cNvPr id="23" name="TextBox 22">
                <a:extLst>
                  <a:ext uri="{FF2B5EF4-FFF2-40B4-BE49-F238E27FC236}">
                    <a16:creationId xmlns:a16="http://schemas.microsoft.com/office/drawing/2014/main" id="{FFB31AA5-3897-476F-BD56-78564FBF645D}"/>
                  </a:ext>
                </a:extLst>
              </p:cNvPr>
              <p:cNvSpPr txBox="1"/>
              <p:nvPr/>
            </p:nvSpPr>
            <p:spPr>
              <a:xfrm>
                <a:off x="1243247" y="6677147"/>
                <a:ext cx="1146468" cy="318805"/>
              </a:xfrm>
              <a:prstGeom prst="rect">
                <a:avLst/>
              </a:prstGeom>
              <a:noFill/>
            </p:spPr>
            <p:txBody>
              <a:bodyPr wrap="none" rtlCol="0">
                <a:spAutoFit/>
              </a:bodyPr>
              <a:lstStyle/>
              <a:p>
                <a:pPr algn="just">
                  <a:lnSpc>
                    <a:spcPct val="115000"/>
                  </a:lnSpc>
                  <a:spcAft>
                    <a:spcPts val="1000"/>
                  </a:spcAft>
                </a:pPr>
                <a:r>
                  <a:rPr lang="en-IN" dirty="0">
                    <a:solidFill>
                      <a:schemeClr val="tx1"/>
                    </a:solidFill>
                    <a:latin typeface="Open Sans" panose="020B0604020202020204" charset="0"/>
                    <a:ea typeface="Open Sans" panose="020B0604020202020204" charset="0"/>
                    <a:cs typeface="Open Sans" panose="020B0604020202020204" charset="0"/>
                  </a:rPr>
                  <a:t>9783151391</a:t>
                </a:r>
              </a:p>
            </p:txBody>
          </p:sp>
          <p:sp>
            <p:nvSpPr>
              <p:cNvPr id="24" name="TextBox 23">
                <a:extLst>
                  <a:ext uri="{FF2B5EF4-FFF2-40B4-BE49-F238E27FC236}">
                    <a16:creationId xmlns:a16="http://schemas.microsoft.com/office/drawing/2014/main" id="{A0B2FD69-89D9-4ED3-9692-16EA6CE8E3B8}"/>
                  </a:ext>
                </a:extLst>
              </p:cNvPr>
              <p:cNvSpPr txBox="1"/>
              <p:nvPr/>
            </p:nvSpPr>
            <p:spPr>
              <a:xfrm rot="1125740">
                <a:off x="1337350" y="6469734"/>
                <a:ext cx="2218877" cy="318805"/>
              </a:xfrm>
              <a:prstGeom prst="rect">
                <a:avLst/>
              </a:prstGeom>
              <a:noFill/>
            </p:spPr>
            <p:txBody>
              <a:bodyPr wrap="none" rtlCol="0">
                <a:spAutoFit/>
              </a:bodyPr>
              <a:lstStyle/>
              <a:p>
                <a:pPr algn="just">
                  <a:lnSpc>
                    <a:spcPct val="115000"/>
                  </a:lnSpc>
                  <a:spcAft>
                    <a:spcPts val="1000"/>
                  </a:spcAft>
                </a:pPr>
                <a:r>
                  <a:rPr lang="en-IN" dirty="0">
                    <a:solidFill>
                      <a:schemeClr val="tx1"/>
                    </a:solidFill>
                    <a:latin typeface="Open Sans" panose="020B0604020202020204" charset="0"/>
                    <a:ea typeface="Open Sans" panose="020B0604020202020204" charset="0"/>
                    <a:cs typeface="Open Sans" panose="020B0604020202020204" charset="0"/>
                  </a:rPr>
                  <a:t>24, Front street, Lancaster</a:t>
                </a:r>
              </a:p>
            </p:txBody>
          </p:sp>
          <p:sp>
            <p:nvSpPr>
              <p:cNvPr id="25" name="TextBox 24">
                <a:extLst>
                  <a:ext uri="{FF2B5EF4-FFF2-40B4-BE49-F238E27FC236}">
                    <a16:creationId xmlns:a16="http://schemas.microsoft.com/office/drawing/2014/main" id="{76C6C370-EA01-4C47-866F-151C4A72C79D}"/>
                  </a:ext>
                </a:extLst>
              </p:cNvPr>
              <p:cNvSpPr txBox="1"/>
              <p:nvPr/>
            </p:nvSpPr>
            <p:spPr>
              <a:xfrm>
                <a:off x="1413384" y="7828405"/>
                <a:ext cx="1146468" cy="318805"/>
              </a:xfrm>
              <a:prstGeom prst="rect">
                <a:avLst/>
              </a:prstGeom>
              <a:noFill/>
            </p:spPr>
            <p:txBody>
              <a:bodyPr wrap="none" rtlCol="0">
                <a:spAutoFit/>
              </a:bodyPr>
              <a:lstStyle/>
              <a:p>
                <a:pPr algn="just">
                  <a:lnSpc>
                    <a:spcPct val="115000"/>
                  </a:lnSpc>
                  <a:spcAft>
                    <a:spcPts val="1000"/>
                  </a:spcAft>
                </a:pPr>
                <a:r>
                  <a:rPr lang="en-IN" dirty="0">
                    <a:solidFill>
                      <a:schemeClr val="tx1"/>
                    </a:solidFill>
                    <a:latin typeface="Open Sans" panose="020B0604020202020204" charset="0"/>
                    <a:ea typeface="Open Sans" panose="020B0604020202020204" charset="0"/>
                    <a:cs typeface="Open Sans" panose="020B0604020202020204" charset="0"/>
                  </a:rPr>
                  <a:t>8201349821</a:t>
                </a:r>
              </a:p>
            </p:txBody>
          </p:sp>
          <p:sp>
            <p:nvSpPr>
              <p:cNvPr id="26" name="TextBox 25">
                <a:extLst>
                  <a:ext uri="{FF2B5EF4-FFF2-40B4-BE49-F238E27FC236}">
                    <a16:creationId xmlns:a16="http://schemas.microsoft.com/office/drawing/2014/main" id="{FE7D60E3-452A-45F0-8F15-482DD8C864B0}"/>
                  </a:ext>
                </a:extLst>
              </p:cNvPr>
              <p:cNvSpPr txBox="1"/>
              <p:nvPr/>
            </p:nvSpPr>
            <p:spPr>
              <a:xfrm rot="20814439">
                <a:off x="1290784" y="8153690"/>
                <a:ext cx="2111475" cy="318805"/>
              </a:xfrm>
              <a:prstGeom prst="rect">
                <a:avLst/>
              </a:prstGeom>
              <a:noFill/>
            </p:spPr>
            <p:txBody>
              <a:bodyPr wrap="none" rtlCol="0">
                <a:spAutoFit/>
              </a:bodyPr>
              <a:lstStyle/>
              <a:p>
                <a:pPr algn="just">
                  <a:lnSpc>
                    <a:spcPct val="115000"/>
                  </a:lnSpc>
                  <a:spcAft>
                    <a:spcPts val="1000"/>
                  </a:spcAft>
                </a:pPr>
                <a:r>
                  <a:rPr lang="en-IN" dirty="0">
                    <a:solidFill>
                      <a:schemeClr val="tx1"/>
                    </a:solidFill>
                    <a:latin typeface="Open Sans" panose="020B0604020202020204" charset="0"/>
                    <a:ea typeface="Open Sans" panose="020B0604020202020204" charset="0"/>
                    <a:cs typeface="Open Sans" panose="020B0604020202020204" charset="0"/>
                  </a:rPr>
                  <a:t>12, Pimlico Rd, Belgravia</a:t>
                </a:r>
              </a:p>
            </p:txBody>
          </p:sp>
          <p:sp>
            <p:nvSpPr>
              <p:cNvPr id="27" name="TextBox 26">
                <a:extLst>
                  <a:ext uri="{FF2B5EF4-FFF2-40B4-BE49-F238E27FC236}">
                    <a16:creationId xmlns:a16="http://schemas.microsoft.com/office/drawing/2014/main" id="{46B33C13-567B-49B3-8131-430EEC0D4F8C}"/>
                  </a:ext>
                </a:extLst>
              </p:cNvPr>
              <p:cNvSpPr txBox="1"/>
              <p:nvPr/>
            </p:nvSpPr>
            <p:spPr>
              <a:xfrm>
                <a:off x="1487156" y="9061336"/>
                <a:ext cx="1606530" cy="307777"/>
              </a:xfrm>
              <a:prstGeom prst="rect">
                <a:avLst/>
              </a:prstGeom>
              <a:noFill/>
            </p:spPr>
            <p:txBody>
              <a:bodyPr wrap="none" rtlCol="0">
                <a:spAutoFit/>
              </a:bodyPr>
              <a:lstStyle/>
              <a:p>
                <a:r>
                  <a:rPr lang="en-MY" dirty="0"/>
                  <a:t>Unstructured data</a:t>
                </a:r>
                <a:endParaRPr lang="en-GB" dirty="0"/>
              </a:p>
            </p:txBody>
          </p:sp>
          <p:sp>
            <p:nvSpPr>
              <p:cNvPr id="28" name="TextBox 27">
                <a:extLst>
                  <a:ext uri="{FF2B5EF4-FFF2-40B4-BE49-F238E27FC236}">
                    <a16:creationId xmlns:a16="http://schemas.microsoft.com/office/drawing/2014/main" id="{CD6F86A1-0444-478B-A744-36A97D53F1B8}"/>
                  </a:ext>
                </a:extLst>
              </p:cNvPr>
              <p:cNvSpPr txBox="1"/>
              <p:nvPr/>
            </p:nvSpPr>
            <p:spPr>
              <a:xfrm>
                <a:off x="4873450" y="9038962"/>
                <a:ext cx="1407758" cy="307777"/>
              </a:xfrm>
              <a:prstGeom prst="rect">
                <a:avLst/>
              </a:prstGeom>
              <a:noFill/>
            </p:spPr>
            <p:txBody>
              <a:bodyPr wrap="none" rtlCol="0">
                <a:spAutoFit/>
              </a:bodyPr>
              <a:lstStyle/>
              <a:p>
                <a:r>
                  <a:rPr lang="en-MY" dirty="0"/>
                  <a:t>Structured data</a:t>
                </a:r>
                <a:endParaRPr lang="en-GB" dirty="0"/>
              </a:p>
            </p:txBody>
          </p:sp>
        </p:grpSp>
        <p:sp>
          <p:nvSpPr>
            <p:cNvPr id="18" name="Rectangle 17">
              <a:extLst>
                <a:ext uri="{FF2B5EF4-FFF2-40B4-BE49-F238E27FC236}">
                  <a16:creationId xmlns:a16="http://schemas.microsoft.com/office/drawing/2014/main" id="{85E4B3B9-5503-4E91-9A91-854606272760}"/>
                </a:ext>
              </a:extLst>
            </p:cNvPr>
            <p:cNvSpPr/>
            <p:nvPr/>
          </p:nvSpPr>
          <p:spPr>
            <a:xfrm>
              <a:off x="1034980" y="5566787"/>
              <a:ext cx="6229978" cy="3914827"/>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090928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652684" y="345499"/>
            <a:ext cx="7112572" cy="713430"/>
          </a:xfrm>
          <a:prstGeom prst="rect">
            <a:avLst/>
          </a:prstGeom>
        </p:spPr>
        <p:txBody>
          <a:bodyPr spcFirstLastPara="1" wrap="square" lIns="91425" tIns="91425" rIns="91425" bIns="91425" anchor="b" anchorCtr="0">
            <a:noAutofit/>
          </a:bodyPr>
          <a:lstStyle/>
          <a:p>
            <a:pPr lvl="0"/>
            <a:r>
              <a:rPr lang="en-IN" dirty="0"/>
              <a:t>Issues with single table of data</a:t>
            </a:r>
          </a:p>
        </p:txBody>
      </p:sp>
      <p:sp>
        <p:nvSpPr>
          <p:cNvPr id="96" name="Google Shape;96;p15"/>
          <p:cNvSpPr txBox="1">
            <a:spLocks noGrp="1"/>
          </p:cNvSpPr>
          <p:nvPr>
            <p:ph type="body" idx="1"/>
          </p:nvPr>
        </p:nvSpPr>
        <p:spPr>
          <a:xfrm>
            <a:off x="460939" y="991888"/>
            <a:ext cx="7651435" cy="2004000"/>
          </a:xfrm>
          <a:prstGeom prst="rect">
            <a:avLst/>
          </a:prstGeom>
        </p:spPr>
        <p:txBody>
          <a:bodyPr spcFirstLastPara="1" wrap="square" lIns="91425" tIns="91425" rIns="91425" bIns="91425" anchor="t" anchorCtr="0">
            <a:noAutofit/>
          </a:bodyPr>
          <a:lstStyle/>
          <a:p>
            <a:pPr marL="400050" lvl="0" indent="-285750">
              <a:lnSpc>
                <a:spcPct val="113000"/>
              </a:lnSpc>
              <a:buSzPts val="1800"/>
              <a:buFont typeface="Wingdings" panose="05000000000000000000" pitchFamily="2" charset="2"/>
              <a:buChar char="§"/>
            </a:pPr>
            <a:r>
              <a:rPr lang="en-IN" sz="1600" dirty="0"/>
              <a:t>The table contains details of patients’ record in a doctor’s clinic. If we were to build a database system for a doctor’s clinic, you will need to cross-reference by doctor as well as patient. </a:t>
            </a:r>
          </a:p>
          <a:p>
            <a:pPr marL="400050" lvl="0" indent="-285750">
              <a:lnSpc>
                <a:spcPct val="113000"/>
              </a:lnSpc>
              <a:buSzPts val="1800"/>
              <a:buFont typeface="Wingdings" panose="05000000000000000000" pitchFamily="2" charset="2"/>
              <a:buChar char="§"/>
            </a:pPr>
            <a:r>
              <a:rPr lang="en-IN" sz="1600" dirty="0"/>
              <a:t>Each doctor has many patients, but each patient normally has only one doctor</a:t>
            </a:r>
          </a:p>
          <a:p>
            <a:pPr marL="400050" lvl="0" indent="-285750">
              <a:lnSpc>
                <a:spcPct val="113000"/>
              </a:lnSpc>
              <a:buSzPts val="1800"/>
              <a:buFont typeface="Wingdings" panose="05000000000000000000" pitchFamily="2" charset="2"/>
              <a:buChar char="§"/>
            </a:pPr>
            <a:r>
              <a:rPr lang="en-IN" sz="1600" dirty="0"/>
              <a:t>Notice the </a:t>
            </a:r>
            <a:r>
              <a:rPr lang="en-IN" sz="1600" b="1" dirty="0"/>
              <a:t>duplication of data </a:t>
            </a:r>
            <a:r>
              <a:rPr lang="en-IN" sz="1600" dirty="0"/>
              <a:t>for the doctors in the below file. </a:t>
            </a:r>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16</a:t>
            </a:fld>
            <a:endParaRPr/>
          </a:p>
        </p:txBody>
      </p:sp>
      <p:grpSp>
        <p:nvGrpSpPr>
          <p:cNvPr id="6" name="Google Shape;142;p18"/>
          <p:cNvGrpSpPr/>
          <p:nvPr/>
        </p:nvGrpSpPr>
        <p:grpSpPr>
          <a:xfrm>
            <a:off x="8039599" y="662206"/>
            <a:ext cx="903434" cy="903434"/>
            <a:chOff x="2594325" y="1627175"/>
            <a:chExt cx="440850" cy="440850"/>
          </a:xfrm>
        </p:grpSpPr>
        <p:sp>
          <p:nvSpPr>
            <p:cNvPr id="7" name="Google Shape;143;p1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4;p1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5;p1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 name="Picture 9">
            <a:extLst>
              <a:ext uri="{FF2B5EF4-FFF2-40B4-BE49-F238E27FC236}">
                <a16:creationId xmlns:a16="http://schemas.microsoft.com/office/drawing/2014/main" id="{A1320A64-7D38-8DE3-5354-AD10E15DF199}"/>
              </a:ext>
            </a:extLst>
          </p:cNvPr>
          <p:cNvPicPr>
            <a:picLocks noChangeAspect="1"/>
          </p:cNvPicPr>
          <p:nvPr/>
        </p:nvPicPr>
        <p:blipFill>
          <a:blip r:embed="rId3"/>
          <a:stretch>
            <a:fillRect/>
          </a:stretch>
        </p:blipFill>
        <p:spPr>
          <a:xfrm>
            <a:off x="897732" y="3576637"/>
            <a:ext cx="6019800" cy="1019175"/>
          </a:xfrm>
          <a:prstGeom prst="rect">
            <a:avLst/>
          </a:prstGeom>
        </p:spPr>
      </p:pic>
    </p:spTree>
    <p:extLst>
      <p:ext uri="{BB962C8B-B14F-4D97-AF65-F5344CB8AC3E}">
        <p14:creationId xmlns:p14="http://schemas.microsoft.com/office/powerpoint/2010/main" val="1943956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652684" y="345499"/>
            <a:ext cx="7112572" cy="713430"/>
          </a:xfrm>
          <a:prstGeom prst="rect">
            <a:avLst/>
          </a:prstGeom>
        </p:spPr>
        <p:txBody>
          <a:bodyPr spcFirstLastPara="1" wrap="square" lIns="91425" tIns="91425" rIns="91425" bIns="91425" anchor="b" anchorCtr="0">
            <a:noAutofit/>
          </a:bodyPr>
          <a:lstStyle/>
          <a:p>
            <a:pPr lvl="0"/>
            <a:r>
              <a:rPr lang="en-IN" dirty="0"/>
              <a:t>Issues with single table of data</a:t>
            </a:r>
          </a:p>
        </p:txBody>
      </p:sp>
      <p:sp>
        <p:nvSpPr>
          <p:cNvPr id="96" name="Google Shape;96;p15"/>
          <p:cNvSpPr txBox="1">
            <a:spLocks noGrp="1"/>
          </p:cNvSpPr>
          <p:nvPr>
            <p:ph type="body" idx="1"/>
          </p:nvPr>
        </p:nvSpPr>
        <p:spPr>
          <a:xfrm>
            <a:off x="460939" y="991888"/>
            <a:ext cx="7651435" cy="2004000"/>
          </a:xfrm>
          <a:prstGeom prst="rect">
            <a:avLst/>
          </a:prstGeom>
        </p:spPr>
        <p:txBody>
          <a:bodyPr spcFirstLastPara="1" wrap="square" lIns="91425" tIns="91425" rIns="91425" bIns="91425" anchor="t" anchorCtr="0">
            <a:noAutofit/>
          </a:bodyPr>
          <a:lstStyle/>
          <a:p>
            <a:pPr marL="400050" lvl="0" indent="-285750">
              <a:lnSpc>
                <a:spcPct val="113000"/>
              </a:lnSpc>
              <a:buSzPts val="1800"/>
              <a:buFont typeface="Wingdings" panose="05000000000000000000" pitchFamily="2" charset="2"/>
              <a:buChar char="§"/>
            </a:pPr>
            <a:r>
              <a:rPr lang="en-IN" sz="1600" dirty="0"/>
              <a:t>Notice the </a:t>
            </a:r>
            <a:r>
              <a:rPr lang="en-IN" sz="1600" b="1" dirty="0"/>
              <a:t>duplication of data </a:t>
            </a:r>
            <a:r>
              <a:rPr lang="en-IN" sz="1600" dirty="0"/>
              <a:t>for the doctors in the below file. This causes problems such as:</a:t>
            </a:r>
          </a:p>
          <a:p>
            <a:pPr marL="400050" lvl="0" indent="-285750">
              <a:lnSpc>
                <a:spcPct val="113000"/>
              </a:lnSpc>
              <a:buSzPts val="1800"/>
              <a:buFont typeface="Wingdings" panose="05000000000000000000" pitchFamily="2" charset="2"/>
              <a:buChar char="§"/>
            </a:pPr>
            <a:r>
              <a:rPr lang="en-IN" sz="1600" dirty="0"/>
              <a:t>Wasted time/effort when entering and updating the data. Every occurrence of the doctor attributes will need to be updated if a detail changes </a:t>
            </a:r>
            <a:r>
              <a:rPr lang="en-IN" sz="1600" dirty="0" err="1"/>
              <a:t>e.g</a:t>
            </a:r>
            <a:r>
              <a:rPr lang="en-IN" sz="1600" dirty="0"/>
              <a:t> doctor retires or changes jobs.</a:t>
            </a:r>
          </a:p>
          <a:p>
            <a:pPr marL="400050" lvl="0" indent="-285750">
              <a:lnSpc>
                <a:spcPct val="113000"/>
              </a:lnSpc>
              <a:buSzPts val="1800"/>
              <a:buFont typeface="Wingdings" panose="05000000000000000000" pitchFamily="2" charset="2"/>
              <a:buChar char="§"/>
            </a:pPr>
            <a:r>
              <a:rPr lang="en-IN" sz="1600" dirty="0"/>
              <a:t>Wasted storage space as duplicated data takes up extra memory space</a:t>
            </a:r>
          </a:p>
          <a:p>
            <a:pPr marL="400050" lvl="0" indent="-285750">
              <a:lnSpc>
                <a:spcPct val="113000"/>
              </a:lnSpc>
              <a:buSzPts val="1800"/>
              <a:buFont typeface="Wingdings" panose="05000000000000000000" pitchFamily="2" charset="2"/>
              <a:buChar char="§"/>
            </a:pPr>
            <a:endParaRPr lang="en-IN" sz="1600" dirty="0"/>
          </a:p>
          <a:p>
            <a:pPr marL="400050" lvl="0" indent="-285750">
              <a:lnSpc>
                <a:spcPct val="113000"/>
              </a:lnSpc>
              <a:buSzPts val="1800"/>
              <a:buFont typeface="Wingdings" panose="05000000000000000000" pitchFamily="2" charset="2"/>
              <a:buChar char="§"/>
            </a:pPr>
            <a:endParaRPr lang="en-IN" sz="1600" dirty="0"/>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17</a:t>
            </a:fld>
            <a:endParaRPr/>
          </a:p>
        </p:txBody>
      </p:sp>
      <p:grpSp>
        <p:nvGrpSpPr>
          <p:cNvPr id="6" name="Google Shape;142;p18"/>
          <p:cNvGrpSpPr/>
          <p:nvPr/>
        </p:nvGrpSpPr>
        <p:grpSpPr>
          <a:xfrm>
            <a:off x="8039599" y="662206"/>
            <a:ext cx="903434" cy="903434"/>
            <a:chOff x="2594325" y="1627175"/>
            <a:chExt cx="440850" cy="440850"/>
          </a:xfrm>
        </p:grpSpPr>
        <p:sp>
          <p:nvSpPr>
            <p:cNvPr id="7" name="Google Shape;143;p1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4;p1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5;p1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 name="Picture 9">
            <a:extLst>
              <a:ext uri="{FF2B5EF4-FFF2-40B4-BE49-F238E27FC236}">
                <a16:creationId xmlns:a16="http://schemas.microsoft.com/office/drawing/2014/main" id="{A1320A64-7D38-8DE3-5354-AD10E15DF199}"/>
              </a:ext>
            </a:extLst>
          </p:cNvPr>
          <p:cNvPicPr>
            <a:picLocks noChangeAspect="1"/>
          </p:cNvPicPr>
          <p:nvPr/>
        </p:nvPicPr>
        <p:blipFill>
          <a:blip r:embed="rId3"/>
          <a:stretch>
            <a:fillRect/>
          </a:stretch>
        </p:blipFill>
        <p:spPr>
          <a:xfrm>
            <a:off x="797720" y="3226594"/>
            <a:ext cx="6019800" cy="1019175"/>
          </a:xfrm>
          <a:prstGeom prst="rect">
            <a:avLst/>
          </a:prstGeom>
        </p:spPr>
      </p:pic>
    </p:spTree>
    <p:extLst>
      <p:ext uri="{BB962C8B-B14F-4D97-AF65-F5344CB8AC3E}">
        <p14:creationId xmlns:p14="http://schemas.microsoft.com/office/powerpoint/2010/main" val="8545817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859853" y="1423670"/>
            <a:ext cx="5092200" cy="713430"/>
          </a:xfrm>
          <a:prstGeom prst="rect">
            <a:avLst/>
          </a:prstGeom>
        </p:spPr>
        <p:txBody>
          <a:bodyPr spcFirstLastPara="1" wrap="square" lIns="91425" tIns="91425" rIns="91425" bIns="91425" anchor="b" anchorCtr="0">
            <a:noAutofit/>
          </a:bodyPr>
          <a:lstStyle/>
          <a:p>
            <a:pPr lvl="0"/>
            <a:r>
              <a:rPr lang="en-IN" dirty="0"/>
              <a:t>What is a relational database?</a:t>
            </a:r>
          </a:p>
        </p:txBody>
      </p:sp>
      <p:sp>
        <p:nvSpPr>
          <p:cNvPr id="96" name="Google Shape;96;p15"/>
          <p:cNvSpPr txBox="1">
            <a:spLocks noGrp="1"/>
          </p:cNvSpPr>
          <p:nvPr>
            <p:ph type="body" idx="1"/>
          </p:nvPr>
        </p:nvSpPr>
        <p:spPr>
          <a:xfrm>
            <a:off x="768120" y="2331091"/>
            <a:ext cx="7935205" cy="1685887"/>
          </a:xfrm>
          <a:prstGeom prst="rect">
            <a:avLst/>
          </a:prstGeom>
        </p:spPr>
        <p:txBody>
          <a:bodyPr spcFirstLastPara="1" wrap="square" lIns="91425" tIns="91425" rIns="91425" bIns="91425" anchor="t" anchorCtr="0">
            <a:noAutofit/>
          </a:bodyPr>
          <a:lstStyle/>
          <a:p>
            <a:pPr marL="400050" indent="-285750">
              <a:lnSpc>
                <a:spcPct val="113000"/>
              </a:lnSpc>
              <a:buSzPts val="1800"/>
              <a:buFont typeface="Wingdings" panose="05000000000000000000" pitchFamily="2" charset="2"/>
              <a:buChar char="§"/>
            </a:pPr>
            <a:r>
              <a:rPr lang="en-IN" sz="1800" dirty="0"/>
              <a:t>A relational database is a type of database that is structured  and is distributed over various tables that are connected using a relationship in a relational database. Hence, no redundant data.  </a:t>
            </a:r>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18</a:t>
            </a:fld>
            <a:endParaRPr/>
          </a:p>
        </p:txBody>
      </p:sp>
      <p:grpSp>
        <p:nvGrpSpPr>
          <p:cNvPr id="6" name="Google Shape;142;p18"/>
          <p:cNvGrpSpPr/>
          <p:nvPr/>
        </p:nvGrpSpPr>
        <p:grpSpPr>
          <a:xfrm>
            <a:off x="7516121" y="711701"/>
            <a:ext cx="903434" cy="903434"/>
            <a:chOff x="2594325" y="1627175"/>
            <a:chExt cx="440850" cy="440850"/>
          </a:xfrm>
        </p:grpSpPr>
        <p:sp>
          <p:nvSpPr>
            <p:cNvPr id="7" name="Google Shape;143;p1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4;p1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5;p1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6326487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657595" y="588387"/>
            <a:ext cx="7112572" cy="713430"/>
          </a:xfrm>
          <a:prstGeom prst="rect">
            <a:avLst/>
          </a:prstGeom>
        </p:spPr>
        <p:txBody>
          <a:bodyPr spcFirstLastPara="1" wrap="square" lIns="91425" tIns="91425" rIns="91425" bIns="91425" anchor="b" anchorCtr="0">
            <a:noAutofit/>
          </a:bodyPr>
          <a:lstStyle/>
          <a:p>
            <a:pPr lvl="0"/>
            <a:r>
              <a:rPr lang="en-IN" dirty="0"/>
              <a:t>Use or two or more related tables</a:t>
            </a:r>
            <a:br>
              <a:rPr lang="en-IN" dirty="0"/>
            </a:br>
            <a:r>
              <a:rPr lang="en-IN" dirty="0"/>
              <a:t> - Relational Database</a:t>
            </a:r>
          </a:p>
        </p:txBody>
      </p:sp>
      <p:sp>
        <p:nvSpPr>
          <p:cNvPr id="96" name="Google Shape;96;p15"/>
          <p:cNvSpPr txBox="1">
            <a:spLocks noGrp="1"/>
          </p:cNvSpPr>
          <p:nvPr>
            <p:ph type="body" idx="1"/>
          </p:nvPr>
        </p:nvSpPr>
        <p:spPr>
          <a:xfrm>
            <a:off x="388164" y="1324407"/>
            <a:ext cx="7651435" cy="2004000"/>
          </a:xfrm>
          <a:prstGeom prst="rect">
            <a:avLst/>
          </a:prstGeom>
        </p:spPr>
        <p:txBody>
          <a:bodyPr spcFirstLastPara="1" wrap="square" lIns="91425" tIns="91425" rIns="91425" bIns="91425" anchor="t" anchorCtr="0">
            <a:noAutofit/>
          </a:bodyPr>
          <a:lstStyle/>
          <a:p>
            <a:pPr marL="400050" lvl="0" indent="-285750">
              <a:lnSpc>
                <a:spcPct val="113000"/>
              </a:lnSpc>
              <a:buSzPts val="1800"/>
              <a:buFont typeface="Wingdings" panose="05000000000000000000" pitchFamily="2" charset="2"/>
              <a:buChar char="§"/>
            </a:pPr>
            <a:r>
              <a:rPr lang="en-IN" sz="1600" dirty="0"/>
              <a:t>It is better practice to split this information into 2 tables. Then define a relationship between the table</a:t>
            </a:r>
          </a:p>
          <a:p>
            <a:pPr marL="857250" lvl="1" indent="-285750">
              <a:lnSpc>
                <a:spcPct val="113000"/>
              </a:lnSpc>
              <a:buSzPts val="1800"/>
              <a:buFont typeface="Wingdings" panose="05000000000000000000" pitchFamily="2" charset="2"/>
              <a:buChar char="§"/>
            </a:pPr>
            <a:r>
              <a:rPr lang="en-IN" sz="1600" dirty="0"/>
              <a:t>A patient’s table</a:t>
            </a:r>
          </a:p>
          <a:p>
            <a:pPr marL="857250" lvl="1" indent="-285750">
              <a:lnSpc>
                <a:spcPct val="113000"/>
              </a:lnSpc>
              <a:buSzPts val="1800"/>
              <a:buFont typeface="Wingdings" panose="05000000000000000000" pitchFamily="2" charset="2"/>
              <a:buChar char="§"/>
            </a:pPr>
            <a:r>
              <a:rPr lang="en-IN" sz="1600" dirty="0"/>
              <a:t>A Doctor’s table</a:t>
            </a:r>
          </a:p>
          <a:p>
            <a:pPr marL="400050" lvl="0" indent="-285750">
              <a:lnSpc>
                <a:spcPct val="113000"/>
              </a:lnSpc>
              <a:buSzPts val="1800"/>
              <a:buFont typeface="Wingdings" panose="05000000000000000000" pitchFamily="2" charset="2"/>
              <a:buChar char="§"/>
            </a:pPr>
            <a:endParaRPr lang="en-IN" sz="1600" dirty="0"/>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19</a:t>
            </a:fld>
            <a:endParaRPr/>
          </a:p>
        </p:txBody>
      </p:sp>
      <p:grpSp>
        <p:nvGrpSpPr>
          <p:cNvPr id="6" name="Google Shape;142;p18"/>
          <p:cNvGrpSpPr/>
          <p:nvPr/>
        </p:nvGrpSpPr>
        <p:grpSpPr>
          <a:xfrm>
            <a:off x="8039599" y="662206"/>
            <a:ext cx="903434" cy="903434"/>
            <a:chOff x="2594325" y="1627175"/>
            <a:chExt cx="440850" cy="440850"/>
          </a:xfrm>
        </p:grpSpPr>
        <p:sp>
          <p:nvSpPr>
            <p:cNvPr id="7" name="Google Shape;143;p1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4;p1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5;p1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4" name="Picture 13">
            <a:extLst>
              <a:ext uri="{FF2B5EF4-FFF2-40B4-BE49-F238E27FC236}">
                <a16:creationId xmlns:a16="http://schemas.microsoft.com/office/drawing/2014/main" id="{0A68C7D8-650C-669D-B9CE-C4DCC765FF20}"/>
              </a:ext>
            </a:extLst>
          </p:cNvPr>
          <p:cNvPicPr>
            <a:picLocks noChangeAspect="1"/>
          </p:cNvPicPr>
          <p:nvPr/>
        </p:nvPicPr>
        <p:blipFill>
          <a:blip r:embed="rId3"/>
          <a:stretch>
            <a:fillRect/>
          </a:stretch>
        </p:blipFill>
        <p:spPr>
          <a:xfrm>
            <a:off x="1050131" y="3092086"/>
            <a:ext cx="3771900" cy="971550"/>
          </a:xfrm>
          <a:prstGeom prst="rect">
            <a:avLst/>
          </a:prstGeom>
        </p:spPr>
      </p:pic>
      <p:sp>
        <p:nvSpPr>
          <p:cNvPr id="15" name="TextBox 14">
            <a:extLst>
              <a:ext uri="{FF2B5EF4-FFF2-40B4-BE49-F238E27FC236}">
                <a16:creationId xmlns:a16="http://schemas.microsoft.com/office/drawing/2014/main" id="{3A73A387-FD01-08A6-60EC-B155F577F637}"/>
              </a:ext>
            </a:extLst>
          </p:cNvPr>
          <p:cNvSpPr txBox="1"/>
          <p:nvPr/>
        </p:nvSpPr>
        <p:spPr>
          <a:xfrm>
            <a:off x="974645" y="2755204"/>
            <a:ext cx="2243137" cy="307777"/>
          </a:xfrm>
          <a:prstGeom prst="rect">
            <a:avLst/>
          </a:prstGeom>
          <a:noFill/>
        </p:spPr>
        <p:txBody>
          <a:bodyPr wrap="square" rtlCol="0">
            <a:spAutoFit/>
          </a:bodyPr>
          <a:lstStyle/>
          <a:p>
            <a:r>
              <a:rPr lang="en-IE" dirty="0"/>
              <a:t>Patient’s Table</a:t>
            </a:r>
          </a:p>
        </p:txBody>
      </p:sp>
      <p:sp>
        <p:nvSpPr>
          <p:cNvPr id="16" name="TextBox 15">
            <a:extLst>
              <a:ext uri="{FF2B5EF4-FFF2-40B4-BE49-F238E27FC236}">
                <a16:creationId xmlns:a16="http://schemas.microsoft.com/office/drawing/2014/main" id="{70B1E900-0D93-08D0-DBED-7F26BE5C9C96}"/>
              </a:ext>
            </a:extLst>
          </p:cNvPr>
          <p:cNvSpPr txBox="1"/>
          <p:nvPr/>
        </p:nvSpPr>
        <p:spPr>
          <a:xfrm>
            <a:off x="6047401" y="2764101"/>
            <a:ext cx="2243137" cy="307777"/>
          </a:xfrm>
          <a:prstGeom prst="rect">
            <a:avLst/>
          </a:prstGeom>
          <a:noFill/>
        </p:spPr>
        <p:txBody>
          <a:bodyPr wrap="square" rtlCol="0">
            <a:spAutoFit/>
          </a:bodyPr>
          <a:lstStyle/>
          <a:p>
            <a:r>
              <a:rPr lang="en-IE" dirty="0"/>
              <a:t>Doctor’s Table</a:t>
            </a:r>
          </a:p>
        </p:txBody>
      </p:sp>
      <p:pic>
        <p:nvPicPr>
          <p:cNvPr id="18" name="Picture 17">
            <a:extLst>
              <a:ext uri="{FF2B5EF4-FFF2-40B4-BE49-F238E27FC236}">
                <a16:creationId xmlns:a16="http://schemas.microsoft.com/office/drawing/2014/main" id="{6E62FA39-AF07-F13C-3672-7DBBD38CBDFA}"/>
              </a:ext>
            </a:extLst>
          </p:cNvPr>
          <p:cNvPicPr>
            <a:picLocks noChangeAspect="1"/>
          </p:cNvPicPr>
          <p:nvPr/>
        </p:nvPicPr>
        <p:blipFill>
          <a:blip r:embed="rId4"/>
          <a:stretch>
            <a:fillRect/>
          </a:stretch>
        </p:blipFill>
        <p:spPr>
          <a:xfrm>
            <a:off x="6069569" y="3113772"/>
            <a:ext cx="2095500" cy="685800"/>
          </a:xfrm>
          <a:prstGeom prst="rect">
            <a:avLst/>
          </a:prstGeom>
        </p:spPr>
      </p:pic>
    </p:spTree>
    <p:extLst>
      <p:ext uri="{BB962C8B-B14F-4D97-AF65-F5344CB8AC3E}">
        <p14:creationId xmlns:p14="http://schemas.microsoft.com/office/powerpoint/2010/main" val="29993956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859853" y="1227253"/>
            <a:ext cx="5092200" cy="713430"/>
          </a:xfrm>
          <a:prstGeom prst="rect">
            <a:avLst/>
          </a:prstGeom>
        </p:spPr>
        <p:txBody>
          <a:bodyPr spcFirstLastPara="1" wrap="square" lIns="91425" tIns="91425" rIns="91425" bIns="91425" anchor="b" anchorCtr="0">
            <a:noAutofit/>
          </a:bodyPr>
          <a:lstStyle/>
          <a:p>
            <a:pPr lvl="0"/>
            <a:r>
              <a:rPr lang="en-IN" dirty="0"/>
              <a:t>Primary key</a:t>
            </a:r>
          </a:p>
        </p:txBody>
      </p:sp>
      <p:sp>
        <p:nvSpPr>
          <p:cNvPr id="96" name="Google Shape;96;p15"/>
          <p:cNvSpPr txBox="1">
            <a:spLocks noGrp="1"/>
          </p:cNvSpPr>
          <p:nvPr>
            <p:ph type="body" idx="1"/>
          </p:nvPr>
        </p:nvSpPr>
        <p:spPr>
          <a:xfrm>
            <a:off x="768120" y="2134674"/>
            <a:ext cx="7651435" cy="2004000"/>
          </a:xfrm>
          <a:prstGeom prst="rect">
            <a:avLst/>
          </a:prstGeom>
        </p:spPr>
        <p:txBody>
          <a:bodyPr spcFirstLastPara="1" wrap="square" lIns="91425" tIns="91425" rIns="91425" bIns="91425" anchor="t" anchorCtr="0">
            <a:noAutofit/>
          </a:bodyPr>
          <a:lstStyle/>
          <a:p>
            <a:pPr marL="400050" lvl="0" indent="-285750">
              <a:lnSpc>
                <a:spcPct val="113000"/>
              </a:lnSpc>
              <a:buSzPts val="1800"/>
              <a:buFont typeface="Wingdings" panose="05000000000000000000" pitchFamily="2" charset="2"/>
              <a:buChar char="§"/>
            </a:pPr>
            <a:r>
              <a:rPr lang="en-IN" sz="1600" dirty="0"/>
              <a:t>The purpose of a primary key is to provide a unique key to a record.</a:t>
            </a:r>
          </a:p>
          <a:p>
            <a:pPr marL="400050" lvl="0" indent="-285750">
              <a:lnSpc>
                <a:spcPct val="113000"/>
              </a:lnSpc>
              <a:buSzPts val="1800"/>
              <a:buFont typeface="Wingdings" panose="05000000000000000000" pitchFamily="2" charset="2"/>
              <a:buChar char="§"/>
            </a:pPr>
            <a:r>
              <a:rPr lang="en-IN" sz="1600" dirty="0"/>
              <a:t>To prevent data duplication, each record uses a </a:t>
            </a:r>
            <a:r>
              <a:rPr lang="en-IN" sz="1600" b="1" dirty="0"/>
              <a:t>primary key field</a:t>
            </a:r>
            <a:r>
              <a:rPr lang="en-IN" sz="1600" dirty="0"/>
              <a:t>, which </a:t>
            </a:r>
            <a:r>
              <a:rPr lang="en-IN" sz="1600" b="1" dirty="0"/>
              <a:t>must be unique</a:t>
            </a:r>
            <a:r>
              <a:rPr lang="en-IN" sz="1600" dirty="0"/>
              <a:t>. It can be automatically generated. </a:t>
            </a:r>
          </a:p>
          <a:p>
            <a:pPr marL="400050" lvl="0" indent="-285750">
              <a:lnSpc>
                <a:spcPct val="113000"/>
              </a:lnSpc>
              <a:buSzPts val="1800"/>
              <a:buFont typeface="Wingdings" panose="05000000000000000000" pitchFamily="2" charset="2"/>
              <a:buChar char="§"/>
            </a:pPr>
            <a:r>
              <a:rPr lang="en-IN" sz="1600" dirty="0"/>
              <a:t>A primary key may be just numbers or a combination of letters and numbers. </a:t>
            </a:r>
          </a:p>
          <a:p>
            <a:pPr marL="400050" lvl="0" indent="-285750">
              <a:lnSpc>
                <a:spcPct val="113000"/>
              </a:lnSpc>
              <a:buSzPts val="1800"/>
              <a:buFont typeface="Wingdings" panose="05000000000000000000" pitchFamily="2" charset="2"/>
              <a:buChar char="§"/>
            </a:pPr>
            <a:r>
              <a:rPr lang="en-IN" sz="1600" dirty="0"/>
              <a:t>In the employee table, an employee number is unique for each employee and serves as the primary key.</a:t>
            </a:r>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20</a:t>
            </a:fld>
            <a:endParaRPr/>
          </a:p>
        </p:txBody>
      </p:sp>
      <p:grpSp>
        <p:nvGrpSpPr>
          <p:cNvPr id="6" name="Google Shape;142;p18"/>
          <p:cNvGrpSpPr/>
          <p:nvPr/>
        </p:nvGrpSpPr>
        <p:grpSpPr>
          <a:xfrm>
            <a:off x="7516121" y="711701"/>
            <a:ext cx="903434" cy="903434"/>
            <a:chOff x="2594325" y="1627175"/>
            <a:chExt cx="440850" cy="440850"/>
          </a:xfrm>
        </p:grpSpPr>
        <p:sp>
          <p:nvSpPr>
            <p:cNvPr id="7" name="Google Shape;143;p1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4;p1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5;p1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1942869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657595" y="588387"/>
            <a:ext cx="7112572" cy="713430"/>
          </a:xfrm>
          <a:prstGeom prst="rect">
            <a:avLst/>
          </a:prstGeom>
        </p:spPr>
        <p:txBody>
          <a:bodyPr spcFirstLastPara="1" wrap="square" lIns="91425" tIns="91425" rIns="91425" bIns="91425" anchor="b" anchorCtr="0">
            <a:noAutofit/>
          </a:bodyPr>
          <a:lstStyle/>
          <a:p>
            <a:pPr lvl="0"/>
            <a:r>
              <a:rPr lang="en-IN" dirty="0"/>
              <a:t>Use or two or more related tables</a:t>
            </a:r>
            <a:br>
              <a:rPr lang="en-IN" dirty="0"/>
            </a:br>
            <a:r>
              <a:rPr lang="en-IN" dirty="0"/>
              <a:t> - Relational Database</a:t>
            </a:r>
          </a:p>
        </p:txBody>
      </p:sp>
      <p:sp>
        <p:nvSpPr>
          <p:cNvPr id="96" name="Google Shape;96;p15"/>
          <p:cNvSpPr txBox="1">
            <a:spLocks noGrp="1"/>
          </p:cNvSpPr>
          <p:nvPr>
            <p:ph type="body" idx="1"/>
          </p:nvPr>
        </p:nvSpPr>
        <p:spPr>
          <a:xfrm>
            <a:off x="388164" y="1324407"/>
            <a:ext cx="7651435" cy="2004000"/>
          </a:xfrm>
          <a:prstGeom prst="rect">
            <a:avLst/>
          </a:prstGeom>
        </p:spPr>
        <p:txBody>
          <a:bodyPr spcFirstLastPara="1" wrap="square" lIns="91425" tIns="91425" rIns="91425" bIns="91425" anchor="t" anchorCtr="0">
            <a:noAutofit/>
          </a:bodyPr>
          <a:lstStyle/>
          <a:p>
            <a:pPr marL="400050" lvl="0" indent="-285750">
              <a:lnSpc>
                <a:spcPct val="113000"/>
              </a:lnSpc>
              <a:buSzPts val="1800"/>
              <a:buFont typeface="Wingdings" panose="05000000000000000000" pitchFamily="2" charset="2"/>
              <a:buChar char="§"/>
            </a:pPr>
            <a:r>
              <a:rPr lang="en-IN" sz="1600" dirty="0"/>
              <a:t>First, need to create a PRIMARY KEY for Each patient record and each doctor record</a:t>
            </a:r>
          </a:p>
          <a:p>
            <a:pPr marL="400050" lvl="0" indent="-285750">
              <a:lnSpc>
                <a:spcPct val="113000"/>
              </a:lnSpc>
              <a:buSzPts val="1800"/>
              <a:buFont typeface="Wingdings" panose="05000000000000000000" pitchFamily="2" charset="2"/>
              <a:buChar char="§"/>
            </a:pPr>
            <a:endParaRPr lang="en-IN" sz="1600" dirty="0"/>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21</a:t>
            </a:fld>
            <a:endParaRPr/>
          </a:p>
        </p:txBody>
      </p:sp>
      <p:grpSp>
        <p:nvGrpSpPr>
          <p:cNvPr id="6" name="Google Shape;142;p18"/>
          <p:cNvGrpSpPr/>
          <p:nvPr/>
        </p:nvGrpSpPr>
        <p:grpSpPr>
          <a:xfrm>
            <a:off x="8039599" y="662206"/>
            <a:ext cx="903434" cy="903434"/>
            <a:chOff x="2594325" y="1627175"/>
            <a:chExt cx="440850" cy="440850"/>
          </a:xfrm>
        </p:grpSpPr>
        <p:sp>
          <p:nvSpPr>
            <p:cNvPr id="7" name="Google Shape;143;p1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4;p1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5;p1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a:extLst>
              <a:ext uri="{FF2B5EF4-FFF2-40B4-BE49-F238E27FC236}">
                <a16:creationId xmlns:a16="http://schemas.microsoft.com/office/drawing/2014/main" id="{3A73A387-FD01-08A6-60EC-B155F577F637}"/>
              </a:ext>
            </a:extLst>
          </p:cNvPr>
          <p:cNvSpPr txBox="1"/>
          <p:nvPr/>
        </p:nvSpPr>
        <p:spPr>
          <a:xfrm>
            <a:off x="1639013" y="2761719"/>
            <a:ext cx="2243137" cy="307777"/>
          </a:xfrm>
          <a:prstGeom prst="rect">
            <a:avLst/>
          </a:prstGeom>
          <a:noFill/>
        </p:spPr>
        <p:txBody>
          <a:bodyPr wrap="square" rtlCol="0">
            <a:spAutoFit/>
          </a:bodyPr>
          <a:lstStyle/>
          <a:p>
            <a:r>
              <a:rPr lang="en-IE" dirty="0"/>
              <a:t>Patient’s Table</a:t>
            </a:r>
          </a:p>
        </p:txBody>
      </p:sp>
      <p:sp>
        <p:nvSpPr>
          <p:cNvPr id="16" name="TextBox 15">
            <a:extLst>
              <a:ext uri="{FF2B5EF4-FFF2-40B4-BE49-F238E27FC236}">
                <a16:creationId xmlns:a16="http://schemas.microsoft.com/office/drawing/2014/main" id="{70B1E900-0D93-08D0-DBED-7F26BE5C9C96}"/>
              </a:ext>
            </a:extLst>
          </p:cNvPr>
          <p:cNvSpPr txBox="1"/>
          <p:nvPr/>
        </p:nvSpPr>
        <p:spPr>
          <a:xfrm>
            <a:off x="6047401" y="2764101"/>
            <a:ext cx="2243137" cy="307777"/>
          </a:xfrm>
          <a:prstGeom prst="rect">
            <a:avLst/>
          </a:prstGeom>
          <a:noFill/>
        </p:spPr>
        <p:txBody>
          <a:bodyPr wrap="square" rtlCol="0">
            <a:spAutoFit/>
          </a:bodyPr>
          <a:lstStyle/>
          <a:p>
            <a:r>
              <a:rPr lang="en-IE" dirty="0"/>
              <a:t>Doctor’s Table</a:t>
            </a:r>
          </a:p>
        </p:txBody>
      </p:sp>
      <p:pic>
        <p:nvPicPr>
          <p:cNvPr id="21" name="Picture 20">
            <a:extLst>
              <a:ext uri="{FF2B5EF4-FFF2-40B4-BE49-F238E27FC236}">
                <a16:creationId xmlns:a16="http://schemas.microsoft.com/office/drawing/2014/main" id="{1DD44866-F9AB-9986-DCCE-9AA6FA1AF333}"/>
              </a:ext>
            </a:extLst>
          </p:cNvPr>
          <p:cNvPicPr>
            <a:picLocks noChangeAspect="1"/>
          </p:cNvPicPr>
          <p:nvPr/>
        </p:nvPicPr>
        <p:blipFill>
          <a:blip r:embed="rId3"/>
          <a:stretch>
            <a:fillRect/>
          </a:stretch>
        </p:blipFill>
        <p:spPr>
          <a:xfrm>
            <a:off x="158655" y="2983498"/>
            <a:ext cx="4943475" cy="1714500"/>
          </a:xfrm>
          <a:prstGeom prst="rect">
            <a:avLst/>
          </a:prstGeom>
        </p:spPr>
      </p:pic>
      <p:pic>
        <p:nvPicPr>
          <p:cNvPr id="23" name="Picture 22">
            <a:extLst>
              <a:ext uri="{FF2B5EF4-FFF2-40B4-BE49-F238E27FC236}">
                <a16:creationId xmlns:a16="http://schemas.microsoft.com/office/drawing/2014/main" id="{CC2FD58A-3E54-57CC-D201-D359BB27FDF3}"/>
              </a:ext>
            </a:extLst>
          </p:cNvPr>
          <p:cNvPicPr>
            <a:picLocks noChangeAspect="1"/>
          </p:cNvPicPr>
          <p:nvPr/>
        </p:nvPicPr>
        <p:blipFill>
          <a:blip r:embed="rId4"/>
          <a:stretch>
            <a:fillRect/>
          </a:stretch>
        </p:blipFill>
        <p:spPr>
          <a:xfrm>
            <a:off x="5469711" y="3023887"/>
            <a:ext cx="3286125" cy="1390650"/>
          </a:xfrm>
          <a:prstGeom prst="rect">
            <a:avLst/>
          </a:prstGeom>
        </p:spPr>
      </p:pic>
    </p:spTree>
    <p:extLst>
      <p:ext uri="{BB962C8B-B14F-4D97-AF65-F5344CB8AC3E}">
        <p14:creationId xmlns:p14="http://schemas.microsoft.com/office/powerpoint/2010/main" val="3196812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657595" y="588387"/>
            <a:ext cx="7112572" cy="713430"/>
          </a:xfrm>
          <a:prstGeom prst="rect">
            <a:avLst/>
          </a:prstGeom>
        </p:spPr>
        <p:txBody>
          <a:bodyPr spcFirstLastPara="1" wrap="square" lIns="91425" tIns="91425" rIns="91425" bIns="91425" anchor="b" anchorCtr="0">
            <a:noAutofit/>
          </a:bodyPr>
          <a:lstStyle/>
          <a:p>
            <a:pPr lvl="0"/>
            <a:br>
              <a:rPr lang="en-IN" dirty="0"/>
            </a:br>
            <a:r>
              <a:rPr lang="en-IN" dirty="0"/>
              <a:t>Relational Database – The Foreign Key</a:t>
            </a:r>
          </a:p>
        </p:txBody>
      </p:sp>
      <p:sp>
        <p:nvSpPr>
          <p:cNvPr id="96" name="Google Shape;96;p15"/>
          <p:cNvSpPr txBox="1">
            <a:spLocks noGrp="1"/>
          </p:cNvSpPr>
          <p:nvPr>
            <p:ph type="body" idx="1"/>
          </p:nvPr>
        </p:nvSpPr>
        <p:spPr>
          <a:xfrm>
            <a:off x="388164" y="1324407"/>
            <a:ext cx="7651435" cy="2004000"/>
          </a:xfrm>
          <a:prstGeom prst="rect">
            <a:avLst/>
          </a:prstGeom>
        </p:spPr>
        <p:txBody>
          <a:bodyPr spcFirstLastPara="1" wrap="square" lIns="91425" tIns="91425" rIns="91425" bIns="91425" anchor="t" anchorCtr="0">
            <a:noAutofit/>
          </a:bodyPr>
          <a:lstStyle/>
          <a:p>
            <a:pPr marL="400050" lvl="0" indent="-285750">
              <a:lnSpc>
                <a:spcPct val="113000"/>
              </a:lnSpc>
              <a:buSzPts val="1800"/>
              <a:buFont typeface="Wingdings" panose="05000000000000000000" pitchFamily="2" charset="2"/>
              <a:buChar char="§"/>
            </a:pPr>
            <a:r>
              <a:rPr lang="en-IN" sz="1600" dirty="0"/>
              <a:t>In the patient’s table a new attribute (column) is added called  </a:t>
            </a:r>
            <a:r>
              <a:rPr lang="en-IN" sz="1600" dirty="0" err="1"/>
              <a:t>doctorID</a:t>
            </a:r>
            <a:r>
              <a:rPr lang="en-IN" sz="1600" dirty="0"/>
              <a:t>. This creates the link (relationship) back to the doctor’s table. This is the FOREIGN KEY and it is always the primary key from the other table with which you want to make the link</a:t>
            </a:r>
          </a:p>
          <a:p>
            <a:pPr marL="400050" lvl="0" indent="-285750">
              <a:lnSpc>
                <a:spcPct val="113000"/>
              </a:lnSpc>
              <a:buSzPts val="1800"/>
              <a:buFont typeface="Wingdings" panose="05000000000000000000" pitchFamily="2" charset="2"/>
              <a:buChar char="§"/>
            </a:pPr>
            <a:endParaRPr lang="en-IN" sz="1600" dirty="0"/>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22</a:t>
            </a:fld>
            <a:endParaRPr/>
          </a:p>
        </p:txBody>
      </p:sp>
      <p:grpSp>
        <p:nvGrpSpPr>
          <p:cNvPr id="6" name="Google Shape;142;p18"/>
          <p:cNvGrpSpPr/>
          <p:nvPr/>
        </p:nvGrpSpPr>
        <p:grpSpPr>
          <a:xfrm>
            <a:off x="8039599" y="662206"/>
            <a:ext cx="903434" cy="903434"/>
            <a:chOff x="2594325" y="1627175"/>
            <a:chExt cx="440850" cy="440850"/>
          </a:xfrm>
        </p:grpSpPr>
        <p:sp>
          <p:nvSpPr>
            <p:cNvPr id="7" name="Google Shape;143;p1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4;p1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5;p1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a:extLst>
              <a:ext uri="{FF2B5EF4-FFF2-40B4-BE49-F238E27FC236}">
                <a16:creationId xmlns:a16="http://schemas.microsoft.com/office/drawing/2014/main" id="{3A73A387-FD01-08A6-60EC-B155F577F637}"/>
              </a:ext>
            </a:extLst>
          </p:cNvPr>
          <p:cNvSpPr txBox="1"/>
          <p:nvPr/>
        </p:nvSpPr>
        <p:spPr>
          <a:xfrm>
            <a:off x="1639013" y="2761719"/>
            <a:ext cx="2243137" cy="307777"/>
          </a:xfrm>
          <a:prstGeom prst="rect">
            <a:avLst/>
          </a:prstGeom>
          <a:noFill/>
        </p:spPr>
        <p:txBody>
          <a:bodyPr wrap="square" rtlCol="0">
            <a:spAutoFit/>
          </a:bodyPr>
          <a:lstStyle/>
          <a:p>
            <a:r>
              <a:rPr lang="en-IE" dirty="0"/>
              <a:t>Patient’s Table</a:t>
            </a:r>
          </a:p>
        </p:txBody>
      </p:sp>
      <p:sp>
        <p:nvSpPr>
          <p:cNvPr id="16" name="TextBox 15">
            <a:extLst>
              <a:ext uri="{FF2B5EF4-FFF2-40B4-BE49-F238E27FC236}">
                <a16:creationId xmlns:a16="http://schemas.microsoft.com/office/drawing/2014/main" id="{70B1E900-0D93-08D0-DBED-7F26BE5C9C96}"/>
              </a:ext>
            </a:extLst>
          </p:cNvPr>
          <p:cNvSpPr txBox="1"/>
          <p:nvPr/>
        </p:nvSpPr>
        <p:spPr>
          <a:xfrm>
            <a:off x="6047401" y="2764101"/>
            <a:ext cx="2243137" cy="307777"/>
          </a:xfrm>
          <a:prstGeom prst="rect">
            <a:avLst/>
          </a:prstGeom>
          <a:noFill/>
        </p:spPr>
        <p:txBody>
          <a:bodyPr wrap="square" rtlCol="0">
            <a:spAutoFit/>
          </a:bodyPr>
          <a:lstStyle/>
          <a:p>
            <a:r>
              <a:rPr lang="en-IE" dirty="0"/>
              <a:t>Doctor’s Table</a:t>
            </a:r>
          </a:p>
        </p:txBody>
      </p:sp>
      <p:pic>
        <p:nvPicPr>
          <p:cNvPr id="3" name="Picture 2">
            <a:extLst>
              <a:ext uri="{FF2B5EF4-FFF2-40B4-BE49-F238E27FC236}">
                <a16:creationId xmlns:a16="http://schemas.microsoft.com/office/drawing/2014/main" id="{5052E7DF-92F4-939D-9F28-122D8E6E8A31}"/>
              </a:ext>
            </a:extLst>
          </p:cNvPr>
          <p:cNvPicPr>
            <a:picLocks noChangeAspect="1"/>
          </p:cNvPicPr>
          <p:nvPr/>
        </p:nvPicPr>
        <p:blipFill>
          <a:blip r:embed="rId3"/>
          <a:stretch>
            <a:fillRect/>
          </a:stretch>
        </p:blipFill>
        <p:spPr>
          <a:xfrm>
            <a:off x="657595" y="3006836"/>
            <a:ext cx="4759369" cy="1499972"/>
          </a:xfrm>
          <a:prstGeom prst="rect">
            <a:avLst/>
          </a:prstGeom>
        </p:spPr>
      </p:pic>
      <p:pic>
        <p:nvPicPr>
          <p:cNvPr id="5" name="Picture 4">
            <a:extLst>
              <a:ext uri="{FF2B5EF4-FFF2-40B4-BE49-F238E27FC236}">
                <a16:creationId xmlns:a16="http://schemas.microsoft.com/office/drawing/2014/main" id="{5E795DB3-BBDC-73B4-2ADE-7AF3EEEE0A03}"/>
              </a:ext>
            </a:extLst>
          </p:cNvPr>
          <p:cNvPicPr>
            <a:picLocks noChangeAspect="1"/>
          </p:cNvPicPr>
          <p:nvPr/>
        </p:nvPicPr>
        <p:blipFill>
          <a:blip r:embed="rId4"/>
          <a:stretch>
            <a:fillRect/>
          </a:stretch>
        </p:blipFill>
        <p:spPr>
          <a:xfrm>
            <a:off x="5611099" y="3328965"/>
            <a:ext cx="3000375" cy="914400"/>
          </a:xfrm>
          <a:prstGeom prst="rect">
            <a:avLst/>
          </a:prstGeom>
        </p:spPr>
      </p:pic>
    </p:spTree>
    <p:extLst>
      <p:ext uri="{BB962C8B-B14F-4D97-AF65-F5344CB8AC3E}">
        <p14:creationId xmlns:p14="http://schemas.microsoft.com/office/powerpoint/2010/main" val="263092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7"/>
          <p:cNvSpPr txBox="1">
            <a:spLocks noGrp="1"/>
          </p:cNvSpPr>
          <p:nvPr>
            <p:ph type="body" idx="1"/>
          </p:nvPr>
        </p:nvSpPr>
        <p:spPr>
          <a:xfrm>
            <a:off x="869150" y="2312925"/>
            <a:ext cx="3594600" cy="2133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IN" sz="1400" b="1" dirty="0"/>
              <a:t>Relational database</a:t>
            </a:r>
            <a:endParaRPr sz="1400" b="1" dirty="0"/>
          </a:p>
          <a:p>
            <a:pPr marL="0" lvl="0" indent="0">
              <a:buNone/>
            </a:pPr>
            <a:r>
              <a:rPr lang="en-IN" sz="1400" dirty="0"/>
              <a:t>A large set of data is distributed over various tables and connected using a relationship in a relational database. Hence, no redundant data.  </a:t>
            </a:r>
          </a:p>
          <a:p>
            <a:pPr marL="0" indent="0">
              <a:buNone/>
            </a:pPr>
            <a:r>
              <a:rPr lang="en-IN" sz="1400" dirty="0"/>
              <a:t>A relational database is efficient over flat-file databases as it is more efficient and takes up less space in memory. </a:t>
            </a:r>
          </a:p>
          <a:p>
            <a:pPr marL="0" lvl="0" indent="0">
              <a:buNone/>
            </a:pPr>
            <a:endParaRPr lang="en-IN" sz="1400" dirty="0"/>
          </a:p>
          <a:p>
            <a:pPr marL="0" lvl="0" indent="0">
              <a:buNone/>
            </a:pPr>
            <a:endParaRPr lang="en-IN" sz="1400" dirty="0"/>
          </a:p>
        </p:txBody>
      </p:sp>
      <p:sp>
        <p:nvSpPr>
          <p:cNvPr id="127" name="Google Shape;127;p17"/>
          <p:cNvSpPr txBox="1">
            <a:spLocks noGrp="1"/>
          </p:cNvSpPr>
          <p:nvPr>
            <p:ph type="body" idx="2"/>
          </p:nvPr>
        </p:nvSpPr>
        <p:spPr>
          <a:xfrm>
            <a:off x="4680228" y="2312925"/>
            <a:ext cx="3594600" cy="2133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IN" sz="1400" b="1" dirty="0"/>
              <a:t>Flat-file database</a:t>
            </a:r>
            <a:endParaRPr sz="1400" b="1" dirty="0"/>
          </a:p>
          <a:p>
            <a:pPr marL="0" lvl="0" indent="0">
              <a:buNone/>
            </a:pPr>
            <a:r>
              <a:rPr lang="en-IN" sz="1400" dirty="0"/>
              <a:t>Presence of redundant data, that is, repetition of data in a database.</a:t>
            </a:r>
          </a:p>
          <a:p>
            <a:pPr marL="0" lvl="0" indent="0">
              <a:buNone/>
            </a:pPr>
            <a:r>
              <a:rPr lang="en-IN" sz="1400" dirty="0"/>
              <a:t>Due to the presence of redundant data, more memory space is required and it is also less efficient.</a:t>
            </a:r>
            <a:endParaRPr sz="1400" dirty="0"/>
          </a:p>
        </p:txBody>
      </p:sp>
      <p:grpSp>
        <p:nvGrpSpPr>
          <p:cNvPr id="128" name="Google Shape;128;p17"/>
          <p:cNvGrpSpPr/>
          <p:nvPr/>
        </p:nvGrpSpPr>
        <p:grpSpPr>
          <a:xfrm>
            <a:off x="7516121" y="711701"/>
            <a:ext cx="903434" cy="903434"/>
            <a:chOff x="2594325" y="1627175"/>
            <a:chExt cx="440850" cy="440850"/>
          </a:xfrm>
        </p:grpSpPr>
        <p:sp>
          <p:nvSpPr>
            <p:cNvPr id="129" name="Google Shape;129;p17"/>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7"/>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7"/>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2" name="Google Shape;132;p17"/>
          <p:cNvSpPr txBox="1">
            <a:spLocks noGrp="1"/>
          </p:cNvSpPr>
          <p:nvPr>
            <p:ph type="sldNum" idx="4294967295"/>
          </p:nvPr>
        </p:nvSpPr>
        <p:spPr>
          <a:xfrm>
            <a:off x="8327799"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23</a:t>
            </a:fld>
            <a:endParaRPr/>
          </a:p>
        </p:txBody>
      </p:sp>
      <p:sp>
        <p:nvSpPr>
          <p:cNvPr id="133" name="Google Shape;133;p17"/>
          <p:cNvSpPr txBox="1">
            <a:spLocks noGrp="1"/>
          </p:cNvSpPr>
          <p:nvPr>
            <p:ph type="title" idx="4294967295"/>
          </p:nvPr>
        </p:nvSpPr>
        <p:spPr>
          <a:xfrm>
            <a:off x="869150" y="847600"/>
            <a:ext cx="5092200" cy="136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600" dirty="0"/>
              <a:t>Relational databases vs. Flat file databases</a:t>
            </a:r>
            <a:endParaRPr sz="2600" dirty="0"/>
          </a:p>
        </p:txBody>
      </p:sp>
    </p:spTree>
    <p:extLst>
      <p:ext uri="{BB962C8B-B14F-4D97-AF65-F5344CB8AC3E}">
        <p14:creationId xmlns:p14="http://schemas.microsoft.com/office/powerpoint/2010/main" val="30517517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859853" y="1400574"/>
            <a:ext cx="5092200" cy="713430"/>
          </a:xfrm>
          <a:prstGeom prst="rect">
            <a:avLst/>
          </a:prstGeom>
        </p:spPr>
        <p:txBody>
          <a:bodyPr spcFirstLastPara="1" wrap="square" lIns="91425" tIns="91425" rIns="91425" bIns="91425" anchor="b" anchorCtr="0">
            <a:noAutofit/>
          </a:bodyPr>
          <a:lstStyle/>
          <a:p>
            <a:pPr lvl="0"/>
            <a:r>
              <a:rPr lang="en-IN" dirty="0"/>
              <a:t>Advantages of using a relational database</a:t>
            </a:r>
          </a:p>
        </p:txBody>
      </p:sp>
      <p:sp>
        <p:nvSpPr>
          <p:cNvPr id="96" name="Google Shape;96;p15"/>
          <p:cNvSpPr txBox="1">
            <a:spLocks noGrp="1"/>
          </p:cNvSpPr>
          <p:nvPr>
            <p:ph type="body" idx="1"/>
          </p:nvPr>
        </p:nvSpPr>
        <p:spPr>
          <a:xfrm>
            <a:off x="768120" y="2307995"/>
            <a:ext cx="7569004" cy="2004000"/>
          </a:xfrm>
          <a:prstGeom prst="rect">
            <a:avLst/>
          </a:prstGeom>
        </p:spPr>
        <p:txBody>
          <a:bodyPr spcFirstLastPara="1" wrap="square" lIns="91425" tIns="91425" rIns="91425" bIns="91425" anchor="t" anchorCtr="0">
            <a:noAutofit/>
          </a:bodyPr>
          <a:lstStyle/>
          <a:p>
            <a:pPr marL="400050" lvl="0" indent="-285750">
              <a:lnSpc>
                <a:spcPct val="113000"/>
              </a:lnSpc>
              <a:buSzPts val="1800"/>
              <a:buFont typeface="Wingdings" panose="05000000000000000000" pitchFamily="2" charset="2"/>
              <a:buChar char="§"/>
            </a:pPr>
            <a:r>
              <a:rPr lang="en-IN" sz="1600" dirty="0"/>
              <a:t>For example, a library may store information such as a book list, member list, department, book location, research paper list, staff details and many more. </a:t>
            </a:r>
          </a:p>
          <a:p>
            <a:pPr marL="400050" lvl="0" indent="-285750">
              <a:lnSpc>
                <a:spcPct val="113000"/>
              </a:lnSpc>
              <a:buSzPts val="1800"/>
              <a:buFont typeface="Wingdings" panose="05000000000000000000" pitchFamily="2" charset="2"/>
              <a:buChar char="§"/>
            </a:pPr>
            <a:r>
              <a:rPr lang="en-IN" sz="1600" dirty="0"/>
              <a:t>Storing these details in a single flat-file system would lead to more memory space requirement and data redundancy.</a:t>
            </a:r>
          </a:p>
          <a:p>
            <a:pPr marL="114300" lvl="0" indent="0">
              <a:lnSpc>
                <a:spcPct val="113000"/>
              </a:lnSpc>
              <a:buSzPts val="1800"/>
              <a:buNone/>
            </a:pPr>
            <a:endParaRPr lang="en-IN" sz="1600" dirty="0"/>
          </a:p>
          <a:p>
            <a:pPr marL="400050" lvl="0" indent="-285750">
              <a:lnSpc>
                <a:spcPct val="113000"/>
              </a:lnSpc>
              <a:buSzPts val="1800"/>
              <a:buFont typeface="Wingdings" panose="05000000000000000000" pitchFamily="2" charset="2"/>
              <a:buChar char="§"/>
            </a:pPr>
            <a:endParaRPr lang="en-IN" sz="1600" dirty="0"/>
          </a:p>
          <a:p>
            <a:pPr marL="20638" lvl="0" indent="0">
              <a:lnSpc>
                <a:spcPct val="113000"/>
              </a:lnSpc>
              <a:buSzPts val="1800"/>
              <a:buNone/>
            </a:pPr>
            <a:endParaRPr lang="en-IN" sz="1600" dirty="0"/>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24</a:t>
            </a:fld>
            <a:endParaRPr/>
          </a:p>
        </p:txBody>
      </p:sp>
      <p:grpSp>
        <p:nvGrpSpPr>
          <p:cNvPr id="6" name="Google Shape;142;p18"/>
          <p:cNvGrpSpPr/>
          <p:nvPr/>
        </p:nvGrpSpPr>
        <p:grpSpPr>
          <a:xfrm>
            <a:off x="7516121" y="711701"/>
            <a:ext cx="903434" cy="903434"/>
            <a:chOff x="2594325" y="1627175"/>
            <a:chExt cx="440850" cy="440850"/>
          </a:xfrm>
        </p:grpSpPr>
        <p:sp>
          <p:nvSpPr>
            <p:cNvPr id="7" name="Google Shape;143;p1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4;p1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5;p1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9817100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903921" y="1177042"/>
            <a:ext cx="5092200" cy="713430"/>
          </a:xfrm>
          <a:prstGeom prst="rect">
            <a:avLst/>
          </a:prstGeom>
        </p:spPr>
        <p:txBody>
          <a:bodyPr spcFirstLastPara="1" wrap="square" lIns="91425" tIns="91425" rIns="91425" bIns="91425" anchor="b" anchorCtr="0">
            <a:noAutofit/>
          </a:bodyPr>
          <a:lstStyle/>
          <a:p>
            <a:pPr lvl="0"/>
            <a:r>
              <a:rPr lang="en-IN" dirty="0"/>
              <a:t>Characteristics of relational database</a:t>
            </a:r>
          </a:p>
        </p:txBody>
      </p:sp>
      <p:sp>
        <p:nvSpPr>
          <p:cNvPr id="96" name="Google Shape;96;p15"/>
          <p:cNvSpPr txBox="1">
            <a:spLocks noGrp="1"/>
          </p:cNvSpPr>
          <p:nvPr>
            <p:ph type="body" idx="1"/>
          </p:nvPr>
        </p:nvSpPr>
        <p:spPr>
          <a:xfrm>
            <a:off x="768120" y="2134674"/>
            <a:ext cx="5599629" cy="2004000"/>
          </a:xfrm>
          <a:prstGeom prst="rect">
            <a:avLst/>
          </a:prstGeom>
        </p:spPr>
        <p:txBody>
          <a:bodyPr spcFirstLastPara="1" wrap="square" lIns="91425" tIns="91425" rIns="91425" bIns="91425" anchor="t" anchorCtr="0">
            <a:noAutofit/>
          </a:bodyPr>
          <a:lstStyle/>
          <a:p>
            <a:pPr marL="400050" lvl="0" indent="-285750">
              <a:lnSpc>
                <a:spcPct val="113000"/>
              </a:lnSpc>
              <a:buSzPts val="1800"/>
              <a:buFont typeface="Wingdings" panose="05000000000000000000" pitchFamily="2" charset="2"/>
              <a:buChar char="§"/>
            </a:pPr>
            <a:r>
              <a:rPr lang="en-IN" sz="1600" dirty="0"/>
              <a:t>An entity is an object in a system for which the information is stored. </a:t>
            </a:r>
          </a:p>
          <a:p>
            <a:pPr marL="400050" lvl="0" indent="-285750">
              <a:lnSpc>
                <a:spcPct val="113000"/>
              </a:lnSpc>
              <a:buSzPts val="1800"/>
              <a:buFont typeface="Wingdings" panose="05000000000000000000" pitchFamily="2" charset="2"/>
              <a:buChar char="§"/>
            </a:pPr>
            <a:r>
              <a:rPr lang="en-IN" sz="1600" dirty="0"/>
              <a:t>A characteristic of an entity is its attribute. </a:t>
            </a:r>
          </a:p>
          <a:p>
            <a:pPr marL="400050" lvl="0" indent="-285750">
              <a:lnSpc>
                <a:spcPct val="113000"/>
              </a:lnSpc>
              <a:buSzPts val="1800"/>
              <a:buFont typeface="Wingdings" panose="05000000000000000000" pitchFamily="2" charset="2"/>
              <a:buChar char="§"/>
            </a:pPr>
            <a:r>
              <a:rPr lang="en-IN" sz="1600" dirty="0"/>
              <a:t>In a record, attributes about an entity are stored. </a:t>
            </a:r>
          </a:p>
          <a:p>
            <a:pPr marL="400050" lvl="0" indent="-285750">
              <a:lnSpc>
                <a:spcPct val="113000"/>
              </a:lnSpc>
              <a:buSzPts val="1800"/>
              <a:buFont typeface="Wingdings" panose="05000000000000000000" pitchFamily="2" charset="2"/>
              <a:buChar char="§"/>
            </a:pPr>
            <a:r>
              <a:rPr lang="en-IN" sz="1600" dirty="0"/>
              <a:t>For example, let us consider a book as an entity. </a:t>
            </a:r>
          </a:p>
          <a:p>
            <a:pPr marL="400050" lvl="0" indent="-285750">
              <a:lnSpc>
                <a:spcPct val="113000"/>
              </a:lnSpc>
              <a:buSzPts val="1800"/>
              <a:buFont typeface="Wingdings" panose="05000000000000000000" pitchFamily="2" charset="2"/>
              <a:buChar char="§"/>
            </a:pPr>
            <a:r>
              <a:rPr lang="en-IN" sz="1600" dirty="0"/>
              <a:t>Author, name of the publisher, year of publication, price of the book, and ISBN number are its attributes.</a:t>
            </a:r>
          </a:p>
          <a:p>
            <a:pPr marL="400050" lvl="0" indent="-285750">
              <a:lnSpc>
                <a:spcPct val="113000"/>
              </a:lnSpc>
              <a:buSzPts val="1800"/>
              <a:buFont typeface="Wingdings" panose="05000000000000000000" pitchFamily="2" charset="2"/>
              <a:buChar char="§"/>
            </a:pPr>
            <a:endParaRPr lang="en-IN" sz="1600" dirty="0"/>
          </a:p>
          <a:p>
            <a:pPr marL="20638" lvl="0" indent="0">
              <a:lnSpc>
                <a:spcPct val="113000"/>
              </a:lnSpc>
              <a:buSzPts val="1800"/>
              <a:buNone/>
            </a:pPr>
            <a:endParaRPr lang="en-IN" sz="1600" dirty="0"/>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25</a:t>
            </a:fld>
            <a:endParaRPr/>
          </a:p>
        </p:txBody>
      </p:sp>
      <p:grpSp>
        <p:nvGrpSpPr>
          <p:cNvPr id="6" name="Google Shape;142;p18"/>
          <p:cNvGrpSpPr/>
          <p:nvPr/>
        </p:nvGrpSpPr>
        <p:grpSpPr>
          <a:xfrm>
            <a:off x="7516121" y="711701"/>
            <a:ext cx="903434" cy="903434"/>
            <a:chOff x="2594325" y="1627175"/>
            <a:chExt cx="440850" cy="440850"/>
          </a:xfrm>
        </p:grpSpPr>
        <p:sp>
          <p:nvSpPr>
            <p:cNvPr id="7" name="Google Shape;143;p1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4;p1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5;p1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2" name="Table 1"/>
          <p:cNvGraphicFramePr>
            <a:graphicFrameLocks noGrp="1"/>
          </p:cNvGraphicFramePr>
          <p:nvPr/>
        </p:nvGraphicFramePr>
        <p:xfrm>
          <a:off x="6576015" y="2534128"/>
          <a:ext cx="1880211" cy="1605280"/>
        </p:xfrm>
        <a:graphic>
          <a:graphicData uri="http://schemas.openxmlformats.org/drawingml/2006/table">
            <a:tbl>
              <a:tblPr firstRow="1" bandRow="1">
                <a:tableStyleId>{291D4CD1-41AF-44DE-8C26-63EEA5F32213}</a:tableStyleId>
              </a:tblPr>
              <a:tblGrid>
                <a:gridCol w="1880211">
                  <a:extLst>
                    <a:ext uri="{9D8B030D-6E8A-4147-A177-3AD203B41FA5}">
                      <a16:colId xmlns:a16="http://schemas.microsoft.com/office/drawing/2014/main" val="3080275123"/>
                    </a:ext>
                  </a:extLst>
                </a:gridCol>
              </a:tblGrid>
              <a:tr h="370840">
                <a:tc>
                  <a:txBody>
                    <a:bodyPr/>
                    <a:lstStyle/>
                    <a:p>
                      <a:r>
                        <a:rPr lang="en-IN" sz="1500" dirty="0">
                          <a:solidFill>
                            <a:srgbClr val="0090FF"/>
                          </a:solidFill>
                          <a:latin typeface="Open Sans" panose="020B0604020202020204" charset="0"/>
                          <a:ea typeface="Open Sans" panose="020B0604020202020204" charset="0"/>
                          <a:cs typeface="Open Sans" panose="020B0604020202020204" charset="0"/>
                        </a:rPr>
                        <a:t>Entity: </a:t>
                      </a:r>
                      <a:r>
                        <a:rPr lang="en-IN" sz="1500" dirty="0">
                          <a:latin typeface="Open Sans" panose="020B0604020202020204" charset="0"/>
                          <a:ea typeface="Open Sans" panose="020B0604020202020204" charset="0"/>
                          <a:cs typeface="Open Sans" panose="020B0604020202020204" charset="0"/>
                        </a:rPr>
                        <a:t>Book </a:t>
                      </a:r>
                    </a:p>
                  </a:txBody>
                  <a:tcPr/>
                </a:tc>
                <a:extLst>
                  <a:ext uri="{0D108BD9-81ED-4DB2-BD59-A6C34878D82A}">
                    <a16:rowId xmlns:a16="http://schemas.microsoft.com/office/drawing/2014/main" val="743544868"/>
                  </a:ext>
                </a:extLst>
              </a:tr>
              <a:tr h="370840">
                <a:tc>
                  <a:txBody>
                    <a:bodyPr/>
                    <a:lstStyle/>
                    <a:p>
                      <a:r>
                        <a:rPr lang="en-IN" sz="1500" dirty="0">
                          <a:solidFill>
                            <a:srgbClr val="0090FF"/>
                          </a:solidFill>
                          <a:latin typeface="Open Sans" panose="020B0604020202020204" charset="0"/>
                          <a:ea typeface="Open Sans" panose="020B0604020202020204" charset="0"/>
                          <a:cs typeface="Open Sans" panose="020B0604020202020204" charset="0"/>
                        </a:rPr>
                        <a:t>Attributes:</a:t>
                      </a:r>
                    </a:p>
                    <a:p>
                      <a:r>
                        <a:rPr lang="en-IN" sz="1500" dirty="0">
                          <a:latin typeface="Open Sans" panose="020B0604020202020204" charset="0"/>
                          <a:ea typeface="Open Sans" panose="020B0604020202020204" charset="0"/>
                          <a:cs typeface="Open Sans" panose="020B0604020202020204" charset="0"/>
                        </a:rPr>
                        <a:t>Author</a:t>
                      </a:r>
                    </a:p>
                    <a:p>
                      <a:r>
                        <a:rPr lang="en-IN" sz="1500" dirty="0">
                          <a:latin typeface="Open Sans" panose="020B0604020202020204" charset="0"/>
                          <a:ea typeface="Open Sans" panose="020B0604020202020204" charset="0"/>
                          <a:cs typeface="Open Sans" panose="020B0604020202020204" charset="0"/>
                        </a:rPr>
                        <a:t>Name</a:t>
                      </a:r>
                      <a:r>
                        <a:rPr lang="en-IN" sz="1500" baseline="0" dirty="0">
                          <a:latin typeface="Open Sans" panose="020B0604020202020204" charset="0"/>
                          <a:ea typeface="Open Sans" panose="020B0604020202020204" charset="0"/>
                          <a:cs typeface="Open Sans" panose="020B0604020202020204" charset="0"/>
                        </a:rPr>
                        <a:t> of publisher</a:t>
                      </a:r>
                    </a:p>
                    <a:p>
                      <a:r>
                        <a:rPr lang="en-IN" sz="1500" baseline="0" dirty="0">
                          <a:latin typeface="Open Sans" panose="020B0604020202020204" charset="0"/>
                          <a:ea typeface="Open Sans" panose="020B0604020202020204" charset="0"/>
                          <a:cs typeface="Open Sans" panose="020B0604020202020204" charset="0"/>
                        </a:rPr>
                        <a:t>Year of publication</a:t>
                      </a:r>
                    </a:p>
                    <a:p>
                      <a:r>
                        <a:rPr lang="en-IN" sz="1500" baseline="0" dirty="0">
                          <a:latin typeface="Open Sans" panose="020B0604020202020204" charset="0"/>
                          <a:ea typeface="Open Sans" panose="020B0604020202020204" charset="0"/>
                          <a:cs typeface="Open Sans" panose="020B0604020202020204" charset="0"/>
                        </a:rPr>
                        <a:t>ISBN number </a:t>
                      </a:r>
                      <a:endParaRPr lang="en-IN" sz="1500" dirty="0">
                        <a:latin typeface="Open Sans" panose="020B0604020202020204" charset="0"/>
                        <a:ea typeface="Open Sans" panose="020B0604020202020204" charset="0"/>
                        <a:cs typeface="Open Sans" panose="020B0604020202020204" charset="0"/>
                      </a:endParaRPr>
                    </a:p>
                  </a:txBody>
                  <a:tcPr/>
                </a:tc>
                <a:extLst>
                  <a:ext uri="{0D108BD9-81ED-4DB2-BD59-A6C34878D82A}">
                    <a16:rowId xmlns:a16="http://schemas.microsoft.com/office/drawing/2014/main" val="3571933277"/>
                  </a:ext>
                </a:extLst>
              </a:tr>
            </a:tbl>
          </a:graphicData>
        </a:graphic>
      </p:graphicFrame>
    </p:spTree>
    <p:extLst>
      <p:ext uri="{BB962C8B-B14F-4D97-AF65-F5344CB8AC3E}">
        <p14:creationId xmlns:p14="http://schemas.microsoft.com/office/powerpoint/2010/main" val="12261823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903921" y="1177042"/>
            <a:ext cx="5092200" cy="713430"/>
          </a:xfrm>
          <a:prstGeom prst="rect">
            <a:avLst/>
          </a:prstGeom>
        </p:spPr>
        <p:txBody>
          <a:bodyPr spcFirstLastPara="1" wrap="square" lIns="91425" tIns="91425" rIns="91425" bIns="91425" anchor="b" anchorCtr="0">
            <a:noAutofit/>
          </a:bodyPr>
          <a:lstStyle/>
          <a:p>
            <a:pPr lvl="0"/>
            <a:r>
              <a:rPr lang="en-IN" dirty="0"/>
              <a:t>Characteristics of relational database</a:t>
            </a:r>
          </a:p>
        </p:txBody>
      </p:sp>
      <p:sp>
        <p:nvSpPr>
          <p:cNvPr id="96" name="Google Shape;96;p15"/>
          <p:cNvSpPr txBox="1">
            <a:spLocks noGrp="1"/>
          </p:cNvSpPr>
          <p:nvPr>
            <p:ph type="body" idx="1"/>
          </p:nvPr>
        </p:nvSpPr>
        <p:spPr>
          <a:xfrm>
            <a:off x="768120" y="2134674"/>
            <a:ext cx="7289785" cy="2004000"/>
          </a:xfrm>
          <a:prstGeom prst="rect">
            <a:avLst/>
          </a:prstGeom>
        </p:spPr>
        <p:txBody>
          <a:bodyPr spcFirstLastPara="1" wrap="square" lIns="91425" tIns="91425" rIns="91425" bIns="91425" anchor="t" anchorCtr="0">
            <a:noAutofit/>
          </a:bodyPr>
          <a:lstStyle/>
          <a:p>
            <a:pPr marL="400050" lvl="0" indent="-285750">
              <a:lnSpc>
                <a:spcPct val="113000"/>
              </a:lnSpc>
              <a:buSzPts val="1800"/>
              <a:buFont typeface="Wingdings" panose="05000000000000000000" pitchFamily="2" charset="2"/>
              <a:buChar char="§"/>
            </a:pPr>
            <a:r>
              <a:rPr lang="en-IN" sz="1600" dirty="0"/>
              <a:t>In a relational database, each table contains information about just one entity. </a:t>
            </a:r>
          </a:p>
          <a:p>
            <a:pPr marL="400050" lvl="0" indent="-285750">
              <a:lnSpc>
                <a:spcPct val="113000"/>
              </a:lnSpc>
              <a:buSzPts val="1800"/>
              <a:buFont typeface="Wingdings" panose="05000000000000000000" pitchFamily="2" charset="2"/>
              <a:buChar char="§"/>
            </a:pPr>
            <a:r>
              <a:rPr lang="en-IN" sz="1600" dirty="0"/>
              <a:t>Each table has a primary key and these tables are linked together using these primary keys and foreign keys. </a:t>
            </a:r>
          </a:p>
          <a:p>
            <a:pPr marL="400050" lvl="0" indent="-285750">
              <a:lnSpc>
                <a:spcPct val="113000"/>
              </a:lnSpc>
              <a:buSzPts val="1800"/>
              <a:buFont typeface="Wingdings" panose="05000000000000000000" pitchFamily="2" charset="2"/>
              <a:buChar char="§"/>
            </a:pPr>
            <a:r>
              <a:rPr lang="en-IN" sz="1600" dirty="0"/>
              <a:t>Foreign keys are a link to primary keys. </a:t>
            </a:r>
          </a:p>
          <a:p>
            <a:pPr marL="400050" lvl="0" indent="-285750">
              <a:lnSpc>
                <a:spcPct val="113000"/>
              </a:lnSpc>
              <a:buSzPts val="1800"/>
              <a:buFont typeface="Wingdings" panose="05000000000000000000" pitchFamily="2" charset="2"/>
              <a:buChar char="§"/>
            </a:pPr>
            <a:endParaRPr lang="en-IN" sz="1600" dirty="0"/>
          </a:p>
          <a:p>
            <a:pPr marL="20638" lvl="0" indent="0">
              <a:lnSpc>
                <a:spcPct val="113000"/>
              </a:lnSpc>
              <a:buSzPts val="1800"/>
              <a:buNone/>
            </a:pPr>
            <a:endParaRPr lang="en-IN" sz="1600" dirty="0"/>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26</a:t>
            </a:fld>
            <a:endParaRPr/>
          </a:p>
        </p:txBody>
      </p:sp>
      <p:grpSp>
        <p:nvGrpSpPr>
          <p:cNvPr id="6" name="Google Shape;142;p18"/>
          <p:cNvGrpSpPr/>
          <p:nvPr/>
        </p:nvGrpSpPr>
        <p:grpSpPr>
          <a:xfrm>
            <a:off x="7516121" y="711701"/>
            <a:ext cx="903434" cy="903434"/>
            <a:chOff x="2594325" y="1627175"/>
            <a:chExt cx="440850" cy="440850"/>
          </a:xfrm>
        </p:grpSpPr>
        <p:sp>
          <p:nvSpPr>
            <p:cNvPr id="7" name="Google Shape;143;p1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4;p1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5;p1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0285611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903921" y="1177042"/>
            <a:ext cx="5092200" cy="713430"/>
          </a:xfrm>
          <a:prstGeom prst="rect">
            <a:avLst/>
          </a:prstGeom>
        </p:spPr>
        <p:txBody>
          <a:bodyPr spcFirstLastPara="1" wrap="square" lIns="91425" tIns="91425" rIns="91425" bIns="91425" anchor="b" anchorCtr="0">
            <a:noAutofit/>
          </a:bodyPr>
          <a:lstStyle/>
          <a:p>
            <a:pPr lvl="0"/>
            <a:r>
              <a:rPr lang="en-IN" dirty="0"/>
              <a:t>Characteristics of relational database: Example</a:t>
            </a:r>
          </a:p>
        </p:txBody>
      </p:sp>
      <p:sp>
        <p:nvSpPr>
          <p:cNvPr id="96" name="Google Shape;96;p15"/>
          <p:cNvSpPr txBox="1">
            <a:spLocks noGrp="1"/>
          </p:cNvSpPr>
          <p:nvPr>
            <p:ph type="body" idx="1"/>
          </p:nvPr>
        </p:nvSpPr>
        <p:spPr>
          <a:xfrm>
            <a:off x="768120" y="2134674"/>
            <a:ext cx="7289785" cy="2004000"/>
          </a:xfrm>
          <a:prstGeom prst="rect">
            <a:avLst/>
          </a:prstGeom>
        </p:spPr>
        <p:txBody>
          <a:bodyPr spcFirstLastPara="1" wrap="square" lIns="91425" tIns="91425" rIns="91425" bIns="91425" anchor="t" anchorCtr="0">
            <a:noAutofit/>
          </a:bodyPr>
          <a:lstStyle/>
          <a:p>
            <a:pPr marL="114300" lvl="0" indent="0">
              <a:lnSpc>
                <a:spcPct val="113000"/>
              </a:lnSpc>
              <a:buSzPts val="1800"/>
              <a:buNone/>
            </a:pPr>
            <a:r>
              <a:rPr lang="en-IN" sz="1600" dirty="0"/>
              <a:t>Let us consider the database of a library with three tables:</a:t>
            </a:r>
          </a:p>
          <a:p>
            <a:pPr marL="400050" lvl="0" indent="-285750">
              <a:lnSpc>
                <a:spcPct val="113000"/>
              </a:lnSpc>
              <a:buSzPts val="1800"/>
              <a:buFont typeface="Wingdings" panose="05000000000000000000" pitchFamily="2" charset="2"/>
              <a:buChar char="§"/>
            </a:pPr>
            <a:r>
              <a:rPr lang="en-IN" sz="1600" dirty="0"/>
              <a:t>Book with a primary key </a:t>
            </a:r>
            <a:r>
              <a:rPr lang="en-IN" sz="1600" dirty="0" err="1"/>
              <a:t>BookID</a:t>
            </a:r>
            <a:r>
              <a:rPr lang="en-IN" sz="1600" dirty="0"/>
              <a:t> </a:t>
            </a:r>
          </a:p>
          <a:p>
            <a:pPr marL="400050" lvl="0" indent="-285750">
              <a:lnSpc>
                <a:spcPct val="113000"/>
              </a:lnSpc>
              <a:buSzPts val="1800"/>
              <a:buFont typeface="Wingdings" panose="05000000000000000000" pitchFamily="2" charset="2"/>
              <a:buChar char="§"/>
            </a:pPr>
            <a:r>
              <a:rPr lang="en-IN" sz="1600" dirty="0"/>
              <a:t>Member with primary key </a:t>
            </a:r>
            <a:r>
              <a:rPr lang="en-IN" sz="1600" dirty="0" err="1"/>
              <a:t>MemberID</a:t>
            </a:r>
            <a:endParaRPr lang="en-IN" sz="1600" dirty="0"/>
          </a:p>
          <a:p>
            <a:pPr marL="400050" lvl="0" indent="-285750">
              <a:lnSpc>
                <a:spcPct val="113000"/>
              </a:lnSpc>
              <a:buSzPts val="1800"/>
              <a:buFont typeface="Wingdings" panose="05000000000000000000" pitchFamily="2" charset="2"/>
              <a:buChar char="§"/>
            </a:pPr>
            <a:r>
              <a:rPr lang="en-IN" sz="1600" dirty="0" err="1"/>
              <a:t>Bookslent</a:t>
            </a:r>
            <a:r>
              <a:rPr lang="en-IN" sz="1600" dirty="0"/>
              <a:t> with foreign keys Book ID and Member ID </a:t>
            </a:r>
          </a:p>
          <a:p>
            <a:pPr marL="20638" lvl="0" indent="0">
              <a:lnSpc>
                <a:spcPct val="113000"/>
              </a:lnSpc>
              <a:buSzPts val="1800"/>
              <a:buNone/>
            </a:pPr>
            <a:endParaRPr lang="en-IN" sz="1600" dirty="0"/>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27</a:t>
            </a:fld>
            <a:endParaRPr/>
          </a:p>
        </p:txBody>
      </p:sp>
      <p:grpSp>
        <p:nvGrpSpPr>
          <p:cNvPr id="6" name="Google Shape;142;p18"/>
          <p:cNvGrpSpPr/>
          <p:nvPr/>
        </p:nvGrpSpPr>
        <p:grpSpPr>
          <a:xfrm>
            <a:off x="7516121" y="711701"/>
            <a:ext cx="903434" cy="903434"/>
            <a:chOff x="2594325" y="1627175"/>
            <a:chExt cx="440850" cy="440850"/>
          </a:xfrm>
        </p:grpSpPr>
        <p:sp>
          <p:nvSpPr>
            <p:cNvPr id="7" name="Google Shape;143;p1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4;p1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5;p1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355340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903921" y="1177042"/>
            <a:ext cx="5092200" cy="713430"/>
          </a:xfrm>
          <a:prstGeom prst="rect">
            <a:avLst/>
          </a:prstGeom>
        </p:spPr>
        <p:txBody>
          <a:bodyPr spcFirstLastPara="1" wrap="square" lIns="91425" tIns="91425" rIns="91425" bIns="91425" anchor="b" anchorCtr="0">
            <a:noAutofit/>
          </a:bodyPr>
          <a:lstStyle/>
          <a:p>
            <a:pPr lvl="0"/>
            <a:r>
              <a:rPr lang="en-IN" dirty="0"/>
              <a:t>Characteristics of relational database: Example</a:t>
            </a:r>
          </a:p>
        </p:txBody>
      </p:sp>
      <p:sp>
        <p:nvSpPr>
          <p:cNvPr id="96" name="Google Shape;96;p15"/>
          <p:cNvSpPr txBox="1">
            <a:spLocks noGrp="1"/>
          </p:cNvSpPr>
          <p:nvPr>
            <p:ph type="body" idx="1"/>
          </p:nvPr>
        </p:nvSpPr>
        <p:spPr>
          <a:xfrm>
            <a:off x="768120" y="2134674"/>
            <a:ext cx="7289785" cy="2004000"/>
          </a:xfrm>
          <a:prstGeom prst="rect">
            <a:avLst/>
          </a:prstGeom>
        </p:spPr>
        <p:txBody>
          <a:bodyPr spcFirstLastPara="1" wrap="square" lIns="91425" tIns="91425" rIns="91425" bIns="91425" anchor="t" anchorCtr="0">
            <a:noAutofit/>
          </a:bodyPr>
          <a:lstStyle/>
          <a:p>
            <a:pPr marL="0" indent="0" algn="just">
              <a:lnSpc>
                <a:spcPct val="114000"/>
              </a:lnSpc>
              <a:buNone/>
            </a:pPr>
            <a:r>
              <a:rPr lang="en-IN" sz="1600" dirty="0"/>
              <a:t>The entity descriptions for the entities book and member are given as:</a:t>
            </a:r>
          </a:p>
          <a:p>
            <a:pPr marL="285750" indent="-285750" algn="just">
              <a:lnSpc>
                <a:spcPct val="114000"/>
              </a:lnSpc>
              <a:buSzPct val="100000"/>
              <a:buFont typeface="Arial" panose="020B0604020202020204" pitchFamily="34" charset="0"/>
              <a:buChar char="•"/>
            </a:pPr>
            <a:r>
              <a:rPr lang="en-IN" sz="1600" dirty="0"/>
              <a:t>Book (</a:t>
            </a:r>
            <a:r>
              <a:rPr lang="en-IN" sz="1600" u="sng" dirty="0" err="1"/>
              <a:t>BookID</a:t>
            </a:r>
            <a:r>
              <a:rPr lang="en-IN" sz="1600" dirty="0"/>
              <a:t>, Title, Author, Publisher)</a:t>
            </a:r>
          </a:p>
          <a:p>
            <a:pPr marL="285750" indent="-285750" algn="just">
              <a:lnSpc>
                <a:spcPct val="114000"/>
              </a:lnSpc>
              <a:buSzPct val="100000"/>
              <a:buFont typeface="Arial" panose="020B0604020202020204" pitchFamily="34" charset="0"/>
              <a:buChar char="•"/>
            </a:pPr>
            <a:r>
              <a:rPr lang="en-IN" sz="1600" dirty="0"/>
              <a:t>Member(</a:t>
            </a:r>
            <a:r>
              <a:rPr lang="en-IN" sz="1600" u="sng" dirty="0" err="1"/>
              <a:t>MemberID</a:t>
            </a:r>
            <a:r>
              <a:rPr lang="en-IN" sz="1600" dirty="0"/>
              <a:t>, FirstName, </a:t>
            </a:r>
            <a:r>
              <a:rPr lang="en-IN" sz="1600" dirty="0" err="1"/>
              <a:t>LastName</a:t>
            </a:r>
            <a:r>
              <a:rPr lang="en-IN" sz="1600" dirty="0"/>
              <a:t>, </a:t>
            </a:r>
            <a:r>
              <a:rPr lang="en-IN" sz="1600" dirty="0" err="1"/>
              <a:t>ValidUntil</a:t>
            </a:r>
            <a:r>
              <a:rPr lang="en-IN" sz="1600" dirty="0"/>
              <a:t>, </a:t>
            </a:r>
            <a:r>
              <a:rPr lang="en-IN" sz="1600" dirty="0" err="1"/>
              <a:t>PhoneNumber</a:t>
            </a:r>
            <a:r>
              <a:rPr lang="en-IN" sz="1600" dirty="0"/>
              <a:t>)</a:t>
            </a:r>
          </a:p>
          <a:p>
            <a:pPr marL="0" indent="0" algn="just">
              <a:lnSpc>
                <a:spcPct val="114000"/>
              </a:lnSpc>
              <a:buSzPct val="100000"/>
              <a:buNone/>
            </a:pPr>
            <a:r>
              <a:rPr lang="en-IN" sz="1600" dirty="0"/>
              <a:t>The primary key is underlined in entity descriptions.</a:t>
            </a:r>
          </a:p>
          <a:p>
            <a:pPr marL="285750" indent="-285750" algn="just">
              <a:lnSpc>
                <a:spcPct val="114000"/>
              </a:lnSpc>
              <a:buSzPct val="100000"/>
              <a:buFont typeface="Arial" panose="020B0604020202020204" pitchFamily="34" charset="0"/>
              <a:buChar char="•"/>
            </a:pPr>
            <a:endParaRPr lang="en-IN" sz="1600" dirty="0"/>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28</a:t>
            </a:fld>
            <a:endParaRPr/>
          </a:p>
        </p:txBody>
      </p:sp>
      <p:grpSp>
        <p:nvGrpSpPr>
          <p:cNvPr id="6" name="Google Shape;142;p18"/>
          <p:cNvGrpSpPr/>
          <p:nvPr/>
        </p:nvGrpSpPr>
        <p:grpSpPr>
          <a:xfrm>
            <a:off x="7516121" y="711701"/>
            <a:ext cx="903434" cy="903434"/>
            <a:chOff x="2594325" y="1627175"/>
            <a:chExt cx="440850" cy="440850"/>
          </a:xfrm>
        </p:grpSpPr>
        <p:sp>
          <p:nvSpPr>
            <p:cNvPr id="7" name="Google Shape;143;p1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4;p1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5;p1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902634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29</a:t>
            </a:fld>
            <a:endParaRPr/>
          </a:p>
        </p:txBody>
      </p:sp>
      <p:grpSp>
        <p:nvGrpSpPr>
          <p:cNvPr id="6" name="Google Shape;142;p18"/>
          <p:cNvGrpSpPr/>
          <p:nvPr/>
        </p:nvGrpSpPr>
        <p:grpSpPr>
          <a:xfrm>
            <a:off x="7516121" y="711701"/>
            <a:ext cx="903434" cy="903434"/>
            <a:chOff x="2594325" y="1627175"/>
            <a:chExt cx="440850" cy="440850"/>
          </a:xfrm>
        </p:grpSpPr>
        <p:sp>
          <p:nvSpPr>
            <p:cNvPr id="7" name="Google Shape;143;p1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4;p1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5;p1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 name="Google Shape;96;p15"/>
          <p:cNvSpPr txBox="1">
            <a:spLocks noGrp="1"/>
          </p:cNvSpPr>
          <p:nvPr>
            <p:ph type="body" idx="1"/>
          </p:nvPr>
        </p:nvSpPr>
        <p:spPr>
          <a:xfrm>
            <a:off x="847148" y="613135"/>
            <a:ext cx="7289785" cy="2004000"/>
          </a:xfrm>
          <a:prstGeom prst="rect">
            <a:avLst/>
          </a:prstGeom>
        </p:spPr>
        <p:txBody>
          <a:bodyPr spcFirstLastPara="1" wrap="square" lIns="91425" tIns="91425" rIns="91425" bIns="91425" anchor="t" anchorCtr="0">
            <a:noAutofit/>
          </a:bodyPr>
          <a:lstStyle/>
          <a:p>
            <a:pPr marL="114300" lvl="0" indent="0">
              <a:lnSpc>
                <a:spcPct val="113000"/>
              </a:lnSpc>
              <a:buSzPts val="1800"/>
              <a:buNone/>
            </a:pPr>
            <a:r>
              <a:rPr lang="en-IN" sz="1600" b="1" dirty="0"/>
              <a:t>Book:</a:t>
            </a:r>
          </a:p>
          <a:p>
            <a:pPr marL="20638" lvl="0" indent="0">
              <a:lnSpc>
                <a:spcPct val="113000"/>
              </a:lnSpc>
              <a:buSzPts val="1800"/>
              <a:buNone/>
            </a:pPr>
            <a:endParaRPr lang="en-IN" sz="1600" dirty="0"/>
          </a:p>
        </p:txBody>
      </p:sp>
      <p:graphicFrame>
        <p:nvGraphicFramePr>
          <p:cNvPr id="12" name="Google Shape;73;p10">
            <a:extLst>
              <a:ext uri="{FF2B5EF4-FFF2-40B4-BE49-F238E27FC236}">
                <a16:creationId xmlns:a16="http://schemas.microsoft.com/office/drawing/2014/main" id="{94C45A9D-6FD2-4927-9E79-09D2A2E4C69D}"/>
              </a:ext>
            </a:extLst>
          </p:cNvPr>
          <p:cNvGraphicFramePr/>
          <p:nvPr>
            <p:extLst>
              <p:ext uri="{D42A27DB-BD31-4B8C-83A1-F6EECF244321}">
                <p14:modId xmlns:p14="http://schemas.microsoft.com/office/powerpoint/2010/main" val="1232840287"/>
              </p:ext>
            </p:extLst>
          </p:nvPr>
        </p:nvGraphicFramePr>
        <p:xfrm>
          <a:off x="1714500" y="1114155"/>
          <a:ext cx="5715000" cy="3661775"/>
        </p:xfrm>
        <a:graphic>
          <a:graphicData uri="http://schemas.openxmlformats.org/drawingml/2006/table">
            <a:tbl>
              <a:tblPr>
                <a:noFill/>
              </a:tblPr>
              <a:tblGrid>
                <a:gridCol w="799216">
                  <a:extLst>
                    <a:ext uri="{9D8B030D-6E8A-4147-A177-3AD203B41FA5}">
                      <a16:colId xmlns:a16="http://schemas.microsoft.com/office/drawing/2014/main" val="20000"/>
                    </a:ext>
                  </a:extLst>
                </a:gridCol>
                <a:gridCol w="2058284">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tblGrid>
              <a:tr h="414812">
                <a:tc>
                  <a:txBody>
                    <a:bodyPr/>
                    <a:lstStyle/>
                    <a:p>
                      <a:pPr marL="0" indent="0" algn="ctr">
                        <a:lnSpc>
                          <a:spcPct val="115000"/>
                        </a:lnSpc>
                        <a:spcAft>
                          <a:spcPts val="1000"/>
                        </a:spcAft>
                      </a:pPr>
                      <a:r>
                        <a:rPr lang="en-IN" sz="1400" dirty="0" err="1">
                          <a:solidFill>
                            <a:schemeClr val="tx1"/>
                          </a:solidFill>
                          <a:effectLst/>
                          <a:latin typeface="Open Sans" panose="020B0604020202020204" charset="0"/>
                          <a:ea typeface="Open Sans" panose="020B0604020202020204" charset="0"/>
                          <a:cs typeface="Open Sans" panose="020B0604020202020204" charset="0"/>
                        </a:rPr>
                        <a:t>BookID</a:t>
                      </a:r>
                      <a:endParaRPr lang="en-IN" sz="1400" dirty="0">
                        <a:solidFill>
                          <a:schemeClr val="tx1"/>
                        </a:solidFill>
                        <a:effectLst/>
                        <a:latin typeface="Open Sans" panose="020B0604020202020204" charset="0"/>
                        <a:ea typeface="Open Sans" panose="020B0604020202020204" charset="0"/>
                        <a:cs typeface="Open Sans" panose="020B0604020202020204" charset="0"/>
                      </a:endParaRP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indent="0" algn="ctr">
                        <a:lnSpc>
                          <a:spcPct val="115000"/>
                        </a:lnSpc>
                        <a:spcAft>
                          <a:spcPts val="1000"/>
                        </a:spcAft>
                      </a:pPr>
                      <a:r>
                        <a:rPr lang="en-IN" sz="1400" dirty="0">
                          <a:solidFill>
                            <a:schemeClr val="tx1"/>
                          </a:solidFill>
                          <a:effectLst/>
                          <a:latin typeface="Open Sans" panose="020B0604020202020204" charset="0"/>
                          <a:ea typeface="Open Sans" panose="020B0604020202020204" charset="0"/>
                          <a:cs typeface="Open Sans" panose="020B0604020202020204" charset="0"/>
                        </a:rPr>
                        <a:t>Title</a:t>
                      </a: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indent="0" algn="ctr">
                        <a:lnSpc>
                          <a:spcPct val="115000"/>
                        </a:lnSpc>
                        <a:spcAft>
                          <a:spcPts val="1000"/>
                        </a:spcAft>
                      </a:pPr>
                      <a:r>
                        <a:rPr lang="en-IN" sz="1400" dirty="0">
                          <a:solidFill>
                            <a:schemeClr val="tx1"/>
                          </a:solidFill>
                          <a:effectLst/>
                          <a:latin typeface="Open Sans" panose="020B0604020202020204" charset="0"/>
                          <a:ea typeface="Open Sans" panose="020B0604020202020204" charset="0"/>
                          <a:cs typeface="Open Sans" panose="020B0604020202020204" charset="0"/>
                        </a:rPr>
                        <a:t>Author</a:t>
                      </a: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indent="0" algn="ctr">
                        <a:lnSpc>
                          <a:spcPct val="115000"/>
                        </a:lnSpc>
                        <a:spcAft>
                          <a:spcPts val="1000"/>
                        </a:spcAft>
                      </a:pPr>
                      <a:r>
                        <a:rPr lang="en-IN" sz="1400" dirty="0">
                          <a:solidFill>
                            <a:schemeClr val="tx1"/>
                          </a:solidFill>
                          <a:effectLst/>
                          <a:latin typeface="Open Sans" panose="020B0604020202020204" charset="0"/>
                          <a:ea typeface="Open Sans" panose="020B0604020202020204" charset="0"/>
                          <a:cs typeface="Open Sans" panose="020B0604020202020204" charset="0"/>
                        </a:rPr>
                        <a:t>Publisher</a:t>
                      </a: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extLst>
                  <a:ext uri="{0D108BD9-81ED-4DB2-BD59-A6C34878D82A}">
                    <a16:rowId xmlns:a16="http://schemas.microsoft.com/office/drawing/2014/main" val="10000"/>
                  </a:ext>
                </a:extLst>
              </a:tr>
              <a:tr h="755683">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1</a:t>
                      </a: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Cambridge IGCSE Computer Science</a:t>
                      </a: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David Watson and Helen Williams</a:t>
                      </a: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Hodder Education</a:t>
                      </a: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extLst>
                  <a:ext uri="{0D108BD9-81ED-4DB2-BD59-A6C34878D82A}">
                    <a16:rowId xmlns:a16="http://schemas.microsoft.com/office/drawing/2014/main" val="10001"/>
                  </a:ext>
                </a:extLst>
              </a:tr>
              <a:tr h="755683">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a:solidFill>
                            <a:schemeClr val="tx1"/>
                          </a:solidFill>
                          <a:effectLst/>
                          <a:latin typeface="Open Sans" panose="020B0604020202020204" charset="0"/>
                          <a:ea typeface="Open Sans" panose="020B0604020202020204" charset="0"/>
                          <a:cs typeface="Open Sans" panose="020B0604020202020204" charset="0"/>
                          <a:sym typeface="Arial"/>
                        </a:rPr>
                        <a:t>2</a:t>
                      </a: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Complete Chemistry for Cambridge IGCSE</a:t>
                      </a: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Paul Ingram and Rosemarie Gallagher</a:t>
                      </a: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Oxford University Press</a:t>
                      </a: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extLst>
                  <a:ext uri="{0D108BD9-81ED-4DB2-BD59-A6C34878D82A}">
                    <a16:rowId xmlns:a16="http://schemas.microsoft.com/office/drawing/2014/main" val="10002"/>
                  </a:ext>
                </a:extLst>
              </a:tr>
              <a:tr h="676925">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3</a:t>
                      </a: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Complete Mathematics for Cambridge IGCSE</a:t>
                      </a: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David Rayner</a:t>
                      </a: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Oxford University Press</a:t>
                      </a:r>
                    </a:p>
                  </a:txBody>
                  <a:tcPr marL="68580" marR="68580" marT="0" marB="0" anchor="ctr">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extLst>
                  <a:ext uri="{0D108BD9-81ED-4DB2-BD59-A6C34878D82A}">
                    <a16:rowId xmlns:a16="http://schemas.microsoft.com/office/drawing/2014/main" val="10003"/>
                  </a:ext>
                </a:extLst>
              </a:tr>
              <a:tr h="1014935">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4</a:t>
                      </a:r>
                    </a:p>
                  </a:txBody>
                  <a:tcPr marL="68580" marR="68580" marT="0" marB="0" anchor="ctr">
                    <a:lnL w="9525" cap="flat" cmpd="sng">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US" sz="1400" b="0" i="0" u="none" strike="noStrike" cap="none" dirty="0">
                          <a:solidFill>
                            <a:schemeClr val="tx1"/>
                          </a:solidFill>
                          <a:effectLst/>
                          <a:latin typeface="Open Sans" panose="020B0604020202020204" charset="0"/>
                          <a:sym typeface="Arial"/>
                        </a:rPr>
                        <a:t>Cambridge International AS and A Level Computer Science Coursebook</a:t>
                      </a:r>
                      <a:endPar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endParaRPr>
                    </a:p>
                  </a:txBody>
                  <a:tcPr marL="68580" marR="68580" marT="0" marB="0" anchor="ctr">
                    <a:lnL w="9525" cap="flat" cmpd="sng" algn="ctr">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US"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 Dave </a:t>
                      </a:r>
                      <a:r>
                        <a:rPr lang="en-US" sz="1400" b="0" i="0" u="none" strike="noStrike" cap="none" dirty="0" err="1">
                          <a:solidFill>
                            <a:schemeClr val="tx1"/>
                          </a:solidFill>
                          <a:effectLst/>
                          <a:latin typeface="Open Sans" panose="020B0604020202020204" charset="0"/>
                          <a:ea typeface="Open Sans" panose="020B0604020202020204" charset="0"/>
                          <a:cs typeface="Open Sans" panose="020B0604020202020204" charset="0"/>
                          <a:sym typeface="Arial"/>
                        </a:rPr>
                        <a:t>Duddell</a:t>
                      </a:r>
                      <a:r>
                        <a:rPr lang="en-US"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 and S. </a:t>
                      </a:r>
                      <a:r>
                        <a:rPr lang="en-US" sz="1400" b="0" i="0" u="none" strike="noStrike" cap="none" dirty="0" err="1">
                          <a:solidFill>
                            <a:schemeClr val="tx1"/>
                          </a:solidFill>
                          <a:effectLst/>
                          <a:latin typeface="Open Sans" panose="020B0604020202020204" charset="0"/>
                          <a:ea typeface="Open Sans" panose="020B0604020202020204" charset="0"/>
                          <a:cs typeface="Open Sans" panose="020B0604020202020204" charset="0"/>
                          <a:sym typeface="Arial"/>
                        </a:rPr>
                        <a:t>Langfield</a:t>
                      </a:r>
                      <a:endPar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endParaRPr>
                    </a:p>
                  </a:txBody>
                  <a:tcPr marL="68580" marR="68580" marT="0" marB="0" anchor="ctr">
                    <a:lnL w="9525" cap="flat" cmpd="sng" algn="ctr">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Cambridge University Press</a:t>
                      </a:r>
                    </a:p>
                  </a:txBody>
                  <a:tcPr marL="68580" marR="68580" marT="0" marB="0" anchor="ctr">
                    <a:lnL w="9525" cap="flat" cmpd="sng" algn="ctr">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extLst>
                  <a:ext uri="{0D108BD9-81ED-4DB2-BD59-A6C34878D82A}">
                    <a16:rowId xmlns:a16="http://schemas.microsoft.com/office/drawing/2014/main" val="3596834084"/>
                  </a:ext>
                </a:extLst>
              </a:tr>
            </a:tbl>
          </a:graphicData>
        </a:graphic>
      </p:graphicFrame>
    </p:spTree>
    <p:extLst>
      <p:ext uri="{BB962C8B-B14F-4D97-AF65-F5344CB8AC3E}">
        <p14:creationId xmlns:p14="http://schemas.microsoft.com/office/powerpoint/2010/main" val="22833894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30</a:t>
            </a:fld>
            <a:endParaRPr/>
          </a:p>
        </p:txBody>
      </p:sp>
      <p:grpSp>
        <p:nvGrpSpPr>
          <p:cNvPr id="6" name="Google Shape;142;p18"/>
          <p:cNvGrpSpPr/>
          <p:nvPr/>
        </p:nvGrpSpPr>
        <p:grpSpPr>
          <a:xfrm>
            <a:off x="7516121" y="711701"/>
            <a:ext cx="903434" cy="903434"/>
            <a:chOff x="2594325" y="1627175"/>
            <a:chExt cx="440850" cy="440850"/>
          </a:xfrm>
        </p:grpSpPr>
        <p:sp>
          <p:nvSpPr>
            <p:cNvPr id="7" name="Google Shape;143;p1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4;p1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5;p1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Google Shape;96;p15"/>
          <p:cNvSpPr txBox="1">
            <a:spLocks noGrp="1"/>
          </p:cNvSpPr>
          <p:nvPr>
            <p:ph type="body" idx="1"/>
          </p:nvPr>
        </p:nvSpPr>
        <p:spPr>
          <a:xfrm>
            <a:off x="816089" y="1122078"/>
            <a:ext cx="7289785" cy="2004000"/>
          </a:xfrm>
          <a:prstGeom prst="rect">
            <a:avLst/>
          </a:prstGeom>
        </p:spPr>
        <p:txBody>
          <a:bodyPr spcFirstLastPara="1" wrap="square" lIns="91425" tIns="91425" rIns="91425" bIns="91425" anchor="t" anchorCtr="0">
            <a:noAutofit/>
          </a:bodyPr>
          <a:lstStyle/>
          <a:p>
            <a:pPr marL="114300" lvl="0" indent="0">
              <a:lnSpc>
                <a:spcPct val="113000"/>
              </a:lnSpc>
              <a:buSzPts val="1800"/>
              <a:buNone/>
            </a:pPr>
            <a:r>
              <a:rPr lang="en-IN" sz="1600" b="1" dirty="0"/>
              <a:t>Member:</a:t>
            </a:r>
          </a:p>
          <a:p>
            <a:pPr marL="20638" lvl="0" indent="0">
              <a:lnSpc>
                <a:spcPct val="113000"/>
              </a:lnSpc>
              <a:buSzPts val="1800"/>
              <a:buNone/>
            </a:pPr>
            <a:endParaRPr lang="en-IN" sz="1600" dirty="0"/>
          </a:p>
        </p:txBody>
      </p:sp>
      <p:graphicFrame>
        <p:nvGraphicFramePr>
          <p:cNvPr id="10" name="Google Shape;73;p10">
            <a:extLst>
              <a:ext uri="{FF2B5EF4-FFF2-40B4-BE49-F238E27FC236}">
                <a16:creationId xmlns:a16="http://schemas.microsoft.com/office/drawing/2014/main" id="{05EB9E5B-3C35-4FD0-9D8D-9EA4CC61C0EE}"/>
              </a:ext>
            </a:extLst>
          </p:cNvPr>
          <p:cNvGraphicFramePr/>
          <p:nvPr>
            <p:extLst>
              <p:ext uri="{D42A27DB-BD31-4B8C-83A1-F6EECF244321}">
                <p14:modId xmlns:p14="http://schemas.microsoft.com/office/powerpoint/2010/main" val="2310049818"/>
              </p:ext>
            </p:extLst>
          </p:nvPr>
        </p:nvGraphicFramePr>
        <p:xfrm>
          <a:off x="1730712" y="2101198"/>
          <a:ext cx="5966849" cy="1683623"/>
        </p:xfrm>
        <a:graphic>
          <a:graphicData uri="http://schemas.openxmlformats.org/drawingml/2006/table">
            <a:tbl>
              <a:tblPr>
                <a:noFill/>
              </a:tblPr>
              <a:tblGrid>
                <a:gridCol w="1122095">
                  <a:extLst>
                    <a:ext uri="{9D8B030D-6E8A-4147-A177-3AD203B41FA5}">
                      <a16:colId xmlns:a16="http://schemas.microsoft.com/office/drawing/2014/main" val="20000"/>
                    </a:ext>
                  </a:extLst>
                </a:gridCol>
                <a:gridCol w="1151878">
                  <a:extLst>
                    <a:ext uri="{9D8B030D-6E8A-4147-A177-3AD203B41FA5}">
                      <a16:colId xmlns:a16="http://schemas.microsoft.com/office/drawing/2014/main" val="20001"/>
                    </a:ext>
                  </a:extLst>
                </a:gridCol>
                <a:gridCol w="1173490">
                  <a:extLst>
                    <a:ext uri="{9D8B030D-6E8A-4147-A177-3AD203B41FA5}">
                      <a16:colId xmlns:a16="http://schemas.microsoft.com/office/drawing/2014/main" val="2436983073"/>
                    </a:ext>
                  </a:extLst>
                </a:gridCol>
                <a:gridCol w="1068513">
                  <a:extLst>
                    <a:ext uri="{9D8B030D-6E8A-4147-A177-3AD203B41FA5}">
                      <a16:colId xmlns:a16="http://schemas.microsoft.com/office/drawing/2014/main" val="20002"/>
                    </a:ext>
                  </a:extLst>
                </a:gridCol>
                <a:gridCol w="1450873">
                  <a:extLst>
                    <a:ext uri="{9D8B030D-6E8A-4147-A177-3AD203B41FA5}">
                      <a16:colId xmlns:a16="http://schemas.microsoft.com/office/drawing/2014/main" val="20003"/>
                    </a:ext>
                  </a:extLst>
                </a:gridCol>
              </a:tblGrid>
              <a:tr h="402775">
                <a:tc>
                  <a:txBody>
                    <a:bodyPr/>
                    <a:lstStyle/>
                    <a:p>
                      <a:pPr marL="0" indent="0" algn="ctr">
                        <a:lnSpc>
                          <a:spcPct val="115000"/>
                        </a:lnSpc>
                        <a:spcAft>
                          <a:spcPts val="1000"/>
                        </a:spcAft>
                      </a:pPr>
                      <a:r>
                        <a:rPr lang="en-IN" sz="1400" u="sng" dirty="0" err="1">
                          <a:solidFill>
                            <a:schemeClr val="tx1"/>
                          </a:solidFill>
                          <a:effectLst/>
                          <a:latin typeface="Open Sans" panose="020B0604020202020204" charset="0"/>
                          <a:ea typeface="Open Sans" panose="020B0604020202020204" charset="0"/>
                          <a:cs typeface="Open Sans" panose="020B0604020202020204" charset="0"/>
                        </a:rPr>
                        <a:t>MemberID</a:t>
                      </a:r>
                      <a:endParaRPr lang="en-IN" sz="1400" u="sng" dirty="0">
                        <a:solidFill>
                          <a:schemeClr val="tx1"/>
                        </a:solidFill>
                        <a:effectLst/>
                        <a:latin typeface="Open Sans" panose="020B0604020202020204" charset="0"/>
                        <a:ea typeface="Open Sans" panose="020B0604020202020204" charset="0"/>
                        <a:cs typeface="Open Sans" panose="020B0604020202020204" charset="0"/>
                      </a:endParaRP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indent="0" algn="ctr">
                        <a:lnSpc>
                          <a:spcPct val="115000"/>
                        </a:lnSpc>
                        <a:spcAft>
                          <a:spcPts val="1000"/>
                        </a:spcAft>
                      </a:pPr>
                      <a:r>
                        <a:rPr lang="en-IN" sz="1400" dirty="0">
                          <a:solidFill>
                            <a:schemeClr val="tx1"/>
                          </a:solidFill>
                          <a:effectLst/>
                          <a:latin typeface="Open Sans" panose="020B0604020202020204" charset="0"/>
                          <a:ea typeface="Open Sans" panose="020B0604020202020204" charset="0"/>
                          <a:cs typeface="Open Sans" panose="020B0604020202020204" charset="0"/>
                        </a:rPr>
                        <a:t>FirstName </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indent="0" algn="ctr">
                        <a:lnSpc>
                          <a:spcPct val="115000"/>
                        </a:lnSpc>
                        <a:spcAft>
                          <a:spcPts val="1000"/>
                        </a:spcAft>
                      </a:pPr>
                      <a:r>
                        <a:rPr lang="en-IN" sz="1400" dirty="0" err="1">
                          <a:solidFill>
                            <a:schemeClr val="tx1"/>
                          </a:solidFill>
                          <a:effectLst/>
                          <a:latin typeface="Open Sans" panose="020B0604020202020204" charset="0"/>
                          <a:ea typeface="Open Sans" panose="020B0604020202020204" charset="0"/>
                          <a:cs typeface="Open Sans" panose="020B0604020202020204" charset="0"/>
                        </a:rPr>
                        <a:t>LastName</a:t>
                      </a:r>
                      <a:endParaRPr lang="en-IN" sz="1400" dirty="0">
                        <a:solidFill>
                          <a:schemeClr val="tx1"/>
                        </a:solidFill>
                        <a:effectLst/>
                        <a:latin typeface="Open Sans" panose="020B0604020202020204" charset="0"/>
                        <a:ea typeface="Open Sans" panose="020B0604020202020204" charset="0"/>
                        <a:cs typeface="Open Sans" panose="020B0604020202020204" charset="0"/>
                      </a:endParaRPr>
                    </a:p>
                  </a:txBody>
                  <a:tcPr marL="68580" marR="68580" marT="0" marB="0">
                    <a:lnL w="9525" cap="flat" cmpd="sng" algn="ctr">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tc>
                  <a:txBody>
                    <a:bodyPr/>
                    <a:lstStyle/>
                    <a:p>
                      <a:pPr marL="0" indent="0" algn="ctr">
                        <a:lnSpc>
                          <a:spcPct val="115000"/>
                        </a:lnSpc>
                        <a:spcAft>
                          <a:spcPts val="1000"/>
                        </a:spcAft>
                      </a:pPr>
                      <a:r>
                        <a:rPr lang="en-IN" sz="1400" dirty="0" err="1">
                          <a:solidFill>
                            <a:schemeClr val="tx1"/>
                          </a:solidFill>
                          <a:effectLst/>
                          <a:latin typeface="Open Sans" panose="020B0604020202020204" charset="0"/>
                          <a:ea typeface="Open Sans" panose="020B0604020202020204" charset="0"/>
                          <a:cs typeface="Open Sans" panose="020B0604020202020204" charset="0"/>
                        </a:rPr>
                        <a:t>ValidUntil</a:t>
                      </a:r>
                      <a:r>
                        <a:rPr lang="en-IN" sz="1400" dirty="0">
                          <a:solidFill>
                            <a:schemeClr val="tx1"/>
                          </a:solidFill>
                          <a:effectLst/>
                          <a:latin typeface="Open Sans" panose="020B0604020202020204" charset="0"/>
                          <a:ea typeface="Open Sans" panose="020B0604020202020204" charset="0"/>
                          <a:cs typeface="Open Sans" panose="020B0604020202020204" charset="0"/>
                        </a:rPr>
                        <a:t> </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indent="0" algn="ctr">
                        <a:lnSpc>
                          <a:spcPct val="115000"/>
                        </a:lnSpc>
                        <a:spcAft>
                          <a:spcPts val="1000"/>
                        </a:spcAft>
                      </a:pPr>
                      <a:r>
                        <a:rPr lang="en-IN" sz="1400" dirty="0" err="1">
                          <a:solidFill>
                            <a:schemeClr val="tx1"/>
                          </a:solidFill>
                          <a:effectLst/>
                          <a:latin typeface="Open Sans" panose="020B0604020202020204" charset="0"/>
                          <a:ea typeface="Open Sans" panose="020B0604020202020204" charset="0"/>
                          <a:cs typeface="Open Sans" panose="020B0604020202020204" charset="0"/>
                        </a:rPr>
                        <a:t>PhoneNumber</a:t>
                      </a:r>
                      <a:endParaRPr lang="en-IN" sz="1400" dirty="0">
                        <a:solidFill>
                          <a:schemeClr val="tx1"/>
                        </a:solidFill>
                        <a:effectLst/>
                        <a:latin typeface="Open Sans" panose="020B0604020202020204" charset="0"/>
                        <a:ea typeface="Open Sans" panose="020B0604020202020204" charset="0"/>
                        <a:cs typeface="Open Sans" panose="020B0604020202020204" charset="0"/>
                      </a:endParaRP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extLst>
                  <a:ext uri="{0D108BD9-81ED-4DB2-BD59-A6C34878D82A}">
                    <a16:rowId xmlns:a16="http://schemas.microsoft.com/office/drawing/2014/main" val="10000"/>
                  </a:ext>
                </a:extLst>
              </a:tr>
              <a:tr h="402775">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M18535</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Stephen</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Watson</a:t>
                      </a:r>
                    </a:p>
                  </a:txBody>
                  <a:tcPr marL="68580" marR="68580" marT="0" marB="0">
                    <a:lnL w="9525" cap="flat" cmpd="sng" algn="ctr">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31/12/2019</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a:solidFill>
                            <a:schemeClr val="tx1"/>
                          </a:solidFill>
                          <a:effectLst/>
                          <a:latin typeface="Open Sans" panose="020B0604020202020204" charset="0"/>
                          <a:ea typeface="Open Sans" panose="020B0604020202020204" charset="0"/>
                          <a:cs typeface="Open Sans" panose="020B0604020202020204" charset="0"/>
                          <a:sym typeface="Arial"/>
                        </a:rPr>
                        <a:t>1864012854</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extLst>
                  <a:ext uri="{0D108BD9-81ED-4DB2-BD59-A6C34878D82A}">
                    <a16:rowId xmlns:a16="http://schemas.microsoft.com/office/drawing/2014/main" val="10001"/>
                  </a:ext>
                </a:extLst>
              </a:tr>
              <a:tr h="402775">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M11935</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Mary</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Rayner</a:t>
                      </a:r>
                    </a:p>
                  </a:txBody>
                  <a:tcPr marL="68580" marR="68580" marT="0" marB="0">
                    <a:lnL w="9525" cap="flat" cmpd="sng" algn="ctr">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5/10/2020</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7911039811</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extLst>
                  <a:ext uri="{0D108BD9-81ED-4DB2-BD59-A6C34878D82A}">
                    <a16:rowId xmlns:a16="http://schemas.microsoft.com/office/drawing/2014/main" val="10002"/>
                  </a:ext>
                </a:extLst>
              </a:tr>
              <a:tr h="402775">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M25183</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Marian</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Miller</a:t>
                      </a:r>
                    </a:p>
                  </a:txBody>
                  <a:tcPr marL="68580" marR="68580" marT="0" marB="0">
                    <a:lnL w="9525" cap="flat" cmpd="sng" algn="ctr">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4/11/2018</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8111092210</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8662493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31</a:t>
            </a:fld>
            <a:endParaRPr/>
          </a:p>
        </p:txBody>
      </p:sp>
      <p:grpSp>
        <p:nvGrpSpPr>
          <p:cNvPr id="6" name="Google Shape;142;p18"/>
          <p:cNvGrpSpPr/>
          <p:nvPr/>
        </p:nvGrpSpPr>
        <p:grpSpPr>
          <a:xfrm>
            <a:off x="7516121" y="711701"/>
            <a:ext cx="903434" cy="903434"/>
            <a:chOff x="2594325" y="1627175"/>
            <a:chExt cx="440850" cy="440850"/>
          </a:xfrm>
        </p:grpSpPr>
        <p:sp>
          <p:nvSpPr>
            <p:cNvPr id="7" name="Google Shape;143;p1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4;p1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5;p1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Google Shape;96;p15"/>
          <p:cNvSpPr txBox="1">
            <a:spLocks noGrp="1"/>
          </p:cNvSpPr>
          <p:nvPr>
            <p:ph type="body" idx="1"/>
          </p:nvPr>
        </p:nvSpPr>
        <p:spPr>
          <a:xfrm>
            <a:off x="816089" y="865603"/>
            <a:ext cx="7289785" cy="2004000"/>
          </a:xfrm>
          <a:prstGeom prst="rect">
            <a:avLst/>
          </a:prstGeom>
        </p:spPr>
        <p:txBody>
          <a:bodyPr spcFirstLastPara="1" wrap="square" lIns="91425" tIns="91425" rIns="91425" bIns="91425" anchor="t" anchorCtr="0">
            <a:noAutofit/>
          </a:bodyPr>
          <a:lstStyle/>
          <a:p>
            <a:pPr marL="114300" lvl="0" indent="0">
              <a:lnSpc>
                <a:spcPct val="113000"/>
              </a:lnSpc>
              <a:buSzPts val="1800"/>
              <a:buNone/>
            </a:pPr>
            <a:r>
              <a:rPr lang="en-IN" sz="1600" b="1" dirty="0" err="1"/>
              <a:t>Bookslent</a:t>
            </a:r>
            <a:r>
              <a:rPr lang="en-IN" sz="1600" b="1" dirty="0"/>
              <a:t> table:</a:t>
            </a:r>
          </a:p>
          <a:p>
            <a:pPr marL="20638" lvl="0" indent="0">
              <a:lnSpc>
                <a:spcPct val="113000"/>
              </a:lnSpc>
              <a:buSzPts val="1800"/>
              <a:buNone/>
            </a:pPr>
            <a:endParaRPr lang="en-IN" sz="1600" dirty="0"/>
          </a:p>
        </p:txBody>
      </p:sp>
      <p:sp>
        <p:nvSpPr>
          <p:cNvPr id="2" name="TextBox 1"/>
          <p:cNvSpPr txBox="1"/>
          <p:nvPr/>
        </p:nvSpPr>
        <p:spPr>
          <a:xfrm>
            <a:off x="656310" y="1473784"/>
            <a:ext cx="2910427" cy="3293209"/>
          </a:xfrm>
          <a:prstGeom prst="rect">
            <a:avLst/>
          </a:prstGeom>
          <a:noFill/>
        </p:spPr>
        <p:txBody>
          <a:bodyPr wrap="square" rtlCol="0">
            <a:spAutoFit/>
          </a:bodyPr>
          <a:lstStyle/>
          <a:p>
            <a:pPr marL="285750" indent="-285750">
              <a:buFont typeface="Arial" panose="020B0604020202020204" pitchFamily="34" charset="0"/>
              <a:buChar char="•"/>
            </a:pPr>
            <a:r>
              <a:rPr lang="en-IN" sz="1600" dirty="0">
                <a:latin typeface="Open Sans" panose="020B0604020202020204" charset="0"/>
                <a:ea typeface="Open Sans" panose="020B0604020202020204" charset="0"/>
                <a:cs typeface="Open Sans" panose="020B0604020202020204" charset="0"/>
              </a:rPr>
              <a:t>It can be noticed that other attributes of books and members are not included, as these are referenced using their respective IDs.</a:t>
            </a:r>
          </a:p>
          <a:p>
            <a:pPr marL="285750" indent="-285750">
              <a:buFont typeface="Arial" panose="020B0604020202020204" pitchFamily="34" charset="0"/>
              <a:buChar char="•"/>
            </a:pPr>
            <a:r>
              <a:rPr lang="en-IN" sz="1600" dirty="0">
                <a:latin typeface="Open Sans" panose="020B0604020202020204" charset="0"/>
              </a:rPr>
              <a:t>Book ID and Member ID are the foreign keys of this table that act as a reference to other tables. These foreign keys also act as primary key for this table.</a:t>
            </a:r>
          </a:p>
          <a:p>
            <a:endParaRPr lang="en-IN" sz="1600" dirty="0">
              <a:latin typeface="Open Sans" panose="020B0604020202020204" charset="0"/>
              <a:ea typeface="Open Sans" panose="020B0604020202020204" charset="0"/>
              <a:cs typeface="Open Sans" panose="020B0604020202020204" charset="0"/>
            </a:endParaRPr>
          </a:p>
        </p:txBody>
      </p:sp>
      <p:graphicFrame>
        <p:nvGraphicFramePr>
          <p:cNvPr id="10" name="Google Shape;73;p10">
            <a:extLst>
              <a:ext uri="{FF2B5EF4-FFF2-40B4-BE49-F238E27FC236}">
                <a16:creationId xmlns:a16="http://schemas.microsoft.com/office/drawing/2014/main" id="{B414972C-C31E-4A7F-B432-C8A9D0CF98A7}"/>
              </a:ext>
            </a:extLst>
          </p:cNvPr>
          <p:cNvGraphicFramePr/>
          <p:nvPr>
            <p:extLst>
              <p:ext uri="{D42A27DB-BD31-4B8C-83A1-F6EECF244321}">
                <p14:modId xmlns:p14="http://schemas.microsoft.com/office/powerpoint/2010/main" val="3438119145"/>
              </p:ext>
            </p:extLst>
          </p:nvPr>
        </p:nvGraphicFramePr>
        <p:xfrm>
          <a:off x="3726516" y="2185851"/>
          <a:ext cx="4379358" cy="1675308"/>
        </p:xfrm>
        <a:graphic>
          <a:graphicData uri="http://schemas.openxmlformats.org/drawingml/2006/table">
            <a:tbl>
              <a:tblPr>
                <a:noFill/>
              </a:tblPr>
              <a:tblGrid>
                <a:gridCol w="1069827">
                  <a:extLst>
                    <a:ext uri="{9D8B030D-6E8A-4147-A177-3AD203B41FA5}">
                      <a16:colId xmlns:a16="http://schemas.microsoft.com/office/drawing/2014/main" val="20001"/>
                    </a:ext>
                  </a:extLst>
                </a:gridCol>
                <a:gridCol w="1103177">
                  <a:extLst>
                    <a:ext uri="{9D8B030D-6E8A-4147-A177-3AD203B41FA5}">
                      <a16:colId xmlns:a16="http://schemas.microsoft.com/office/drawing/2014/main" val="20002"/>
                    </a:ext>
                  </a:extLst>
                </a:gridCol>
                <a:gridCol w="1103177">
                  <a:extLst>
                    <a:ext uri="{9D8B030D-6E8A-4147-A177-3AD203B41FA5}">
                      <a16:colId xmlns:a16="http://schemas.microsoft.com/office/drawing/2014/main" val="20003"/>
                    </a:ext>
                  </a:extLst>
                </a:gridCol>
                <a:gridCol w="1103177">
                  <a:extLst>
                    <a:ext uri="{9D8B030D-6E8A-4147-A177-3AD203B41FA5}">
                      <a16:colId xmlns:a16="http://schemas.microsoft.com/office/drawing/2014/main" val="1123041860"/>
                    </a:ext>
                  </a:extLst>
                </a:gridCol>
              </a:tblGrid>
              <a:tr h="418827">
                <a:tc>
                  <a:txBody>
                    <a:bodyPr/>
                    <a:lstStyle/>
                    <a:p>
                      <a:pPr marL="0" indent="0" algn="ctr">
                        <a:lnSpc>
                          <a:spcPct val="115000"/>
                        </a:lnSpc>
                        <a:spcAft>
                          <a:spcPts val="1000"/>
                        </a:spcAft>
                      </a:pPr>
                      <a:r>
                        <a:rPr lang="en-IN" sz="1400" u="sng" dirty="0">
                          <a:solidFill>
                            <a:schemeClr val="tx1"/>
                          </a:solidFill>
                          <a:effectLst/>
                          <a:latin typeface="Open Sans" panose="020B0604020202020204" charset="0"/>
                          <a:ea typeface="Open Sans" panose="020B0604020202020204" charset="0"/>
                          <a:cs typeface="Open Sans" panose="020B0604020202020204" charset="0"/>
                        </a:rPr>
                        <a:t>Book ID</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tc>
                  <a:txBody>
                    <a:bodyPr/>
                    <a:lstStyle/>
                    <a:p>
                      <a:pPr marL="0" indent="0" algn="ctr">
                        <a:lnSpc>
                          <a:spcPct val="115000"/>
                        </a:lnSpc>
                        <a:spcAft>
                          <a:spcPts val="1000"/>
                        </a:spcAft>
                      </a:pPr>
                      <a:r>
                        <a:rPr lang="en-IN" sz="1400" u="sng" dirty="0">
                          <a:solidFill>
                            <a:schemeClr val="tx1"/>
                          </a:solidFill>
                          <a:effectLst/>
                          <a:latin typeface="Open Sans" panose="020B0604020202020204" charset="0"/>
                          <a:ea typeface="Open Sans" panose="020B0604020202020204" charset="0"/>
                          <a:cs typeface="Open Sans" panose="020B0604020202020204" charset="0"/>
                        </a:rPr>
                        <a:t>Member ID</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tc>
                  <a:txBody>
                    <a:bodyPr/>
                    <a:lstStyle/>
                    <a:p>
                      <a:pPr marL="0" indent="0" algn="ctr">
                        <a:lnSpc>
                          <a:spcPct val="115000"/>
                        </a:lnSpc>
                        <a:spcAft>
                          <a:spcPts val="1000"/>
                        </a:spcAft>
                      </a:pPr>
                      <a:r>
                        <a:rPr lang="en-IN" sz="1400" dirty="0">
                          <a:solidFill>
                            <a:schemeClr val="tx1"/>
                          </a:solidFill>
                          <a:effectLst/>
                          <a:latin typeface="Open Sans" panose="020B0604020202020204" charset="0"/>
                          <a:ea typeface="Open Sans" panose="020B0604020202020204" charset="0"/>
                          <a:cs typeface="Open Sans" panose="020B0604020202020204" charset="0"/>
                        </a:rPr>
                        <a:t>Date </a:t>
                      </a:r>
                    </a:p>
                  </a:txBody>
                  <a:tcPr marL="68580" marR="68580" marT="0" marB="0">
                    <a:lnL w="9525" cap="flat" cmpd="sng">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indent="0" algn="ctr">
                        <a:lnSpc>
                          <a:spcPct val="115000"/>
                        </a:lnSpc>
                        <a:spcAft>
                          <a:spcPts val="1000"/>
                        </a:spcAft>
                      </a:pPr>
                      <a:r>
                        <a:rPr lang="en-IN" sz="1400" dirty="0">
                          <a:solidFill>
                            <a:schemeClr val="tx1"/>
                          </a:solidFill>
                          <a:effectLst/>
                          <a:latin typeface="Open Sans" panose="020B0604020202020204" charset="0"/>
                          <a:ea typeface="Open Sans" panose="020B0604020202020204" charset="0"/>
                          <a:cs typeface="Open Sans" panose="020B0604020202020204" charset="0"/>
                        </a:rPr>
                        <a:t>Fine </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extLst>
                  <a:ext uri="{0D108BD9-81ED-4DB2-BD59-A6C34878D82A}">
                    <a16:rowId xmlns:a16="http://schemas.microsoft.com/office/drawing/2014/main" val="10000"/>
                  </a:ext>
                </a:extLst>
              </a:tr>
              <a:tr h="418827">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2</a:t>
                      </a:r>
                    </a:p>
                  </a:txBody>
                  <a:tcPr marL="68580" marR="68580" marT="0" marB="0">
                    <a:lnL w="9525" cap="flat" cmpd="sng">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M18535</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12/10/2018</a:t>
                      </a:r>
                    </a:p>
                  </a:txBody>
                  <a:tcPr marL="68580" marR="68580" marT="0" marB="0">
                    <a:lnL w="9525" cap="flat" cmpd="sng" algn="ctr">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a:solidFill>
                            <a:schemeClr val="tx1"/>
                          </a:solidFill>
                          <a:effectLst/>
                          <a:latin typeface="Open Sans" panose="020B0604020202020204" charset="0"/>
                          <a:ea typeface="Open Sans" panose="020B0604020202020204" charset="0"/>
                          <a:cs typeface="Open Sans" panose="020B0604020202020204" charset="0"/>
                          <a:sym typeface="Arial"/>
                        </a:rPr>
                        <a:t>0</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extLst>
                  <a:ext uri="{0D108BD9-81ED-4DB2-BD59-A6C34878D82A}">
                    <a16:rowId xmlns:a16="http://schemas.microsoft.com/office/drawing/2014/main" val="10001"/>
                  </a:ext>
                </a:extLst>
              </a:tr>
              <a:tr h="418827">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1</a:t>
                      </a:r>
                    </a:p>
                  </a:txBody>
                  <a:tcPr marL="68580" marR="68580" marT="0" marB="0">
                    <a:lnL w="9525" cap="flat" cmpd="sng">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M11935</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15/9/2018</a:t>
                      </a:r>
                    </a:p>
                  </a:txBody>
                  <a:tcPr marL="68580" marR="68580" marT="0" marB="0">
                    <a:lnL w="9525" cap="flat" cmpd="sng" algn="ctr">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a:solidFill>
                            <a:schemeClr val="tx1"/>
                          </a:solidFill>
                          <a:effectLst/>
                          <a:latin typeface="Open Sans" panose="020B0604020202020204" charset="0"/>
                          <a:ea typeface="Open Sans" panose="020B0604020202020204" charset="0"/>
                          <a:cs typeface="Open Sans" panose="020B0604020202020204" charset="0"/>
                          <a:sym typeface="Arial"/>
                        </a:rPr>
                        <a:t>£ 1</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extLst>
                  <a:ext uri="{0D108BD9-81ED-4DB2-BD59-A6C34878D82A}">
                    <a16:rowId xmlns:a16="http://schemas.microsoft.com/office/drawing/2014/main" val="10002"/>
                  </a:ext>
                </a:extLst>
              </a:tr>
              <a:tr h="418827">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3</a:t>
                      </a:r>
                    </a:p>
                  </a:txBody>
                  <a:tcPr marL="68580" marR="68580" marT="0" marB="0">
                    <a:lnL w="9525" cap="flat" cmpd="sng">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M25183</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21/07/2018</a:t>
                      </a:r>
                    </a:p>
                  </a:txBody>
                  <a:tcPr marL="68580" marR="68580" marT="0" marB="0">
                    <a:lnL w="9525" cap="flat" cmpd="sng" algn="ctr">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£ 3</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353087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859853" y="1227253"/>
            <a:ext cx="5092200" cy="713430"/>
          </a:xfrm>
          <a:prstGeom prst="rect">
            <a:avLst/>
          </a:prstGeom>
        </p:spPr>
        <p:txBody>
          <a:bodyPr spcFirstLastPara="1" wrap="square" lIns="91425" tIns="91425" rIns="91425" bIns="91425" anchor="b" anchorCtr="0">
            <a:noAutofit/>
          </a:bodyPr>
          <a:lstStyle/>
          <a:p>
            <a:pPr lvl="0"/>
            <a:r>
              <a:rPr lang="en-IN" dirty="0"/>
              <a:t>Referential integrity</a:t>
            </a:r>
          </a:p>
        </p:txBody>
      </p:sp>
      <p:sp>
        <p:nvSpPr>
          <p:cNvPr id="96" name="Google Shape;96;p15"/>
          <p:cNvSpPr txBox="1">
            <a:spLocks noGrp="1"/>
          </p:cNvSpPr>
          <p:nvPr>
            <p:ph type="body" idx="1"/>
          </p:nvPr>
        </p:nvSpPr>
        <p:spPr>
          <a:xfrm>
            <a:off x="768121" y="2134674"/>
            <a:ext cx="4052236" cy="2004000"/>
          </a:xfrm>
          <a:prstGeom prst="rect">
            <a:avLst/>
          </a:prstGeom>
        </p:spPr>
        <p:txBody>
          <a:bodyPr spcFirstLastPara="1" wrap="square" lIns="91425" tIns="91425" rIns="91425" bIns="91425" anchor="t" anchorCtr="0">
            <a:noAutofit/>
          </a:bodyPr>
          <a:lstStyle/>
          <a:p>
            <a:pPr marL="400050" lvl="0" indent="-285750">
              <a:lnSpc>
                <a:spcPct val="113000"/>
              </a:lnSpc>
              <a:buSzPts val="1800"/>
              <a:buFont typeface="Arial" panose="020B0604020202020204" pitchFamily="34" charset="0"/>
              <a:buChar char="•"/>
            </a:pPr>
            <a:r>
              <a:rPr lang="en-US" sz="1600" dirty="0"/>
              <a:t>Referential integrity ensures that all foreign keys represent a valid and existing primary key in its parent table. </a:t>
            </a:r>
          </a:p>
          <a:p>
            <a:pPr marL="400050" lvl="0" indent="-285750">
              <a:lnSpc>
                <a:spcPct val="113000"/>
              </a:lnSpc>
              <a:buSzPts val="1800"/>
              <a:buFont typeface="Arial" panose="020B0604020202020204" pitchFamily="34" charset="0"/>
              <a:buChar char="•"/>
            </a:pPr>
            <a:r>
              <a:rPr lang="en-US" sz="1600" dirty="0"/>
              <a:t>For example: In Books table, if you delete the record for </a:t>
            </a:r>
            <a:r>
              <a:rPr lang="en-US" sz="1600" dirty="0" err="1"/>
              <a:t>BookID</a:t>
            </a:r>
            <a:r>
              <a:rPr lang="en-US" sz="1600" dirty="0"/>
              <a:t>=2, it will create an orphaned record (shown in red </a:t>
            </a:r>
            <a:r>
              <a:rPr lang="en-US" sz="1600" dirty="0" err="1"/>
              <a:t>colour</a:t>
            </a:r>
            <a:r>
              <a:rPr lang="en-US" sz="1600" dirty="0"/>
              <a:t>) in </a:t>
            </a:r>
            <a:r>
              <a:rPr lang="en-US" sz="1600" dirty="0" err="1"/>
              <a:t>Bookslent</a:t>
            </a:r>
            <a:r>
              <a:rPr lang="en-US" sz="1600" dirty="0"/>
              <a:t> table.</a:t>
            </a:r>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32</a:t>
            </a:fld>
            <a:endParaRPr/>
          </a:p>
        </p:txBody>
      </p:sp>
      <p:grpSp>
        <p:nvGrpSpPr>
          <p:cNvPr id="6" name="Google Shape;142;p18"/>
          <p:cNvGrpSpPr/>
          <p:nvPr/>
        </p:nvGrpSpPr>
        <p:grpSpPr>
          <a:xfrm>
            <a:off x="7516121" y="711701"/>
            <a:ext cx="903434" cy="903434"/>
            <a:chOff x="2594325" y="1627175"/>
            <a:chExt cx="440850" cy="440850"/>
          </a:xfrm>
        </p:grpSpPr>
        <p:sp>
          <p:nvSpPr>
            <p:cNvPr id="7" name="Google Shape;143;p1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4;p1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5;p1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10" name="Google Shape;73;p10">
            <a:extLst>
              <a:ext uri="{FF2B5EF4-FFF2-40B4-BE49-F238E27FC236}">
                <a16:creationId xmlns:a16="http://schemas.microsoft.com/office/drawing/2014/main" id="{CA937DCB-0352-42A7-BE04-AEB152F4A9FC}"/>
              </a:ext>
            </a:extLst>
          </p:cNvPr>
          <p:cNvGraphicFramePr/>
          <p:nvPr>
            <p:extLst>
              <p:ext uri="{D42A27DB-BD31-4B8C-83A1-F6EECF244321}">
                <p14:modId xmlns:p14="http://schemas.microsoft.com/office/powerpoint/2010/main" val="2666613218"/>
              </p:ext>
            </p:extLst>
          </p:nvPr>
        </p:nvGraphicFramePr>
        <p:xfrm>
          <a:off x="5080357" y="2263526"/>
          <a:ext cx="3531117" cy="1844721"/>
        </p:xfrm>
        <a:graphic>
          <a:graphicData uri="http://schemas.openxmlformats.org/drawingml/2006/table">
            <a:tbl>
              <a:tblPr>
                <a:noFill/>
              </a:tblPr>
              <a:tblGrid>
                <a:gridCol w="710843">
                  <a:extLst>
                    <a:ext uri="{9D8B030D-6E8A-4147-A177-3AD203B41FA5}">
                      <a16:colId xmlns:a16="http://schemas.microsoft.com/office/drawing/2014/main" val="20001"/>
                    </a:ext>
                  </a:extLst>
                </a:gridCol>
                <a:gridCol w="1041270">
                  <a:extLst>
                    <a:ext uri="{9D8B030D-6E8A-4147-A177-3AD203B41FA5}">
                      <a16:colId xmlns:a16="http://schemas.microsoft.com/office/drawing/2014/main" val="20002"/>
                    </a:ext>
                  </a:extLst>
                </a:gridCol>
                <a:gridCol w="1058463">
                  <a:extLst>
                    <a:ext uri="{9D8B030D-6E8A-4147-A177-3AD203B41FA5}">
                      <a16:colId xmlns:a16="http://schemas.microsoft.com/office/drawing/2014/main" val="20003"/>
                    </a:ext>
                  </a:extLst>
                </a:gridCol>
                <a:gridCol w="720541">
                  <a:extLst>
                    <a:ext uri="{9D8B030D-6E8A-4147-A177-3AD203B41FA5}">
                      <a16:colId xmlns:a16="http://schemas.microsoft.com/office/drawing/2014/main" val="1123041860"/>
                    </a:ext>
                  </a:extLst>
                </a:gridCol>
              </a:tblGrid>
              <a:tr h="418827">
                <a:tc>
                  <a:txBody>
                    <a:bodyPr/>
                    <a:lstStyle/>
                    <a:p>
                      <a:pPr marL="0" indent="0" algn="ctr">
                        <a:lnSpc>
                          <a:spcPct val="115000"/>
                        </a:lnSpc>
                        <a:spcAft>
                          <a:spcPts val="1000"/>
                        </a:spcAft>
                      </a:pPr>
                      <a:r>
                        <a:rPr lang="en-IN" sz="1400" dirty="0" err="1">
                          <a:solidFill>
                            <a:schemeClr val="tx1"/>
                          </a:solidFill>
                          <a:effectLst/>
                          <a:latin typeface="Open Sans" panose="020B0604020202020204" charset="0"/>
                          <a:ea typeface="Open Sans" panose="020B0604020202020204" charset="0"/>
                          <a:cs typeface="Open Sans" panose="020B0604020202020204" charset="0"/>
                        </a:rPr>
                        <a:t>BookID</a:t>
                      </a:r>
                      <a:endParaRPr lang="en-IN" sz="1400" dirty="0">
                        <a:solidFill>
                          <a:schemeClr val="tx1"/>
                        </a:solidFill>
                        <a:effectLst/>
                        <a:latin typeface="Open Sans" panose="020B0604020202020204" charset="0"/>
                        <a:ea typeface="Open Sans" panose="020B0604020202020204" charset="0"/>
                        <a:cs typeface="Open Sans" panose="020B0604020202020204" charset="0"/>
                      </a:endParaRP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tc>
                  <a:txBody>
                    <a:bodyPr/>
                    <a:lstStyle/>
                    <a:p>
                      <a:pPr marL="0" indent="0" algn="ctr">
                        <a:lnSpc>
                          <a:spcPct val="115000"/>
                        </a:lnSpc>
                        <a:spcAft>
                          <a:spcPts val="1000"/>
                        </a:spcAft>
                      </a:pPr>
                      <a:r>
                        <a:rPr lang="en-IN" sz="1400" dirty="0" err="1">
                          <a:solidFill>
                            <a:schemeClr val="tx1"/>
                          </a:solidFill>
                          <a:effectLst/>
                          <a:latin typeface="Open Sans" panose="020B0604020202020204" charset="0"/>
                          <a:ea typeface="Open Sans" panose="020B0604020202020204" charset="0"/>
                          <a:cs typeface="Open Sans" panose="020B0604020202020204" charset="0"/>
                        </a:rPr>
                        <a:t>MemberID</a:t>
                      </a:r>
                      <a:endParaRPr lang="en-IN" sz="1400" dirty="0">
                        <a:solidFill>
                          <a:schemeClr val="tx1"/>
                        </a:solidFill>
                        <a:effectLst/>
                        <a:latin typeface="Open Sans" panose="020B0604020202020204" charset="0"/>
                        <a:ea typeface="Open Sans" panose="020B0604020202020204" charset="0"/>
                        <a:cs typeface="Open Sans" panose="020B0604020202020204" charset="0"/>
                      </a:endParaRP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tc>
                  <a:txBody>
                    <a:bodyPr/>
                    <a:lstStyle/>
                    <a:p>
                      <a:pPr marL="0" indent="0" algn="ctr">
                        <a:lnSpc>
                          <a:spcPct val="115000"/>
                        </a:lnSpc>
                        <a:spcAft>
                          <a:spcPts val="1000"/>
                        </a:spcAft>
                      </a:pPr>
                      <a:r>
                        <a:rPr lang="en-IN" sz="1400" dirty="0">
                          <a:solidFill>
                            <a:schemeClr val="tx1"/>
                          </a:solidFill>
                          <a:effectLst/>
                          <a:latin typeface="Open Sans" panose="020B0604020202020204" charset="0"/>
                          <a:ea typeface="Open Sans" panose="020B0604020202020204" charset="0"/>
                          <a:cs typeface="Open Sans" panose="020B0604020202020204" charset="0"/>
                        </a:rPr>
                        <a:t>Date </a:t>
                      </a:r>
                    </a:p>
                  </a:txBody>
                  <a:tcPr marL="68580" marR="68580" marT="0" marB="0">
                    <a:lnL w="9525" cap="flat" cmpd="sng">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indent="0" algn="ctr">
                        <a:lnSpc>
                          <a:spcPct val="115000"/>
                        </a:lnSpc>
                        <a:spcAft>
                          <a:spcPts val="1000"/>
                        </a:spcAft>
                      </a:pPr>
                      <a:r>
                        <a:rPr lang="en-IN" sz="1400" dirty="0">
                          <a:solidFill>
                            <a:schemeClr val="tx1"/>
                          </a:solidFill>
                          <a:effectLst/>
                          <a:latin typeface="Open Sans" panose="020B0604020202020204" charset="0"/>
                          <a:ea typeface="Open Sans" panose="020B0604020202020204" charset="0"/>
                          <a:cs typeface="Open Sans" panose="020B0604020202020204" charset="0"/>
                        </a:rPr>
                        <a:t>Fine </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76200" cap="flat" cmpd="sng">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extLst>
                  <a:ext uri="{0D108BD9-81ED-4DB2-BD59-A6C34878D82A}">
                    <a16:rowId xmlns:a16="http://schemas.microsoft.com/office/drawing/2014/main" val="10000"/>
                  </a:ext>
                </a:extLst>
              </a:tr>
              <a:tr h="418827">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rgbClr val="FF0000"/>
                          </a:solidFill>
                          <a:effectLst/>
                          <a:latin typeface="Open Sans" panose="020B0604020202020204" charset="0"/>
                          <a:ea typeface="Open Sans" panose="020B0604020202020204" charset="0"/>
                          <a:cs typeface="Open Sans" panose="020B0604020202020204" charset="0"/>
                          <a:sym typeface="Arial"/>
                        </a:rPr>
                        <a:t>2</a:t>
                      </a:r>
                    </a:p>
                  </a:txBody>
                  <a:tcPr marL="68580" marR="68580" marT="0" marB="0">
                    <a:lnL w="9525" cap="flat" cmpd="sng">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rgbClr val="FF0000"/>
                          </a:solidFill>
                          <a:effectLst/>
                          <a:latin typeface="Open Sans" panose="020B0604020202020204" charset="0"/>
                          <a:ea typeface="Open Sans" panose="020B0604020202020204" charset="0"/>
                          <a:cs typeface="Open Sans" panose="020B0604020202020204" charset="0"/>
                          <a:sym typeface="Arial"/>
                        </a:rPr>
                        <a:t>M18535</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rgbClr val="FF0000"/>
                          </a:solidFill>
                          <a:effectLst/>
                          <a:latin typeface="Open Sans" panose="020B0604020202020204" charset="0"/>
                          <a:ea typeface="Open Sans" panose="020B0604020202020204" charset="0"/>
                          <a:cs typeface="Open Sans" panose="020B0604020202020204" charset="0"/>
                          <a:sym typeface="Arial"/>
                        </a:rPr>
                        <a:t>12-10-2018</a:t>
                      </a:r>
                    </a:p>
                  </a:txBody>
                  <a:tcPr marL="68580" marR="68580" marT="0" marB="0">
                    <a:lnL w="9525" cap="flat" cmpd="sng" algn="ctr">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rgbClr val="FF0000"/>
                          </a:solidFill>
                          <a:effectLst/>
                          <a:latin typeface="Open Sans" panose="020B0604020202020204" charset="0"/>
                          <a:ea typeface="Open Sans" panose="020B0604020202020204" charset="0"/>
                          <a:cs typeface="Open Sans" panose="020B0604020202020204" charset="0"/>
                          <a:sym typeface="Arial"/>
                        </a:rPr>
                        <a:t>0</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extLst>
                  <a:ext uri="{0D108BD9-81ED-4DB2-BD59-A6C34878D82A}">
                    <a16:rowId xmlns:a16="http://schemas.microsoft.com/office/drawing/2014/main" val="10001"/>
                  </a:ext>
                </a:extLst>
              </a:tr>
              <a:tr h="418827">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1</a:t>
                      </a:r>
                    </a:p>
                  </a:txBody>
                  <a:tcPr marL="68580" marR="68580" marT="0" marB="0">
                    <a:lnL w="9525" cap="flat" cmpd="sng">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M11935</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15-9-2018</a:t>
                      </a:r>
                    </a:p>
                  </a:txBody>
                  <a:tcPr marL="68580" marR="68580" marT="0" marB="0">
                    <a:lnL w="9525" cap="flat" cmpd="sng" algn="ctr">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9525"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a:solidFill>
                            <a:schemeClr val="tx1"/>
                          </a:solidFill>
                          <a:effectLst/>
                          <a:latin typeface="Open Sans" panose="020B0604020202020204" charset="0"/>
                          <a:ea typeface="Open Sans" panose="020B0604020202020204" charset="0"/>
                          <a:cs typeface="Open Sans" panose="020B0604020202020204" charset="0"/>
                          <a:sym typeface="Arial"/>
                        </a:rPr>
                        <a:t>£ 1</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9525" cap="flat" cmpd="sng" algn="ctr">
                      <a:solidFill>
                        <a:srgbClr val="0090FF"/>
                      </a:solidFill>
                      <a:prstDash val="solid"/>
                      <a:round/>
                      <a:headEnd type="none" w="sm" len="sm"/>
                      <a:tailEnd type="none" w="sm" len="sm"/>
                    </a:lnB>
                  </a:tcPr>
                </a:tc>
                <a:extLst>
                  <a:ext uri="{0D108BD9-81ED-4DB2-BD59-A6C34878D82A}">
                    <a16:rowId xmlns:a16="http://schemas.microsoft.com/office/drawing/2014/main" val="10002"/>
                  </a:ext>
                </a:extLst>
              </a:tr>
              <a:tr h="418827">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3</a:t>
                      </a:r>
                    </a:p>
                  </a:txBody>
                  <a:tcPr marL="68580" marR="68580" marT="0" marB="0">
                    <a:lnL w="9525" cap="flat" cmpd="sng">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M25183</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a:solidFill>
                            <a:schemeClr val="tx1"/>
                          </a:solidFill>
                          <a:effectLst/>
                          <a:latin typeface="Open Sans" panose="020B0604020202020204" charset="0"/>
                          <a:ea typeface="Open Sans" panose="020B0604020202020204" charset="0"/>
                          <a:cs typeface="Open Sans" panose="020B0604020202020204" charset="0"/>
                          <a:sym typeface="Arial"/>
                        </a:rPr>
                        <a:t>21-07-2018</a:t>
                      </a:r>
                    </a:p>
                  </a:txBody>
                  <a:tcPr marL="68580" marR="68580" marT="0" marB="0">
                    <a:lnL w="9525" cap="flat" cmpd="sng" algn="ctr">
                      <a:solidFill>
                        <a:srgbClr val="0090FF"/>
                      </a:solidFill>
                      <a:prstDash val="solid"/>
                      <a:round/>
                      <a:headEnd type="none" w="sm" len="sm"/>
                      <a:tailEnd type="none" w="sm" len="sm"/>
                    </a:lnL>
                    <a:lnR w="9525" cap="flat" cmpd="sng" algn="ctr">
                      <a:solidFill>
                        <a:srgbClr val="0090FF"/>
                      </a:solidFill>
                      <a:prstDash val="solid"/>
                      <a:round/>
                      <a:headEnd type="none" w="sm" len="sm"/>
                      <a:tailEnd type="none" w="sm" len="sm"/>
                    </a:lnR>
                    <a:lnT w="9525" cap="flat" cmpd="sng">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tc>
                  <a:txBody>
                    <a:bodyPr/>
                    <a:lstStyle/>
                    <a:p>
                      <a:pPr marL="0" marR="0" indent="0" algn="ctr" rtl="0">
                        <a:lnSpc>
                          <a:spcPct val="115000"/>
                        </a:lnSpc>
                        <a:spcBef>
                          <a:spcPts val="0"/>
                        </a:spcBef>
                        <a:spcAft>
                          <a:spcPts val="1000"/>
                        </a:spcAft>
                        <a:buClr>
                          <a:srgbClr val="000000"/>
                        </a:buClr>
                        <a:buFont typeface="Arial"/>
                      </a:pPr>
                      <a:r>
                        <a:rPr lang="en-IN" sz="1400" b="0" i="0" u="none" strike="noStrike" cap="none" dirty="0">
                          <a:solidFill>
                            <a:schemeClr val="tx1"/>
                          </a:solidFill>
                          <a:effectLst/>
                          <a:latin typeface="Open Sans" panose="020B0604020202020204" charset="0"/>
                          <a:ea typeface="Open Sans" panose="020B0604020202020204" charset="0"/>
                          <a:cs typeface="Open Sans" panose="020B0604020202020204" charset="0"/>
                          <a:sym typeface="Arial"/>
                        </a:rPr>
                        <a:t>£ 3</a:t>
                      </a:r>
                    </a:p>
                  </a:txBody>
                  <a:tcPr marL="68580" marR="68580" marT="0" marB="0">
                    <a:lnL w="9525" cap="flat" cmpd="sng">
                      <a:solidFill>
                        <a:srgbClr val="0090FF"/>
                      </a:solidFill>
                      <a:prstDash val="solid"/>
                      <a:round/>
                      <a:headEnd type="none" w="sm" len="sm"/>
                      <a:tailEnd type="none" w="sm" len="sm"/>
                    </a:lnL>
                    <a:lnR w="9525" cap="flat" cmpd="sng">
                      <a:solidFill>
                        <a:srgbClr val="0090FF"/>
                      </a:solidFill>
                      <a:prstDash val="solid"/>
                      <a:round/>
                      <a:headEnd type="none" w="sm" len="sm"/>
                      <a:tailEnd type="none" w="sm" len="sm"/>
                    </a:lnR>
                    <a:lnT w="9525" cap="flat" cmpd="sng" algn="ctr">
                      <a:solidFill>
                        <a:srgbClr val="0090FF"/>
                      </a:solidFill>
                      <a:prstDash val="solid"/>
                      <a:round/>
                      <a:headEnd type="none" w="sm" len="sm"/>
                      <a:tailEnd type="none" w="sm" len="sm"/>
                    </a:lnT>
                    <a:lnB w="76200" cap="flat" cmpd="sng">
                      <a:solidFill>
                        <a:srgbClr val="0090FF"/>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511372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859853" y="1227253"/>
            <a:ext cx="5092200" cy="713430"/>
          </a:xfrm>
          <a:prstGeom prst="rect">
            <a:avLst/>
          </a:prstGeom>
        </p:spPr>
        <p:txBody>
          <a:bodyPr spcFirstLastPara="1" wrap="square" lIns="91425" tIns="91425" rIns="91425" bIns="91425" anchor="b" anchorCtr="0">
            <a:noAutofit/>
          </a:bodyPr>
          <a:lstStyle/>
          <a:p>
            <a:pPr lvl="0"/>
            <a:r>
              <a:rPr lang="en-IN" dirty="0"/>
              <a:t>Relationship between entities (tables)</a:t>
            </a:r>
          </a:p>
        </p:txBody>
      </p:sp>
      <p:sp>
        <p:nvSpPr>
          <p:cNvPr id="96" name="Google Shape;96;p15"/>
          <p:cNvSpPr txBox="1">
            <a:spLocks noGrp="1"/>
          </p:cNvSpPr>
          <p:nvPr>
            <p:ph type="body" idx="1"/>
          </p:nvPr>
        </p:nvSpPr>
        <p:spPr>
          <a:xfrm>
            <a:off x="768120" y="2134674"/>
            <a:ext cx="7651435" cy="2004000"/>
          </a:xfrm>
          <a:prstGeom prst="rect">
            <a:avLst/>
          </a:prstGeom>
        </p:spPr>
        <p:txBody>
          <a:bodyPr spcFirstLastPara="1" wrap="square" lIns="91425" tIns="91425" rIns="91425" bIns="91425" anchor="t" anchorCtr="0">
            <a:noAutofit/>
          </a:bodyPr>
          <a:lstStyle/>
          <a:p>
            <a:pPr marL="114300" lvl="0" indent="0">
              <a:lnSpc>
                <a:spcPct val="113000"/>
              </a:lnSpc>
              <a:buSzPts val="1800"/>
              <a:buNone/>
            </a:pPr>
            <a:r>
              <a:rPr lang="en-IN" sz="1600" dirty="0"/>
              <a:t>Entities(table) are related to each other using one of the following relationships:</a:t>
            </a:r>
          </a:p>
          <a:p>
            <a:pPr marL="400050" lvl="0" indent="-285750">
              <a:lnSpc>
                <a:spcPct val="113000"/>
              </a:lnSpc>
              <a:buSzPts val="1800"/>
              <a:buFont typeface="Wingdings" panose="05000000000000000000" pitchFamily="2" charset="2"/>
              <a:buChar char="§"/>
            </a:pPr>
            <a:r>
              <a:rPr lang="en-IN" sz="1600" dirty="0"/>
              <a:t>One to one</a:t>
            </a:r>
          </a:p>
          <a:p>
            <a:pPr marL="400050" lvl="0" indent="-285750">
              <a:lnSpc>
                <a:spcPct val="113000"/>
              </a:lnSpc>
              <a:buSzPts val="1800"/>
              <a:buFont typeface="Wingdings" panose="05000000000000000000" pitchFamily="2" charset="2"/>
              <a:buChar char="§"/>
            </a:pPr>
            <a:r>
              <a:rPr lang="en-IN" sz="1600" dirty="0"/>
              <a:t>One to many</a:t>
            </a:r>
          </a:p>
          <a:p>
            <a:pPr marL="400050" lvl="0" indent="-285750">
              <a:lnSpc>
                <a:spcPct val="113000"/>
              </a:lnSpc>
              <a:buSzPts val="1800"/>
              <a:buFont typeface="Wingdings" panose="05000000000000000000" pitchFamily="2" charset="2"/>
              <a:buChar char="§"/>
            </a:pPr>
            <a:r>
              <a:rPr lang="en-IN" sz="1600" dirty="0"/>
              <a:t>Many to many</a:t>
            </a:r>
          </a:p>
          <a:p>
            <a:pPr marL="400050" lvl="0" indent="-285750">
              <a:lnSpc>
                <a:spcPct val="113000"/>
              </a:lnSpc>
              <a:buSzPts val="1800"/>
              <a:buFont typeface="Wingdings" panose="05000000000000000000" pitchFamily="2" charset="2"/>
              <a:buChar char="§"/>
            </a:pPr>
            <a:endParaRPr lang="en-IN" sz="1600" dirty="0"/>
          </a:p>
          <a:p>
            <a:pPr marL="20638" lvl="0" indent="0">
              <a:lnSpc>
                <a:spcPct val="113000"/>
              </a:lnSpc>
              <a:buSzPts val="1800"/>
              <a:buNone/>
            </a:pPr>
            <a:endParaRPr lang="en-IN" sz="1600" dirty="0"/>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33</a:t>
            </a:fld>
            <a:endParaRPr/>
          </a:p>
        </p:txBody>
      </p:sp>
      <p:grpSp>
        <p:nvGrpSpPr>
          <p:cNvPr id="6" name="Google Shape;142;p18"/>
          <p:cNvGrpSpPr/>
          <p:nvPr/>
        </p:nvGrpSpPr>
        <p:grpSpPr>
          <a:xfrm>
            <a:off x="7516121" y="711701"/>
            <a:ext cx="903434" cy="903434"/>
            <a:chOff x="2594325" y="1627175"/>
            <a:chExt cx="440850" cy="440850"/>
          </a:xfrm>
        </p:grpSpPr>
        <p:sp>
          <p:nvSpPr>
            <p:cNvPr id="7" name="Google Shape;143;p1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4;p1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5;p1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7857083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859853" y="1227253"/>
            <a:ext cx="5092200" cy="713430"/>
          </a:xfrm>
          <a:prstGeom prst="rect">
            <a:avLst/>
          </a:prstGeom>
        </p:spPr>
        <p:txBody>
          <a:bodyPr spcFirstLastPara="1" wrap="square" lIns="91425" tIns="91425" rIns="91425" bIns="91425" anchor="b" anchorCtr="0">
            <a:noAutofit/>
          </a:bodyPr>
          <a:lstStyle/>
          <a:p>
            <a:pPr lvl="0"/>
            <a:r>
              <a:rPr lang="en-IN" dirty="0"/>
              <a:t>Relationship between entities: One to one</a:t>
            </a:r>
          </a:p>
        </p:txBody>
      </p:sp>
      <p:sp>
        <p:nvSpPr>
          <p:cNvPr id="96" name="Google Shape;96;p15"/>
          <p:cNvSpPr txBox="1">
            <a:spLocks noGrp="1"/>
          </p:cNvSpPr>
          <p:nvPr>
            <p:ph type="body" idx="1"/>
          </p:nvPr>
        </p:nvSpPr>
        <p:spPr>
          <a:xfrm>
            <a:off x="768120" y="2134674"/>
            <a:ext cx="7651435" cy="2004000"/>
          </a:xfrm>
          <a:prstGeom prst="rect">
            <a:avLst/>
          </a:prstGeom>
        </p:spPr>
        <p:txBody>
          <a:bodyPr spcFirstLastPara="1" wrap="square" lIns="91425" tIns="91425" rIns="91425" bIns="91425" anchor="t" anchorCtr="0">
            <a:noAutofit/>
          </a:bodyPr>
          <a:lstStyle/>
          <a:p>
            <a:pPr marL="400050" lvl="0" indent="-285750">
              <a:lnSpc>
                <a:spcPct val="113000"/>
              </a:lnSpc>
              <a:buSzPts val="1800"/>
              <a:buFont typeface="Wingdings" panose="05000000000000000000" pitchFamily="2" charset="2"/>
              <a:buChar char="§"/>
            </a:pPr>
            <a:r>
              <a:rPr lang="en-IN" sz="1600" dirty="0"/>
              <a:t>One entity is related to another entity only. For example: A person has one email address.</a:t>
            </a:r>
          </a:p>
          <a:p>
            <a:pPr marL="400050" lvl="0" indent="-285750">
              <a:lnSpc>
                <a:spcPct val="113000"/>
              </a:lnSpc>
              <a:buSzPts val="1800"/>
              <a:buFont typeface="Wingdings" panose="05000000000000000000" pitchFamily="2" charset="2"/>
              <a:buChar char="§"/>
            </a:pPr>
            <a:endParaRPr lang="en-IN" sz="1600" dirty="0"/>
          </a:p>
          <a:p>
            <a:pPr marL="20638" lvl="0" indent="0">
              <a:lnSpc>
                <a:spcPct val="113000"/>
              </a:lnSpc>
              <a:buSzPts val="1800"/>
              <a:buNone/>
            </a:pPr>
            <a:endParaRPr lang="en-IN" sz="1600" dirty="0"/>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34</a:t>
            </a:fld>
            <a:endParaRPr/>
          </a:p>
        </p:txBody>
      </p:sp>
      <p:grpSp>
        <p:nvGrpSpPr>
          <p:cNvPr id="6" name="Google Shape;142;p18"/>
          <p:cNvGrpSpPr/>
          <p:nvPr/>
        </p:nvGrpSpPr>
        <p:grpSpPr>
          <a:xfrm>
            <a:off x="7516121" y="711701"/>
            <a:ext cx="903434" cy="903434"/>
            <a:chOff x="2594325" y="1627175"/>
            <a:chExt cx="440850" cy="440850"/>
          </a:xfrm>
        </p:grpSpPr>
        <p:sp>
          <p:nvSpPr>
            <p:cNvPr id="7" name="Google Shape;143;p1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4;p1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5;p1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 name="Rectangle 10"/>
          <p:cNvSpPr/>
          <p:nvPr/>
        </p:nvSpPr>
        <p:spPr>
          <a:xfrm>
            <a:off x="2496427" y="3228344"/>
            <a:ext cx="1323975" cy="48577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Person </a:t>
            </a:r>
          </a:p>
        </p:txBody>
      </p:sp>
      <p:sp>
        <p:nvSpPr>
          <p:cNvPr id="12" name="Rectangle 11"/>
          <p:cNvSpPr/>
          <p:nvPr/>
        </p:nvSpPr>
        <p:spPr>
          <a:xfrm>
            <a:off x="4881998" y="3228344"/>
            <a:ext cx="1323975" cy="48577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Email </a:t>
            </a:r>
            <a:r>
              <a:rPr lang="en-IN" dirty="0" err="1"/>
              <a:t>iD</a:t>
            </a:r>
            <a:r>
              <a:rPr lang="en-IN" dirty="0"/>
              <a:t> </a:t>
            </a:r>
          </a:p>
        </p:txBody>
      </p:sp>
      <p:cxnSp>
        <p:nvCxnSpPr>
          <p:cNvPr id="14" name="Straight Arrow Connector 13"/>
          <p:cNvCxnSpPr/>
          <p:nvPr/>
        </p:nvCxnSpPr>
        <p:spPr>
          <a:xfrm>
            <a:off x="3816438" y="3471231"/>
            <a:ext cx="1065560"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2600446" y="9515211"/>
            <a:ext cx="1323975" cy="48577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Course 3</a:t>
            </a:r>
          </a:p>
        </p:txBody>
      </p:sp>
      <p:sp>
        <p:nvSpPr>
          <p:cNvPr id="29" name="Rectangle 28"/>
          <p:cNvSpPr/>
          <p:nvPr/>
        </p:nvSpPr>
        <p:spPr>
          <a:xfrm>
            <a:off x="4990402" y="9515211"/>
            <a:ext cx="1323975" cy="48577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Student 3</a:t>
            </a:r>
          </a:p>
        </p:txBody>
      </p:sp>
      <p:sp>
        <p:nvSpPr>
          <p:cNvPr id="2" name="TextBox 1">
            <a:extLst>
              <a:ext uri="{FF2B5EF4-FFF2-40B4-BE49-F238E27FC236}">
                <a16:creationId xmlns:a16="http://schemas.microsoft.com/office/drawing/2014/main" id="{44C15CC0-DF10-4534-9BD0-DFB6038777CF}"/>
              </a:ext>
            </a:extLst>
          </p:cNvPr>
          <p:cNvSpPr txBox="1"/>
          <p:nvPr/>
        </p:nvSpPr>
        <p:spPr>
          <a:xfrm>
            <a:off x="4124215" y="3163454"/>
            <a:ext cx="453970" cy="307777"/>
          </a:xfrm>
          <a:prstGeom prst="rect">
            <a:avLst/>
          </a:prstGeom>
          <a:noFill/>
        </p:spPr>
        <p:txBody>
          <a:bodyPr wrap="none" rtlCol="0">
            <a:spAutoFit/>
          </a:bodyPr>
          <a:lstStyle/>
          <a:p>
            <a:r>
              <a:rPr lang="en-MY" dirty="0">
                <a:latin typeface="Open Sans" panose="020B0604020202020204"/>
              </a:rPr>
              <a:t>has</a:t>
            </a:r>
            <a:endParaRPr lang="en-GB" dirty="0">
              <a:latin typeface="Open Sans" panose="020B0604020202020204"/>
            </a:endParaRPr>
          </a:p>
        </p:txBody>
      </p:sp>
    </p:spTree>
    <p:extLst>
      <p:ext uri="{BB962C8B-B14F-4D97-AF65-F5344CB8AC3E}">
        <p14:creationId xmlns:p14="http://schemas.microsoft.com/office/powerpoint/2010/main" val="34167749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859853" y="1227253"/>
            <a:ext cx="5092200" cy="713430"/>
          </a:xfrm>
          <a:prstGeom prst="rect">
            <a:avLst/>
          </a:prstGeom>
        </p:spPr>
        <p:txBody>
          <a:bodyPr spcFirstLastPara="1" wrap="square" lIns="91425" tIns="91425" rIns="91425" bIns="91425" anchor="b" anchorCtr="0">
            <a:noAutofit/>
          </a:bodyPr>
          <a:lstStyle/>
          <a:p>
            <a:pPr lvl="0"/>
            <a:r>
              <a:rPr lang="en-IN" dirty="0"/>
              <a:t>Relationship between entities: One to many</a:t>
            </a:r>
          </a:p>
        </p:txBody>
      </p:sp>
      <p:sp>
        <p:nvSpPr>
          <p:cNvPr id="96" name="Google Shape;96;p15"/>
          <p:cNvSpPr txBox="1">
            <a:spLocks noGrp="1"/>
          </p:cNvSpPr>
          <p:nvPr>
            <p:ph type="body" idx="1"/>
          </p:nvPr>
        </p:nvSpPr>
        <p:spPr>
          <a:xfrm>
            <a:off x="768120" y="2134674"/>
            <a:ext cx="7651435" cy="2004000"/>
          </a:xfrm>
          <a:prstGeom prst="rect">
            <a:avLst/>
          </a:prstGeom>
        </p:spPr>
        <p:txBody>
          <a:bodyPr spcFirstLastPara="1" wrap="square" lIns="91425" tIns="91425" rIns="91425" bIns="91425" anchor="t" anchorCtr="0">
            <a:noAutofit/>
          </a:bodyPr>
          <a:lstStyle/>
          <a:p>
            <a:pPr marL="400050" lvl="0" indent="-285750">
              <a:lnSpc>
                <a:spcPct val="113000"/>
              </a:lnSpc>
              <a:buSzPts val="1800"/>
              <a:buFont typeface="Wingdings" panose="05000000000000000000" pitchFamily="2" charset="2"/>
              <a:buChar char="§"/>
            </a:pPr>
            <a:r>
              <a:rPr lang="en-IN" sz="1600" dirty="0"/>
              <a:t>One entity is related to many entities. For example: A library has many members.</a:t>
            </a:r>
          </a:p>
          <a:p>
            <a:pPr marL="400050" lvl="0" indent="-285750">
              <a:lnSpc>
                <a:spcPct val="113000"/>
              </a:lnSpc>
              <a:buSzPts val="1800"/>
              <a:buFont typeface="Wingdings" panose="05000000000000000000" pitchFamily="2" charset="2"/>
              <a:buChar char="§"/>
            </a:pPr>
            <a:endParaRPr lang="en-IN" sz="1600" dirty="0"/>
          </a:p>
          <a:p>
            <a:pPr marL="20638" lvl="0" indent="0">
              <a:lnSpc>
                <a:spcPct val="113000"/>
              </a:lnSpc>
              <a:buSzPts val="1800"/>
              <a:buNone/>
            </a:pPr>
            <a:endParaRPr lang="en-IN" sz="1600" dirty="0"/>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35</a:t>
            </a:fld>
            <a:endParaRPr/>
          </a:p>
        </p:txBody>
      </p:sp>
      <p:grpSp>
        <p:nvGrpSpPr>
          <p:cNvPr id="6" name="Google Shape;142;p18"/>
          <p:cNvGrpSpPr/>
          <p:nvPr/>
        </p:nvGrpSpPr>
        <p:grpSpPr>
          <a:xfrm>
            <a:off x="7516121" y="711701"/>
            <a:ext cx="903434" cy="903434"/>
            <a:chOff x="2594325" y="1627175"/>
            <a:chExt cx="440850" cy="440850"/>
          </a:xfrm>
        </p:grpSpPr>
        <p:sp>
          <p:nvSpPr>
            <p:cNvPr id="7" name="Google Shape;143;p1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4;p1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5;p1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 name="Rectangle 26">
            <a:extLst>
              <a:ext uri="{FF2B5EF4-FFF2-40B4-BE49-F238E27FC236}">
                <a16:creationId xmlns:a16="http://schemas.microsoft.com/office/drawing/2014/main" id="{898A5569-8583-448F-9050-9FC200396F7B}"/>
              </a:ext>
            </a:extLst>
          </p:cNvPr>
          <p:cNvSpPr/>
          <p:nvPr/>
        </p:nvSpPr>
        <p:spPr>
          <a:xfrm>
            <a:off x="2902066" y="3393654"/>
            <a:ext cx="1323975" cy="48577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Library </a:t>
            </a:r>
          </a:p>
        </p:txBody>
      </p:sp>
      <p:sp>
        <p:nvSpPr>
          <p:cNvPr id="28" name="Rectangle 27">
            <a:extLst>
              <a:ext uri="{FF2B5EF4-FFF2-40B4-BE49-F238E27FC236}">
                <a16:creationId xmlns:a16="http://schemas.microsoft.com/office/drawing/2014/main" id="{6E696A09-615E-44A0-AC65-EB9F540E4D86}"/>
              </a:ext>
            </a:extLst>
          </p:cNvPr>
          <p:cNvSpPr/>
          <p:nvPr/>
        </p:nvSpPr>
        <p:spPr>
          <a:xfrm>
            <a:off x="5287637" y="3393654"/>
            <a:ext cx="1323975" cy="48577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Member</a:t>
            </a:r>
          </a:p>
        </p:txBody>
      </p:sp>
      <p:cxnSp>
        <p:nvCxnSpPr>
          <p:cNvPr id="30" name="Straight Arrow Connector 29">
            <a:extLst>
              <a:ext uri="{FF2B5EF4-FFF2-40B4-BE49-F238E27FC236}">
                <a16:creationId xmlns:a16="http://schemas.microsoft.com/office/drawing/2014/main" id="{1C41C32D-4FE8-48DB-A464-254FD5B973A7}"/>
              </a:ext>
            </a:extLst>
          </p:cNvPr>
          <p:cNvCxnSpPr/>
          <p:nvPr/>
        </p:nvCxnSpPr>
        <p:spPr>
          <a:xfrm>
            <a:off x="4222077" y="3636541"/>
            <a:ext cx="1065560"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AFA5362-DBBB-4C35-92D2-A218746E0754}"/>
              </a:ext>
            </a:extLst>
          </p:cNvPr>
          <p:cNvCxnSpPr>
            <a:cxnSpLocks/>
          </p:cNvCxnSpPr>
          <p:nvPr/>
        </p:nvCxnSpPr>
        <p:spPr>
          <a:xfrm>
            <a:off x="4983824" y="3643565"/>
            <a:ext cx="303813" cy="15855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A3457D6-0EE7-4CAF-9A15-6ED51F5E5C44}"/>
              </a:ext>
            </a:extLst>
          </p:cNvPr>
          <p:cNvCxnSpPr>
            <a:cxnSpLocks/>
          </p:cNvCxnSpPr>
          <p:nvPr/>
        </p:nvCxnSpPr>
        <p:spPr>
          <a:xfrm flipV="1">
            <a:off x="4983824" y="3478173"/>
            <a:ext cx="303813" cy="15855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678CB86-EE4B-4146-A1D5-50A6901C7236}"/>
              </a:ext>
            </a:extLst>
          </p:cNvPr>
          <p:cNvSpPr txBox="1"/>
          <p:nvPr/>
        </p:nvSpPr>
        <p:spPr>
          <a:xfrm>
            <a:off x="4529854" y="3326844"/>
            <a:ext cx="453970" cy="307777"/>
          </a:xfrm>
          <a:prstGeom prst="rect">
            <a:avLst/>
          </a:prstGeom>
          <a:noFill/>
        </p:spPr>
        <p:txBody>
          <a:bodyPr wrap="none" rtlCol="0">
            <a:spAutoFit/>
          </a:bodyPr>
          <a:lstStyle/>
          <a:p>
            <a:r>
              <a:rPr lang="en-MY" dirty="0">
                <a:latin typeface="Open Sans" panose="020B0604020202020204"/>
              </a:rPr>
              <a:t>has</a:t>
            </a:r>
            <a:endParaRPr lang="en-GB" dirty="0">
              <a:latin typeface="Open Sans" panose="020B0604020202020204"/>
            </a:endParaRPr>
          </a:p>
        </p:txBody>
      </p:sp>
    </p:spTree>
    <p:extLst>
      <p:ext uri="{BB962C8B-B14F-4D97-AF65-F5344CB8AC3E}">
        <p14:creationId xmlns:p14="http://schemas.microsoft.com/office/powerpoint/2010/main" val="4129022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859853" y="1510900"/>
            <a:ext cx="5092200" cy="713430"/>
          </a:xfrm>
          <a:prstGeom prst="rect">
            <a:avLst/>
          </a:prstGeom>
        </p:spPr>
        <p:txBody>
          <a:bodyPr spcFirstLastPara="1" wrap="square" lIns="91425" tIns="91425" rIns="91425" bIns="91425" anchor="b" anchorCtr="0">
            <a:noAutofit/>
          </a:bodyPr>
          <a:lstStyle/>
          <a:p>
            <a:pPr lvl="0"/>
            <a:r>
              <a:rPr lang="en-IN" dirty="0"/>
              <a:t>Relationship between entities: Many to many</a:t>
            </a:r>
          </a:p>
        </p:txBody>
      </p:sp>
      <p:sp>
        <p:nvSpPr>
          <p:cNvPr id="96" name="Google Shape;96;p15"/>
          <p:cNvSpPr txBox="1">
            <a:spLocks noGrp="1"/>
          </p:cNvSpPr>
          <p:nvPr>
            <p:ph type="body" idx="1"/>
          </p:nvPr>
        </p:nvSpPr>
        <p:spPr>
          <a:xfrm>
            <a:off x="768120" y="2273897"/>
            <a:ext cx="7651435" cy="2004000"/>
          </a:xfrm>
          <a:prstGeom prst="rect">
            <a:avLst/>
          </a:prstGeom>
        </p:spPr>
        <p:txBody>
          <a:bodyPr spcFirstLastPara="1" wrap="square" lIns="91425" tIns="91425" rIns="91425" bIns="91425" anchor="t" anchorCtr="0">
            <a:noAutofit/>
          </a:bodyPr>
          <a:lstStyle/>
          <a:p>
            <a:pPr marL="400050" lvl="0" indent="-285750">
              <a:lnSpc>
                <a:spcPct val="113000"/>
              </a:lnSpc>
              <a:buSzPts val="1800"/>
              <a:buFont typeface="Wingdings" panose="05000000000000000000" pitchFamily="2" charset="2"/>
              <a:buChar char="§"/>
            </a:pPr>
            <a:r>
              <a:rPr lang="en-IN" sz="1600" dirty="0"/>
              <a:t>Many entities are related to many entities. For example: Many students can take a course and a course can have many students.</a:t>
            </a:r>
          </a:p>
          <a:p>
            <a:pPr marL="400050" lvl="0" indent="-285750">
              <a:lnSpc>
                <a:spcPct val="113000"/>
              </a:lnSpc>
              <a:buSzPts val="1800"/>
              <a:buFont typeface="Wingdings" panose="05000000000000000000" pitchFamily="2" charset="2"/>
              <a:buChar char="§"/>
            </a:pPr>
            <a:endParaRPr lang="en-IN" sz="1600" dirty="0"/>
          </a:p>
          <a:p>
            <a:pPr marL="20638" lvl="0" indent="0">
              <a:lnSpc>
                <a:spcPct val="113000"/>
              </a:lnSpc>
              <a:buSzPts val="1800"/>
              <a:buNone/>
            </a:pPr>
            <a:endParaRPr lang="en-IN" sz="1600" dirty="0"/>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36</a:t>
            </a:fld>
            <a:endParaRPr/>
          </a:p>
        </p:txBody>
      </p:sp>
      <p:grpSp>
        <p:nvGrpSpPr>
          <p:cNvPr id="6" name="Google Shape;142;p18"/>
          <p:cNvGrpSpPr/>
          <p:nvPr/>
        </p:nvGrpSpPr>
        <p:grpSpPr>
          <a:xfrm>
            <a:off x="7516121" y="711701"/>
            <a:ext cx="903434" cy="903434"/>
            <a:chOff x="2594325" y="1627175"/>
            <a:chExt cx="440850" cy="440850"/>
          </a:xfrm>
        </p:grpSpPr>
        <p:sp>
          <p:nvSpPr>
            <p:cNvPr id="7" name="Google Shape;143;p1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4;p1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5;p1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roup 20">
            <a:extLst>
              <a:ext uri="{FF2B5EF4-FFF2-40B4-BE49-F238E27FC236}">
                <a16:creationId xmlns:a16="http://schemas.microsoft.com/office/drawing/2014/main" id="{ACA37952-00EA-4850-8C1F-87430A4EAB3B}"/>
              </a:ext>
            </a:extLst>
          </p:cNvPr>
          <p:cNvGrpSpPr/>
          <p:nvPr/>
        </p:nvGrpSpPr>
        <p:grpSpPr>
          <a:xfrm>
            <a:off x="2600446" y="3324420"/>
            <a:ext cx="3713931" cy="551669"/>
            <a:chOff x="2600446" y="7279386"/>
            <a:chExt cx="3713931" cy="551669"/>
          </a:xfrm>
        </p:grpSpPr>
        <p:sp>
          <p:nvSpPr>
            <p:cNvPr id="22" name="Rectangle 21">
              <a:extLst>
                <a:ext uri="{FF2B5EF4-FFF2-40B4-BE49-F238E27FC236}">
                  <a16:creationId xmlns:a16="http://schemas.microsoft.com/office/drawing/2014/main" id="{60DF95E9-354C-4538-A04F-D47C722B5918}"/>
                </a:ext>
              </a:extLst>
            </p:cNvPr>
            <p:cNvSpPr/>
            <p:nvPr/>
          </p:nvSpPr>
          <p:spPr>
            <a:xfrm>
              <a:off x="2600446" y="7345280"/>
              <a:ext cx="1323975" cy="48577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Student</a:t>
              </a:r>
            </a:p>
          </p:txBody>
        </p:sp>
        <p:sp>
          <p:nvSpPr>
            <p:cNvPr id="23" name="Rectangle 22">
              <a:extLst>
                <a:ext uri="{FF2B5EF4-FFF2-40B4-BE49-F238E27FC236}">
                  <a16:creationId xmlns:a16="http://schemas.microsoft.com/office/drawing/2014/main" id="{7724049B-4D08-4CA8-A442-C3D25F48BA5D}"/>
                </a:ext>
              </a:extLst>
            </p:cNvPr>
            <p:cNvSpPr/>
            <p:nvPr/>
          </p:nvSpPr>
          <p:spPr>
            <a:xfrm>
              <a:off x="4990402" y="7345280"/>
              <a:ext cx="1323975" cy="48577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Course</a:t>
              </a:r>
            </a:p>
          </p:txBody>
        </p:sp>
        <p:cxnSp>
          <p:nvCxnSpPr>
            <p:cNvPr id="24" name="Straight Arrow Connector 23">
              <a:extLst>
                <a:ext uri="{FF2B5EF4-FFF2-40B4-BE49-F238E27FC236}">
                  <a16:creationId xmlns:a16="http://schemas.microsoft.com/office/drawing/2014/main" id="{48000010-506A-4D47-8A05-44D8EF5C8FC0}"/>
                </a:ext>
              </a:extLst>
            </p:cNvPr>
            <p:cNvCxnSpPr/>
            <p:nvPr/>
          </p:nvCxnSpPr>
          <p:spPr>
            <a:xfrm>
              <a:off x="3920457" y="7589083"/>
              <a:ext cx="1065560"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2A64635-BA47-49FD-80E1-47710361ECC7}"/>
                </a:ext>
              </a:extLst>
            </p:cNvPr>
            <p:cNvCxnSpPr>
              <a:cxnSpLocks/>
            </p:cNvCxnSpPr>
            <p:nvPr/>
          </p:nvCxnSpPr>
          <p:spPr>
            <a:xfrm>
              <a:off x="4682204" y="7596107"/>
              <a:ext cx="303813" cy="15855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E1CE844-AFD8-4E51-ACE4-068E5A158827}"/>
                </a:ext>
              </a:extLst>
            </p:cNvPr>
            <p:cNvCxnSpPr>
              <a:cxnSpLocks/>
            </p:cNvCxnSpPr>
            <p:nvPr/>
          </p:nvCxnSpPr>
          <p:spPr>
            <a:xfrm flipV="1">
              <a:off x="4682204" y="7430715"/>
              <a:ext cx="303813" cy="15855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8B0114F1-6282-4DE2-A39B-B4B7B502E995}"/>
                </a:ext>
              </a:extLst>
            </p:cNvPr>
            <p:cNvSpPr txBox="1"/>
            <p:nvPr/>
          </p:nvSpPr>
          <p:spPr>
            <a:xfrm>
              <a:off x="4228234" y="7279386"/>
              <a:ext cx="598241" cy="307777"/>
            </a:xfrm>
            <a:prstGeom prst="rect">
              <a:avLst/>
            </a:prstGeom>
            <a:noFill/>
          </p:spPr>
          <p:txBody>
            <a:bodyPr wrap="none" rtlCol="0">
              <a:spAutoFit/>
            </a:bodyPr>
            <a:lstStyle/>
            <a:p>
              <a:r>
                <a:rPr lang="en-MY" dirty="0">
                  <a:latin typeface="Open Sans" panose="020B0604020202020204"/>
                </a:rPr>
                <a:t>takes</a:t>
              </a:r>
              <a:endParaRPr lang="en-GB" dirty="0">
                <a:latin typeface="Open Sans" panose="020B0604020202020204"/>
              </a:endParaRPr>
            </a:p>
          </p:txBody>
        </p:sp>
        <p:cxnSp>
          <p:nvCxnSpPr>
            <p:cNvPr id="28" name="Straight Arrow Connector 27">
              <a:extLst>
                <a:ext uri="{FF2B5EF4-FFF2-40B4-BE49-F238E27FC236}">
                  <a16:creationId xmlns:a16="http://schemas.microsoft.com/office/drawing/2014/main" id="{640C3210-574C-4E3D-978D-536AB87BE276}"/>
                </a:ext>
              </a:extLst>
            </p:cNvPr>
            <p:cNvCxnSpPr>
              <a:cxnSpLocks/>
            </p:cNvCxnSpPr>
            <p:nvPr/>
          </p:nvCxnSpPr>
          <p:spPr>
            <a:xfrm flipH="1">
              <a:off x="3922228" y="7591542"/>
              <a:ext cx="303813" cy="15855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312DC5E-1BBE-4CD2-8365-0439EBB31FDC}"/>
                </a:ext>
              </a:extLst>
            </p:cNvPr>
            <p:cNvCxnSpPr>
              <a:cxnSpLocks/>
            </p:cNvCxnSpPr>
            <p:nvPr/>
          </p:nvCxnSpPr>
          <p:spPr>
            <a:xfrm flipH="1" flipV="1">
              <a:off x="3922228" y="7435675"/>
              <a:ext cx="303813" cy="15855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359728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7"/>
          <p:cNvSpPr txBox="1">
            <a:spLocks noGrp="1"/>
          </p:cNvSpPr>
          <p:nvPr>
            <p:ph type="title" idx="4294967295"/>
          </p:nvPr>
        </p:nvSpPr>
        <p:spPr>
          <a:xfrm>
            <a:off x="869150" y="635328"/>
            <a:ext cx="5092200" cy="104730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Let’s review some concepts</a:t>
            </a:r>
            <a:endParaRPr dirty="0"/>
          </a:p>
        </p:txBody>
      </p:sp>
      <p:sp>
        <p:nvSpPr>
          <p:cNvPr id="253" name="Google Shape;253;p27"/>
          <p:cNvSpPr txBox="1">
            <a:spLocks noGrp="1"/>
          </p:cNvSpPr>
          <p:nvPr>
            <p:ph type="body" idx="1"/>
          </p:nvPr>
        </p:nvSpPr>
        <p:spPr>
          <a:xfrm>
            <a:off x="869150" y="1872053"/>
            <a:ext cx="2366400" cy="1407000"/>
          </a:xfrm>
          <a:prstGeom prst="rect">
            <a:avLst/>
          </a:prstGeom>
        </p:spPr>
        <p:txBody>
          <a:bodyPr spcFirstLastPara="1" wrap="square" lIns="91425" tIns="91425" rIns="91425" bIns="91425" anchor="t" anchorCtr="0">
            <a:noAutofit/>
          </a:bodyPr>
          <a:lstStyle/>
          <a:p>
            <a:pPr marL="0" lvl="0" indent="0">
              <a:buNone/>
            </a:pPr>
            <a:r>
              <a:rPr lang="en-IN" sz="1100" b="1" dirty="0"/>
              <a:t>Database</a:t>
            </a:r>
          </a:p>
          <a:p>
            <a:pPr marL="0" lvl="0" indent="0">
              <a:buNone/>
            </a:pPr>
            <a:r>
              <a:rPr lang="en-IN" sz="1100" dirty="0"/>
              <a:t>A database is an organised collection of data, which allows users to obtain and process information according to their requirements. </a:t>
            </a:r>
          </a:p>
        </p:txBody>
      </p:sp>
      <p:sp>
        <p:nvSpPr>
          <p:cNvPr id="254" name="Google Shape;254;p27"/>
          <p:cNvSpPr txBox="1">
            <a:spLocks noGrp="1"/>
          </p:cNvSpPr>
          <p:nvPr>
            <p:ph type="body" idx="2"/>
          </p:nvPr>
        </p:nvSpPr>
        <p:spPr>
          <a:xfrm>
            <a:off x="3356738" y="1872053"/>
            <a:ext cx="2366400" cy="1407000"/>
          </a:xfrm>
          <a:prstGeom prst="rect">
            <a:avLst/>
          </a:prstGeom>
        </p:spPr>
        <p:txBody>
          <a:bodyPr spcFirstLastPara="1" wrap="square" lIns="91425" tIns="91425" rIns="91425" bIns="91425" anchor="t" anchorCtr="0">
            <a:noAutofit/>
          </a:bodyPr>
          <a:lstStyle/>
          <a:p>
            <a:pPr marL="0" lvl="0" indent="0">
              <a:buNone/>
            </a:pPr>
            <a:r>
              <a:rPr lang="en-IN" sz="1100" b="1" dirty="0"/>
              <a:t>Structure of a database</a:t>
            </a:r>
          </a:p>
          <a:p>
            <a:pPr marL="0" lvl="0" indent="0">
              <a:buNone/>
            </a:pPr>
            <a:r>
              <a:rPr lang="en-IN" sz="1100" dirty="0"/>
              <a:t>Data in a database is stored in the form of tables. </a:t>
            </a:r>
          </a:p>
        </p:txBody>
      </p:sp>
      <p:sp>
        <p:nvSpPr>
          <p:cNvPr id="255" name="Google Shape;255;p27"/>
          <p:cNvSpPr txBox="1">
            <a:spLocks noGrp="1"/>
          </p:cNvSpPr>
          <p:nvPr>
            <p:ph type="body" idx="3"/>
          </p:nvPr>
        </p:nvSpPr>
        <p:spPr>
          <a:xfrm>
            <a:off x="5844326" y="1872053"/>
            <a:ext cx="2366400" cy="1407000"/>
          </a:xfrm>
          <a:prstGeom prst="rect">
            <a:avLst/>
          </a:prstGeom>
        </p:spPr>
        <p:txBody>
          <a:bodyPr spcFirstLastPara="1" wrap="square" lIns="91425" tIns="91425" rIns="91425" bIns="91425" anchor="t" anchorCtr="0">
            <a:noAutofit/>
          </a:bodyPr>
          <a:lstStyle/>
          <a:p>
            <a:pPr marL="0" lvl="0" indent="0">
              <a:buNone/>
            </a:pPr>
            <a:r>
              <a:rPr lang="en-IN" sz="1100" b="1" dirty="0"/>
              <a:t>Table</a:t>
            </a:r>
          </a:p>
          <a:p>
            <a:pPr marL="0" lvl="0" indent="0">
              <a:buNone/>
            </a:pPr>
            <a:r>
              <a:rPr lang="en-IN" sz="1100" dirty="0"/>
              <a:t>A table consists of various records. Each record consists of several fields. </a:t>
            </a:r>
            <a:endParaRPr sz="1100" dirty="0"/>
          </a:p>
        </p:txBody>
      </p:sp>
      <p:grpSp>
        <p:nvGrpSpPr>
          <p:cNvPr id="259" name="Google Shape;259;p27"/>
          <p:cNvGrpSpPr/>
          <p:nvPr/>
        </p:nvGrpSpPr>
        <p:grpSpPr>
          <a:xfrm>
            <a:off x="7261098" y="1157815"/>
            <a:ext cx="1158551" cy="732293"/>
            <a:chOff x="3241525" y="3039450"/>
            <a:chExt cx="494600" cy="312625"/>
          </a:xfrm>
        </p:grpSpPr>
        <p:sp>
          <p:nvSpPr>
            <p:cNvPr id="260" name="Google Shape;260;p27"/>
            <p:cNvSpPr/>
            <p:nvPr/>
          </p:nvSpPr>
          <p:spPr>
            <a:xfrm>
              <a:off x="3241525" y="3039450"/>
              <a:ext cx="494600" cy="312625"/>
            </a:xfrm>
            <a:custGeom>
              <a:avLst/>
              <a:gdLst/>
              <a:ahLst/>
              <a:cxnLst/>
              <a:rect l="l" t="t" r="r" b="b"/>
              <a:pathLst>
                <a:path w="19784" h="12505" extrusionOk="0">
                  <a:moveTo>
                    <a:pt x="9892" y="977"/>
                  </a:moveTo>
                  <a:lnTo>
                    <a:pt x="10356" y="1001"/>
                  </a:lnTo>
                  <a:lnTo>
                    <a:pt x="10796" y="1050"/>
                  </a:lnTo>
                  <a:lnTo>
                    <a:pt x="11235" y="1124"/>
                  </a:lnTo>
                  <a:lnTo>
                    <a:pt x="11675" y="1221"/>
                  </a:lnTo>
                  <a:lnTo>
                    <a:pt x="12090" y="1343"/>
                  </a:lnTo>
                  <a:lnTo>
                    <a:pt x="12505" y="1490"/>
                  </a:lnTo>
                  <a:lnTo>
                    <a:pt x="12920" y="1661"/>
                  </a:lnTo>
                  <a:lnTo>
                    <a:pt x="13311" y="1832"/>
                  </a:lnTo>
                  <a:lnTo>
                    <a:pt x="13702" y="2027"/>
                  </a:lnTo>
                  <a:lnTo>
                    <a:pt x="14068" y="2223"/>
                  </a:lnTo>
                  <a:lnTo>
                    <a:pt x="14752" y="2662"/>
                  </a:lnTo>
                  <a:lnTo>
                    <a:pt x="15412" y="3126"/>
                  </a:lnTo>
                  <a:lnTo>
                    <a:pt x="15973" y="3590"/>
                  </a:lnTo>
                  <a:lnTo>
                    <a:pt x="16462" y="4005"/>
                  </a:lnTo>
                  <a:lnTo>
                    <a:pt x="16901" y="4421"/>
                  </a:lnTo>
                  <a:lnTo>
                    <a:pt x="17292" y="4811"/>
                  </a:lnTo>
                  <a:lnTo>
                    <a:pt x="17634" y="5178"/>
                  </a:lnTo>
                  <a:lnTo>
                    <a:pt x="18196" y="5813"/>
                  </a:lnTo>
                  <a:lnTo>
                    <a:pt x="18562" y="6252"/>
                  </a:lnTo>
                  <a:lnTo>
                    <a:pt x="18196" y="6692"/>
                  </a:lnTo>
                  <a:lnTo>
                    <a:pt x="17634" y="7327"/>
                  </a:lnTo>
                  <a:lnTo>
                    <a:pt x="17292" y="7693"/>
                  </a:lnTo>
                  <a:lnTo>
                    <a:pt x="16901" y="8084"/>
                  </a:lnTo>
                  <a:lnTo>
                    <a:pt x="16462" y="8499"/>
                  </a:lnTo>
                  <a:lnTo>
                    <a:pt x="15973" y="8915"/>
                  </a:lnTo>
                  <a:lnTo>
                    <a:pt x="15412" y="9379"/>
                  </a:lnTo>
                  <a:lnTo>
                    <a:pt x="14752" y="9843"/>
                  </a:lnTo>
                  <a:lnTo>
                    <a:pt x="14068" y="10282"/>
                  </a:lnTo>
                  <a:lnTo>
                    <a:pt x="13702" y="10478"/>
                  </a:lnTo>
                  <a:lnTo>
                    <a:pt x="13311" y="10673"/>
                  </a:lnTo>
                  <a:lnTo>
                    <a:pt x="12920" y="10844"/>
                  </a:lnTo>
                  <a:lnTo>
                    <a:pt x="12505" y="11015"/>
                  </a:lnTo>
                  <a:lnTo>
                    <a:pt x="12090" y="11161"/>
                  </a:lnTo>
                  <a:lnTo>
                    <a:pt x="11675" y="11284"/>
                  </a:lnTo>
                  <a:lnTo>
                    <a:pt x="11235" y="11381"/>
                  </a:lnTo>
                  <a:lnTo>
                    <a:pt x="10796" y="11455"/>
                  </a:lnTo>
                  <a:lnTo>
                    <a:pt x="10356" y="11503"/>
                  </a:lnTo>
                  <a:lnTo>
                    <a:pt x="9892" y="11528"/>
                  </a:lnTo>
                  <a:lnTo>
                    <a:pt x="9477" y="11528"/>
                  </a:lnTo>
                  <a:lnTo>
                    <a:pt x="9086" y="11479"/>
                  </a:lnTo>
                  <a:lnTo>
                    <a:pt x="8695" y="11430"/>
                  </a:lnTo>
                  <a:lnTo>
                    <a:pt x="8304" y="11332"/>
                  </a:lnTo>
                  <a:lnTo>
                    <a:pt x="7914" y="11235"/>
                  </a:lnTo>
                  <a:lnTo>
                    <a:pt x="7523" y="11113"/>
                  </a:lnTo>
                  <a:lnTo>
                    <a:pt x="7157" y="10990"/>
                  </a:lnTo>
                  <a:lnTo>
                    <a:pt x="6790" y="10844"/>
                  </a:lnTo>
                  <a:lnTo>
                    <a:pt x="6448" y="10673"/>
                  </a:lnTo>
                  <a:lnTo>
                    <a:pt x="6082" y="10502"/>
                  </a:lnTo>
                  <a:lnTo>
                    <a:pt x="5423" y="10111"/>
                  </a:lnTo>
                  <a:lnTo>
                    <a:pt x="4788" y="9696"/>
                  </a:lnTo>
                  <a:lnTo>
                    <a:pt x="4201" y="9232"/>
                  </a:lnTo>
                  <a:lnTo>
                    <a:pt x="3640" y="8792"/>
                  </a:lnTo>
                  <a:lnTo>
                    <a:pt x="3127" y="8328"/>
                  </a:lnTo>
                  <a:lnTo>
                    <a:pt x="2663" y="7889"/>
                  </a:lnTo>
                  <a:lnTo>
                    <a:pt x="2272" y="7474"/>
                  </a:lnTo>
                  <a:lnTo>
                    <a:pt x="1613" y="6741"/>
                  </a:lnTo>
                  <a:lnTo>
                    <a:pt x="1222" y="6252"/>
                  </a:lnTo>
                  <a:lnTo>
                    <a:pt x="1613" y="5764"/>
                  </a:lnTo>
                  <a:lnTo>
                    <a:pt x="2272" y="5031"/>
                  </a:lnTo>
                  <a:lnTo>
                    <a:pt x="2663" y="4616"/>
                  </a:lnTo>
                  <a:lnTo>
                    <a:pt x="3127" y="4176"/>
                  </a:lnTo>
                  <a:lnTo>
                    <a:pt x="3640" y="3712"/>
                  </a:lnTo>
                  <a:lnTo>
                    <a:pt x="4201" y="3273"/>
                  </a:lnTo>
                  <a:lnTo>
                    <a:pt x="4788" y="2833"/>
                  </a:lnTo>
                  <a:lnTo>
                    <a:pt x="5423" y="2394"/>
                  </a:lnTo>
                  <a:lnTo>
                    <a:pt x="6082" y="2003"/>
                  </a:lnTo>
                  <a:lnTo>
                    <a:pt x="6448" y="1832"/>
                  </a:lnTo>
                  <a:lnTo>
                    <a:pt x="6790" y="1661"/>
                  </a:lnTo>
                  <a:lnTo>
                    <a:pt x="7157" y="1514"/>
                  </a:lnTo>
                  <a:lnTo>
                    <a:pt x="7523" y="1392"/>
                  </a:lnTo>
                  <a:lnTo>
                    <a:pt x="7914" y="1270"/>
                  </a:lnTo>
                  <a:lnTo>
                    <a:pt x="8304" y="1172"/>
                  </a:lnTo>
                  <a:lnTo>
                    <a:pt x="8695" y="1075"/>
                  </a:lnTo>
                  <a:lnTo>
                    <a:pt x="9086" y="1026"/>
                  </a:lnTo>
                  <a:lnTo>
                    <a:pt x="9477" y="977"/>
                  </a:lnTo>
                  <a:close/>
                  <a:moveTo>
                    <a:pt x="9892" y="0"/>
                  </a:moveTo>
                  <a:lnTo>
                    <a:pt x="9404" y="25"/>
                  </a:lnTo>
                  <a:lnTo>
                    <a:pt x="8915" y="73"/>
                  </a:lnTo>
                  <a:lnTo>
                    <a:pt x="8451" y="147"/>
                  </a:lnTo>
                  <a:lnTo>
                    <a:pt x="7963" y="244"/>
                  </a:lnTo>
                  <a:lnTo>
                    <a:pt x="7523" y="366"/>
                  </a:lnTo>
                  <a:lnTo>
                    <a:pt x="7059" y="513"/>
                  </a:lnTo>
                  <a:lnTo>
                    <a:pt x="6619" y="684"/>
                  </a:lnTo>
                  <a:lnTo>
                    <a:pt x="6204" y="879"/>
                  </a:lnTo>
                  <a:lnTo>
                    <a:pt x="5765" y="1075"/>
                  </a:lnTo>
                  <a:lnTo>
                    <a:pt x="5374" y="1295"/>
                  </a:lnTo>
                  <a:lnTo>
                    <a:pt x="4959" y="1539"/>
                  </a:lnTo>
                  <a:lnTo>
                    <a:pt x="4592" y="1783"/>
                  </a:lnTo>
                  <a:lnTo>
                    <a:pt x="3860" y="2296"/>
                  </a:lnTo>
                  <a:lnTo>
                    <a:pt x="3176" y="2833"/>
                  </a:lnTo>
                  <a:lnTo>
                    <a:pt x="2565" y="3370"/>
                  </a:lnTo>
                  <a:lnTo>
                    <a:pt x="2028" y="3883"/>
                  </a:lnTo>
                  <a:lnTo>
                    <a:pt x="1539" y="4372"/>
                  </a:lnTo>
                  <a:lnTo>
                    <a:pt x="1149" y="4836"/>
                  </a:lnTo>
                  <a:lnTo>
                    <a:pt x="562" y="5520"/>
                  </a:lnTo>
                  <a:lnTo>
                    <a:pt x="318" y="5837"/>
                  </a:lnTo>
                  <a:lnTo>
                    <a:pt x="1" y="6252"/>
                  </a:lnTo>
                  <a:lnTo>
                    <a:pt x="318" y="6668"/>
                  </a:lnTo>
                  <a:lnTo>
                    <a:pt x="562" y="6985"/>
                  </a:lnTo>
                  <a:lnTo>
                    <a:pt x="1149" y="7669"/>
                  </a:lnTo>
                  <a:lnTo>
                    <a:pt x="1539" y="8133"/>
                  </a:lnTo>
                  <a:lnTo>
                    <a:pt x="2028" y="8621"/>
                  </a:lnTo>
                  <a:lnTo>
                    <a:pt x="2565" y="9134"/>
                  </a:lnTo>
                  <a:lnTo>
                    <a:pt x="3176" y="9672"/>
                  </a:lnTo>
                  <a:lnTo>
                    <a:pt x="3860" y="10209"/>
                  </a:lnTo>
                  <a:lnTo>
                    <a:pt x="4592" y="10722"/>
                  </a:lnTo>
                  <a:lnTo>
                    <a:pt x="4959" y="10966"/>
                  </a:lnTo>
                  <a:lnTo>
                    <a:pt x="5374" y="11210"/>
                  </a:lnTo>
                  <a:lnTo>
                    <a:pt x="5765" y="11430"/>
                  </a:lnTo>
                  <a:lnTo>
                    <a:pt x="6204" y="11625"/>
                  </a:lnTo>
                  <a:lnTo>
                    <a:pt x="6619" y="11821"/>
                  </a:lnTo>
                  <a:lnTo>
                    <a:pt x="7059" y="11992"/>
                  </a:lnTo>
                  <a:lnTo>
                    <a:pt x="7523" y="12138"/>
                  </a:lnTo>
                  <a:lnTo>
                    <a:pt x="7963" y="12260"/>
                  </a:lnTo>
                  <a:lnTo>
                    <a:pt x="8451" y="12358"/>
                  </a:lnTo>
                  <a:lnTo>
                    <a:pt x="8915" y="12431"/>
                  </a:lnTo>
                  <a:lnTo>
                    <a:pt x="9404" y="12480"/>
                  </a:lnTo>
                  <a:lnTo>
                    <a:pt x="9892" y="12505"/>
                  </a:lnTo>
                  <a:lnTo>
                    <a:pt x="10380" y="12480"/>
                  </a:lnTo>
                  <a:lnTo>
                    <a:pt x="10869" y="12431"/>
                  </a:lnTo>
                  <a:lnTo>
                    <a:pt x="11333" y="12358"/>
                  </a:lnTo>
                  <a:lnTo>
                    <a:pt x="11821" y="12260"/>
                  </a:lnTo>
                  <a:lnTo>
                    <a:pt x="12261" y="12138"/>
                  </a:lnTo>
                  <a:lnTo>
                    <a:pt x="12725" y="11992"/>
                  </a:lnTo>
                  <a:lnTo>
                    <a:pt x="13165" y="11821"/>
                  </a:lnTo>
                  <a:lnTo>
                    <a:pt x="13580" y="11625"/>
                  </a:lnTo>
                  <a:lnTo>
                    <a:pt x="14019" y="11430"/>
                  </a:lnTo>
                  <a:lnTo>
                    <a:pt x="14410" y="11210"/>
                  </a:lnTo>
                  <a:lnTo>
                    <a:pt x="14825" y="10966"/>
                  </a:lnTo>
                  <a:lnTo>
                    <a:pt x="15192" y="10722"/>
                  </a:lnTo>
                  <a:lnTo>
                    <a:pt x="15924" y="10209"/>
                  </a:lnTo>
                  <a:lnTo>
                    <a:pt x="16608" y="9672"/>
                  </a:lnTo>
                  <a:lnTo>
                    <a:pt x="17219" y="9134"/>
                  </a:lnTo>
                  <a:lnTo>
                    <a:pt x="17756" y="8621"/>
                  </a:lnTo>
                  <a:lnTo>
                    <a:pt x="18245" y="8133"/>
                  </a:lnTo>
                  <a:lnTo>
                    <a:pt x="18635" y="7669"/>
                  </a:lnTo>
                  <a:lnTo>
                    <a:pt x="19222" y="6985"/>
                  </a:lnTo>
                  <a:lnTo>
                    <a:pt x="19466" y="6668"/>
                  </a:lnTo>
                  <a:lnTo>
                    <a:pt x="19783" y="6252"/>
                  </a:lnTo>
                  <a:lnTo>
                    <a:pt x="19466" y="5837"/>
                  </a:lnTo>
                  <a:lnTo>
                    <a:pt x="19222" y="5520"/>
                  </a:lnTo>
                  <a:lnTo>
                    <a:pt x="18635" y="4836"/>
                  </a:lnTo>
                  <a:lnTo>
                    <a:pt x="18245" y="4372"/>
                  </a:lnTo>
                  <a:lnTo>
                    <a:pt x="17756" y="3883"/>
                  </a:lnTo>
                  <a:lnTo>
                    <a:pt x="17219" y="3370"/>
                  </a:lnTo>
                  <a:lnTo>
                    <a:pt x="16608" y="2833"/>
                  </a:lnTo>
                  <a:lnTo>
                    <a:pt x="15924" y="2296"/>
                  </a:lnTo>
                  <a:lnTo>
                    <a:pt x="15192" y="1783"/>
                  </a:lnTo>
                  <a:lnTo>
                    <a:pt x="14825" y="1539"/>
                  </a:lnTo>
                  <a:lnTo>
                    <a:pt x="14410" y="1295"/>
                  </a:lnTo>
                  <a:lnTo>
                    <a:pt x="14019" y="1075"/>
                  </a:lnTo>
                  <a:lnTo>
                    <a:pt x="13580" y="879"/>
                  </a:lnTo>
                  <a:lnTo>
                    <a:pt x="13165" y="684"/>
                  </a:lnTo>
                  <a:lnTo>
                    <a:pt x="12725" y="513"/>
                  </a:lnTo>
                  <a:lnTo>
                    <a:pt x="12261" y="366"/>
                  </a:lnTo>
                  <a:lnTo>
                    <a:pt x="11821" y="244"/>
                  </a:lnTo>
                  <a:lnTo>
                    <a:pt x="11333" y="147"/>
                  </a:lnTo>
                  <a:lnTo>
                    <a:pt x="10869" y="73"/>
                  </a:lnTo>
                  <a:lnTo>
                    <a:pt x="10380" y="25"/>
                  </a:lnTo>
                  <a:lnTo>
                    <a:pt x="9892"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7"/>
            <p:cNvSpPr/>
            <p:nvPr/>
          </p:nvSpPr>
          <p:spPr>
            <a:xfrm>
              <a:off x="3384400" y="3091350"/>
              <a:ext cx="208850" cy="208825"/>
            </a:xfrm>
            <a:custGeom>
              <a:avLst/>
              <a:gdLst/>
              <a:ahLst/>
              <a:cxnLst/>
              <a:rect l="l" t="t" r="r" b="b"/>
              <a:pathLst>
                <a:path w="8354" h="8353" extrusionOk="0">
                  <a:moveTo>
                    <a:pt x="4177" y="0"/>
                  </a:moveTo>
                  <a:lnTo>
                    <a:pt x="3762" y="24"/>
                  </a:lnTo>
                  <a:lnTo>
                    <a:pt x="3347" y="73"/>
                  </a:lnTo>
                  <a:lnTo>
                    <a:pt x="2931" y="195"/>
                  </a:lnTo>
                  <a:lnTo>
                    <a:pt x="2541" y="318"/>
                  </a:lnTo>
                  <a:lnTo>
                    <a:pt x="2174" y="513"/>
                  </a:lnTo>
                  <a:lnTo>
                    <a:pt x="1832" y="708"/>
                  </a:lnTo>
                  <a:lnTo>
                    <a:pt x="1515" y="953"/>
                  </a:lnTo>
                  <a:lnTo>
                    <a:pt x="1222" y="1221"/>
                  </a:lnTo>
                  <a:lnTo>
                    <a:pt x="953" y="1514"/>
                  </a:lnTo>
                  <a:lnTo>
                    <a:pt x="709" y="1832"/>
                  </a:lnTo>
                  <a:lnTo>
                    <a:pt x="514" y="2174"/>
                  </a:lnTo>
                  <a:lnTo>
                    <a:pt x="318" y="2540"/>
                  </a:lnTo>
                  <a:lnTo>
                    <a:pt x="196" y="2931"/>
                  </a:lnTo>
                  <a:lnTo>
                    <a:pt x="74" y="3346"/>
                  </a:lnTo>
                  <a:lnTo>
                    <a:pt x="25" y="3761"/>
                  </a:lnTo>
                  <a:lnTo>
                    <a:pt x="1" y="4176"/>
                  </a:lnTo>
                  <a:lnTo>
                    <a:pt x="25" y="4592"/>
                  </a:lnTo>
                  <a:lnTo>
                    <a:pt x="74" y="5007"/>
                  </a:lnTo>
                  <a:lnTo>
                    <a:pt x="196" y="5422"/>
                  </a:lnTo>
                  <a:lnTo>
                    <a:pt x="318" y="5813"/>
                  </a:lnTo>
                  <a:lnTo>
                    <a:pt x="514" y="6179"/>
                  </a:lnTo>
                  <a:lnTo>
                    <a:pt x="709" y="6521"/>
                  </a:lnTo>
                  <a:lnTo>
                    <a:pt x="953" y="6839"/>
                  </a:lnTo>
                  <a:lnTo>
                    <a:pt x="1222" y="7132"/>
                  </a:lnTo>
                  <a:lnTo>
                    <a:pt x="1515" y="7400"/>
                  </a:lnTo>
                  <a:lnTo>
                    <a:pt x="1832" y="7644"/>
                  </a:lnTo>
                  <a:lnTo>
                    <a:pt x="2174" y="7840"/>
                  </a:lnTo>
                  <a:lnTo>
                    <a:pt x="2541" y="8035"/>
                  </a:lnTo>
                  <a:lnTo>
                    <a:pt x="2931" y="8157"/>
                  </a:lnTo>
                  <a:lnTo>
                    <a:pt x="3347" y="8279"/>
                  </a:lnTo>
                  <a:lnTo>
                    <a:pt x="3762" y="8328"/>
                  </a:lnTo>
                  <a:lnTo>
                    <a:pt x="4177" y="8353"/>
                  </a:lnTo>
                  <a:lnTo>
                    <a:pt x="4592" y="8328"/>
                  </a:lnTo>
                  <a:lnTo>
                    <a:pt x="5007" y="8279"/>
                  </a:lnTo>
                  <a:lnTo>
                    <a:pt x="5423" y="8157"/>
                  </a:lnTo>
                  <a:lnTo>
                    <a:pt x="5813" y="8035"/>
                  </a:lnTo>
                  <a:lnTo>
                    <a:pt x="6180" y="7840"/>
                  </a:lnTo>
                  <a:lnTo>
                    <a:pt x="6522" y="7644"/>
                  </a:lnTo>
                  <a:lnTo>
                    <a:pt x="6839" y="7400"/>
                  </a:lnTo>
                  <a:lnTo>
                    <a:pt x="7132" y="7132"/>
                  </a:lnTo>
                  <a:lnTo>
                    <a:pt x="7401" y="6839"/>
                  </a:lnTo>
                  <a:lnTo>
                    <a:pt x="7645" y="6521"/>
                  </a:lnTo>
                  <a:lnTo>
                    <a:pt x="7840" y="6179"/>
                  </a:lnTo>
                  <a:lnTo>
                    <a:pt x="8036" y="5813"/>
                  </a:lnTo>
                  <a:lnTo>
                    <a:pt x="8158" y="5422"/>
                  </a:lnTo>
                  <a:lnTo>
                    <a:pt x="8280" y="5007"/>
                  </a:lnTo>
                  <a:lnTo>
                    <a:pt x="8329" y="4592"/>
                  </a:lnTo>
                  <a:lnTo>
                    <a:pt x="8353" y="4176"/>
                  </a:lnTo>
                  <a:lnTo>
                    <a:pt x="8329" y="3737"/>
                  </a:lnTo>
                  <a:lnTo>
                    <a:pt x="8256" y="3297"/>
                  </a:lnTo>
                  <a:lnTo>
                    <a:pt x="8134" y="3517"/>
                  </a:lnTo>
                  <a:lnTo>
                    <a:pt x="8011" y="3688"/>
                  </a:lnTo>
                  <a:lnTo>
                    <a:pt x="7840" y="3859"/>
                  </a:lnTo>
                  <a:lnTo>
                    <a:pt x="7645" y="4005"/>
                  </a:lnTo>
                  <a:lnTo>
                    <a:pt x="7425" y="4128"/>
                  </a:lnTo>
                  <a:lnTo>
                    <a:pt x="7205" y="4201"/>
                  </a:lnTo>
                  <a:lnTo>
                    <a:pt x="6961" y="4250"/>
                  </a:lnTo>
                  <a:lnTo>
                    <a:pt x="6717" y="4274"/>
                  </a:lnTo>
                  <a:lnTo>
                    <a:pt x="6546" y="4274"/>
                  </a:lnTo>
                  <a:lnTo>
                    <a:pt x="6375" y="4250"/>
                  </a:lnTo>
                  <a:lnTo>
                    <a:pt x="6204" y="4201"/>
                  </a:lnTo>
                  <a:lnTo>
                    <a:pt x="6058" y="4152"/>
                  </a:lnTo>
                  <a:lnTo>
                    <a:pt x="5887" y="4079"/>
                  </a:lnTo>
                  <a:lnTo>
                    <a:pt x="5764" y="3981"/>
                  </a:lnTo>
                  <a:lnTo>
                    <a:pt x="5618" y="3883"/>
                  </a:lnTo>
                  <a:lnTo>
                    <a:pt x="5496" y="3786"/>
                  </a:lnTo>
                  <a:lnTo>
                    <a:pt x="5398" y="3664"/>
                  </a:lnTo>
                  <a:lnTo>
                    <a:pt x="5300" y="3517"/>
                  </a:lnTo>
                  <a:lnTo>
                    <a:pt x="5203" y="3395"/>
                  </a:lnTo>
                  <a:lnTo>
                    <a:pt x="5129" y="3224"/>
                  </a:lnTo>
                  <a:lnTo>
                    <a:pt x="5081" y="3077"/>
                  </a:lnTo>
                  <a:lnTo>
                    <a:pt x="5032" y="2906"/>
                  </a:lnTo>
                  <a:lnTo>
                    <a:pt x="5007" y="2735"/>
                  </a:lnTo>
                  <a:lnTo>
                    <a:pt x="5007" y="2564"/>
                  </a:lnTo>
                  <a:lnTo>
                    <a:pt x="5007" y="2394"/>
                  </a:lnTo>
                  <a:lnTo>
                    <a:pt x="5032" y="2223"/>
                  </a:lnTo>
                  <a:lnTo>
                    <a:pt x="5081" y="2052"/>
                  </a:lnTo>
                  <a:lnTo>
                    <a:pt x="5129" y="1905"/>
                  </a:lnTo>
                  <a:lnTo>
                    <a:pt x="5203" y="1759"/>
                  </a:lnTo>
                  <a:lnTo>
                    <a:pt x="5300" y="1612"/>
                  </a:lnTo>
                  <a:lnTo>
                    <a:pt x="5398" y="1490"/>
                  </a:lnTo>
                  <a:lnTo>
                    <a:pt x="5496" y="1368"/>
                  </a:lnTo>
                  <a:lnTo>
                    <a:pt x="5618" y="1246"/>
                  </a:lnTo>
                  <a:lnTo>
                    <a:pt x="5764" y="1148"/>
                  </a:lnTo>
                  <a:lnTo>
                    <a:pt x="5887" y="1075"/>
                  </a:lnTo>
                  <a:lnTo>
                    <a:pt x="6033" y="1001"/>
                  </a:lnTo>
                  <a:lnTo>
                    <a:pt x="6204" y="928"/>
                  </a:lnTo>
                  <a:lnTo>
                    <a:pt x="6375" y="879"/>
                  </a:lnTo>
                  <a:lnTo>
                    <a:pt x="6522" y="855"/>
                  </a:lnTo>
                  <a:lnTo>
                    <a:pt x="6717" y="855"/>
                  </a:lnTo>
                  <a:lnTo>
                    <a:pt x="6448" y="659"/>
                  </a:lnTo>
                  <a:lnTo>
                    <a:pt x="6155" y="489"/>
                  </a:lnTo>
                  <a:lnTo>
                    <a:pt x="5838" y="342"/>
                  </a:lnTo>
                  <a:lnTo>
                    <a:pt x="5545" y="220"/>
                  </a:lnTo>
                  <a:lnTo>
                    <a:pt x="5203" y="122"/>
                  </a:lnTo>
                  <a:lnTo>
                    <a:pt x="4885" y="49"/>
                  </a:lnTo>
                  <a:lnTo>
                    <a:pt x="4519" y="24"/>
                  </a:lnTo>
                  <a:lnTo>
                    <a:pt x="4177" y="0"/>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2" name="Google Shape;262;p27"/>
          <p:cNvSpPr txBox="1">
            <a:spLocks noGrp="1"/>
          </p:cNvSpPr>
          <p:nvPr>
            <p:ph type="sldNum" idx="4294967295"/>
          </p:nvPr>
        </p:nvSpPr>
        <p:spPr>
          <a:xfrm>
            <a:off x="8346474" y="26072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37</a:t>
            </a:fld>
            <a:endParaRPr/>
          </a:p>
        </p:txBody>
      </p:sp>
      <p:sp>
        <p:nvSpPr>
          <p:cNvPr id="10" name="Google Shape;253;p27">
            <a:extLst>
              <a:ext uri="{FF2B5EF4-FFF2-40B4-BE49-F238E27FC236}">
                <a16:creationId xmlns:a16="http://schemas.microsoft.com/office/drawing/2014/main" id="{481F47E2-CD68-4A75-8645-A4391ED2796D}"/>
              </a:ext>
            </a:extLst>
          </p:cNvPr>
          <p:cNvSpPr txBox="1">
            <a:spLocks/>
          </p:cNvSpPr>
          <p:nvPr/>
        </p:nvSpPr>
        <p:spPr>
          <a:xfrm>
            <a:off x="869150" y="3253392"/>
            <a:ext cx="2366400" cy="1407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1pPr>
            <a:lvl2pPr marL="914400" marR="0" lvl="1"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2pPr>
            <a:lvl3pPr marL="1371600" marR="0" lvl="2"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3pPr>
            <a:lvl4pPr marL="1828800" marR="0" lvl="3"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4pPr>
            <a:lvl5pPr marL="2286000" marR="0" lvl="4"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6pPr>
            <a:lvl7pPr marL="3200400" marR="0" lvl="6"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7pPr>
            <a:lvl8pPr marL="3657600" marR="0" lvl="7"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8pPr>
            <a:lvl9pPr marL="4114800" marR="0" lvl="8"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9pPr>
          </a:lstStyle>
          <a:p>
            <a:pPr marL="0" indent="0">
              <a:buFont typeface="Open Sans"/>
              <a:buNone/>
            </a:pPr>
            <a:r>
              <a:rPr lang="en-IN" sz="1100" b="1" dirty="0"/>
              <a:t>Relational database</a:t>
            </a:r>
          </a:p>
          <a:p>
            <a:pPr marL="0" indent="0">
              <a:buFont typeface="Open Sans"/>
              <a:buNone/>
            </a:pPr>
            <a:r>
              <a:rPr lang="en-IN" sz="1100" dirty="0"/>
              <a:t>A relational database is a type of database that is structured and allows users to identify and access data which is in relation to other data.</a:t>
            </a:r>
          </a:p>
        </p:txBody>
      </p:sp>
      <p:sp>
        <p:nvSpPr>
          <p:cNvPr id="11" name="Google Shape;254;p27">
            <a:extLst>
              <a:ext uri="{FF2B5EF4-FFF2-40B4-BE49-F238E27FC236}">
                <a16:creationId xmlns:a16="http://schemas.microsoft.com/office/drawing/2014/main" id="{F9210938-2E55-4028-AD86-80A052C03187}"/>
              </a:ext>
            </a:extLst>
          </p:cNvPr>
          <p:cNvSpPr txBox="1">
            <a:spLocks/>
          </p:cNvSpPr>
          <p:nvPr/>
        </p:nvSpPr>
        <p:spPr>
          <a:xfrm>
            <a:off x="3356738" y="3253392"/>
            <a:ext cx="2366400" cy="1407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1pPr>
            <a:lvl2pPr marL="914400" marR="0" lvl="1"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2pPr>
            <a:lvl3pPr marL="1371600" marR="0" lvl="2"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3pPr>
            <a:lvl4pPr marL="1828800" marR="0" lvl="3"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4pPr>
            <a:lvl5pPr marL="2286000" marR="0" lvl="4"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6pPr>
            <a:lvl7pPr marL="3200400" marR="0" lvl="6"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7pPr>
            <a:lvl8pPr marL="3657600" marR="0" lvl="7"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8pPr>
            <a:lvl9pPr marL="4114800" marR="0" lvl="8"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9pPr>
          </a:lstStyle>
          <a:p>
            <a:pPr marL="0" indent="0">
              <a:buFont typeface="Open Sans"/>
              <a:buNone/>
            </a:pPr>
            <a:r>
              <a:rPr lang="en-IN" sz="1100" b="1" dirty="0"/>
              <a:t>Entity</a:t>
            </a:r>
          </a:p>
          <a:p>
            <a:pPr marL="0" indent="0">
              <a:buFont typeface="Open Sans"/>
              <a:buNone/>
            </a:pPr>
            <a:r>
              <a:rPr lang="en-IN" sz="1100" dirty="0"/>
              <a:t>An entity is an object in a system for which the information is stored. In a relational database, each table contains information about just one entity.</a:t>
            </a:r>
          </a:p>
        </p:txBody>
      </p:sp>
      <p:sp>
        <p:nvSpPr>
          <p:cNvPr id="12" name="Google Shape;255;p27">
            <a:extLst>
              <a:ext uri="{FF2B5EF4-FFF2-40B4-BE49-F238E27FC236}">
                <a16:creationId xmlns:a16="http://schemas.microsoft.com/office/drawing/2014/main" id="{6E2973E5-40E1-4EEF-A8FD-AD38545A9F2E}"/>
              </a:ext>
            </a:extLst>
          </p:cNvPr>
          <p:cNvSpPr txBox="1">
            <a:spLocks/>
          </p:cNvSpPr>
          <p:nvPr/>
        </p:nvSpPr>
        <p:spPr>
          <a:xfrm>
            <a:off x="5844326" y="3253392"/>
            <a:ext cx="2366400" cy="1407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1pPr>
            <a:lvl2pPr marL="914400" marR="0" lvl="1"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2pPr>
            <a:lvl3pPr marL="1371600" marR="0" lvl="2"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3pPr>
            <a:lvl4pPr marL="1828800" marR="0" lvl="3"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4pPr>
            <a:lvl5pPr marL="2286000" marR="0" lvl="4"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6pPr>
            <a:lvl7pPr marL="3200400" marR="0" lvl="6"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7pPr>
            <a:lvl8pPr marL="3657600" marR="0" lvl="7"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8pPr>
            <a:lvl9pPr marL="4114800" marR="0" lvl="8" indent="-317500" algn="l" rtl="0">
              <a:lnSpc>
                <a:spcPct val="100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9pPr>
          </a:lstStyle>
          <a:p>
            <a:pPr marL="0" indent="0">
              <a:buFont typeface="Open Sans"/>
              <a:buNone/>
            </a:pPr>
            <a:r>
              <a:rPr lang="en-US" sz="1100" b="1" dirty="0"/>
              <a:t>Attribute</a:t>
            </a:r>
          </a:p>
          <a:p>
            <a:pPr marL="0" indent="0">
              <a:buFont typeface="Open Sans"/>
              <a:buNone/>
            </a:pPr>
            <a:r>
              <a:rPr lang="en-US" sz="1100" dirty="0"/>
              <a:t>A characteristic of an entity is its attribute. In a record, attributes about an entity are stored. </a:t>
            </a:r>
          </a:p>
        </p:txBody>
      </p:sp>
    </p:spTree>
    <p:extLst>
      <p:ext uri="{BB962C8B-B14F-4D97-AF65-F5344CB8AC3E}">
        <p14:creationId xmlns:p14="http://schemas.microsoft.com/office/powerpoint/2010/main" val="31551588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3"/>
          <p:cNvSpPr txBox="1">
            <a:spLocks noGrp="1"/>
          </p:cNvSpPr>
          <p:nvPr>
            <p:ph type="ctrTitle"/>
          </p:nvPr>
        </p:nvSpPr>
        <p:spPr>
          <a:xfrm>
            <a:off x="1012800" y="2497750"/>
            <a:ext cx="49500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Activity</a:t>
            </a:r>
            <a:endParaRPr dirty="0"/>
          </a:p>
        </p:txBody>
      </p:sp>
      <p:sp>
        <p:nvSpPr>
          <p:cNvPr id="84" name="Google Shape;84;p13"/>
          <p:cNvSpPr txBox="1"/>
          <p:nvPr/>
        </p:nvSpPr>
        <p:spPr>
          <a:xfrm>
            <a:off x="6219050" y="337750"/>
            <a:ext cx="2232000" cy="1931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sz="12000" b="1" dirty="0">
                <a:solidFill>
                  <a:srgbClr val="0090FF"/>
                </a:solidFill>
                <a:latin typeface="Open Sans"/>
                <a:ea typeface="Open Sans"/>
                <a:cs typeface="Open Sans"/>
                <a:sym typeface="Open Sans"/>
              </a:rPr>
              <a:t>2.</a:t>
            </a:r>
            <a:endParaRPr sz="12000" b="1" dirty="0">
              <a:solidFill>
                <a:srgbClr val="0090FF"/>
              </a:solidFill>
              <a:latin typeface="Open Sans"/>
              <a:ea typeface="Open Sans"/>
              <a:cs typeface="Open Sans"/>
              <a:sym typeface="Open Sans"/>
            </a:endParaRPr>
          </a:p>
        </p:txBody>
      </p:sp>
    </p:spTree>
    <p:extLst>
      <p:ext uri="{BB962C8B-B14F-4D97-AF65-F5344CB8AC3E}">
        <p14:creationId xmlns:p14="http://schemas.microsoft.com/office/powerpoint/2010/main" val="19978596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859853" y="923218"/>
            <a:ext cx="5728234" cy="713430"/>
          </a:xfrm>
          <a:prstGeom prst="rect">
            <a:avLst/>
          </a:prstGeom>
        </p:spPr>
        <p:txBody>
          <a:bodyPr spcFirstLastPara="1" wrap="square" lIns="91425" tIns="91425" rIns="91425" bIns="91425" anchor="b" anchorCtr="0">
            <a:noAutofit/>
          </a:bodyPr>
          <a:lstStyle/>
          <a:p>
            <a:r>
              <a:rPr lang="en-IN" dirty="0"/>
              <a:t>Activity-1</a:t>
            </a:r>
            <a:br>
              <a:rPr lang="en-IN" dirty="0"/>
            </a:br>
            <a:r>
              <a:rPr lang="en-IN" sz="1400" dirty="0"/>
              <a:t>Duration: 20 minutes</a:t>
            </a:r>
            <a:endParaRPr sz="1400" dirty="0"/>
          </a:p>
        </p:txBody>
      </p:sp>
      <p:sp>
        <p:nvSpPr>
          <p:cNvPr id="96" name="Google Shape;96;p15"/>
          <p:cNvSpPr txBox="1">
            <a:spLocks noGrp="1"/>
          </p:cNvSpPr>
          <p:nvPr>
            <p:ph type="body" idx="1"/>
          </p:nvPr>
        </p:nvSpPr>
        <p:spPr>
          <a:xfrm>
            <a:off x="859853" y="1918220"/>
            <a:ext cx="7477271" cy="2004000"/>
          </a:xfrm>
          <a:prstGeom prst="rect">
            <a:avLst/>
          </a:prstGeom>
        </p:spPr>
        <p:txBody>
          <a:bodyPr spcFirstLastPara="1" wrap="square" lIns="91425" tIns="91425" rIns="91425" bIns="91425" anchor="t" anchorCtr="0">
            <a:noAutofit/>
          </a:bodyPr>
          <a:lstStyle/>
          <a:p>
            <a:pPr marL="342900" indent="-342900" algn="just">
              <a:lnSpc>
                <a:spcPct val="114000"/>
              </a:lnSpc>
              <a:buSzPct val="100000"/>
              <a:buFont typeface="+mj-lt"/>
              <a:buAutoNum type="arabicPeriod"/>
            </a:pPr>
            <a:r>
              <a:rPr lang="en-IN" sz="1800" dirty="0"/>
              <a:t>An online airline ticket-booking websites process the customer’s request, shows available flight details with price and prompts the user to select one of them, books the tickets and sends a copy of the ticket to the customer’s email address.</a:t>
            </a:r>
          </a:p>
          <a:p>
            <a:pPr marL="342900" indent="-342900" algn="just">
              <a:lnSpc>
                <a:spcPct val="114000"/>
              </a:lnSpc>
              <a:buSzPct val="100000"/>
              <a:buFont typeface="+mj-lt"/>
              <a:buAutoNum type="alphaUcPeriod"/>
            </a:pPr>
            <a:r>
              <a:rPr lang="en-IN" sz="1800" dirty="0"/>
              <a:t>Identify </a:t>
            </a:r>
            <a:r>
              <a:rPr lang="en-IN" sz="1800"/>
              <a:t>the entities(tables) </a:t>
            </a:r>
            <a:r>
              <a:rPr lang="en-IN" sz="1800" dirty="0"/>
              <a:t>in the above scenario.</a:t>
            </a:r>
          </a:p>
          <a:p>
            <a:pPr marL="342900" indent="-342900" algn="just">
              <a:lnSpc>
                <a:spcPct val="114000"/>
              </a:lnSpc>
              <a:buSzPct val="100000"/>
              <a:buFont typeface="+mj-lt"/>
              <a:buAutoNum type="alphaUcPeriod" startAt="2"/>
            </a:pPr>
            <a:r>
              <a:rPr lang="en-IN" sz="1800" dirty="0"/>
              <a:t>What relationship exists between these entities? Draw flowcharts to explain your answer.</a:t>
            </a:r>
          </a:p>
          <a:p>
            <a:pPr marL="0" indent="0" algn="just">
              <a:lnSpc>
                <a:spcPct val="113000"/>
              </a:lnSpc>
              <a:buSzPct val="100000"/>
              <a:buNone/>
            </a:pPr>
            <a:endParaRPr lang="en-IN" sz="1800" dirty="0"/>
          </a:p>
          <a:p>
            <a:pPr marL="0" lvl="0" indent="0" algn="just">
              <a:lnSpc>
                <a:spcPct val="114000"/>
              </a:lnSpc>
              <a:buSzPct val="100000"/>
              <a:buNone/>
            </a:pPr>
            <a:endParaRPr lang="en-IN" sz="1800" dirty="0"/>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39</a:t>
            </a:fld>
            <a:endParaRPr/>
          </a:p>
        </p:txBody>
      </p:sp>
      <p:grpSp>
        <p:nvGrpSpPr>
          <p:cNvPr id="6" name="Google Shape;361;p29"/>
          <p:cNvGrpSpPr/>
          <p:nvPr/>
        </p:nvGrpSpPr>
        <p:grpSpPr>
          <a:xfrm>
            <a:off x="7587193" y="563172"/>
            <a:ext cx="604616" cy="604616"/>
            <a:chOff x="1922075" y="1629000"/>
            <a:chExt cx="437200" cy="437200"/>
          </a:xfrm>
        </p:grpSpPr>
        <p:sp>
          <p:nvSpPr>
            <p:cNvPr id="7" name="Google Shape;362;p29"/>
            <p:cNvSpPr/>
            <p:nvPr/>
          </p:nvSpPr>
          <p:spPr>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63;p29"/>
            <p:cNvSpPr/>
            <p:nvPr/>
          </p:nvSpPr>
          <p:spPr>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8716125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859853" y="923218"/>
            <a:ext cx="5728234" cy="713430"/>
          </a:xfrm>
          <a:prstGeom prst="rect">
            <a:avLst/>
          </a:prstGeom>
        </p:spPr>
        <p:txBody>
          <a:bodyPr spcFirstLastPara="1" wrap="square" lIns="91425" tIns="91425" rIns="91425" bIns="91425" anchor="b" anchorCtr="0">
            <a:noAutofit/>
          </a:bodyPr>
          <a:lstStyle/>
          <a:p>
            <a:r>
              <a:rPr lang="en-IN" dirty="0"/>
              <a:t>Activity-1</a:t>
            </a:r>
            <a:br>
              <a:rPr lang="en-IN" dirty="0"/>
            </a:br>
            <a:r>
              <a:rPr lang="en-IN" sz="1400" dirty="0"/>
              <a:t>Duration: 20 minutes</a:t>
            </a:r>
            <a:endParaRPr sz="1400" dirty="0"/>
          </a:p>
        </p:txBody>
      </p:sp>
      <p:sp>
        <p:nvSpPr>
          <p:cNvPr id="96" name="Google Shape;96;p15"/>
          <p:cNvSpPr txBox="1">
            <a:spLocks noGrp="1"/>
          </p:cNvSpPr>
          <p:nvPr>
            <p:ph type="body" idx="1"/>
          </p:nvPr>
        </p:nvSpPr>
        <p:spPr>
          <a:xfrm>
            <a:off x="859853" y="1918220"/>
            <a:ext cx="7477271" cy="2004000"/>
          </a:xfrm>
          <a:prstGeom prst="rect">
            <a:avLst/>
          </a:prstGeom>
        </p:spPr>
        <p:txBody>
          <a:bodyPr spcFirstLastPara="1" wrap="square" lIns="91425" tIns="91425" rIns="91425" bIns="91425" anchor="t" anchorCtr="0">
            <a:noAutofit/>
          </a:bodyPr>
          <a:lstStyle/>
          <a:p>
            <a:pPr marL="342900" indent="-342900" algn="just">
              <a:lnSpc>
                <a:spcPct val="114000"/>
              </a:lnSpc>
              <a:buSzPct val="100000"/>
              <a:buFont typeface="+mj-lt"/>
              <a:buAutoNum type="alphaUcPeriod" startAt="3"/>
            </a:pPr>
            <a:r>
              <a:rPr lang="en-IN" sz="1800" dirty="0"/>
              <a:t>What tables do you require for an online airline ticket booking website? Show the attributes of all entities. Mark the primary keys and foreign keys (if any) of each table. Show the relationship between tables as a flowchart.</a:t>
            </a:r>
          </a:p>
          <a:p>
            <a:pPr marL="0" indent="0" algn="just">
              <a:lnSpc>
                <a:spcPct val="113000"/>
              </a:lnSpc>
              <a:buSzPct val="100000"/>
              <a:buNone/>
            </a:pPr>
            <a:endParaRPr lang="en-IN" sz="1800" dirty="0"/>
          </a:p>
          <a:p>
            <a:pPr marL="0" lvl="0" indent="0" algn="just">
              <a:lnSpc>
                <a:spcPct val="114000"/>
              </a:lnSpc>
              <a:buSzPct val="100000"/>
              <a:buNone/>
            </a:pPr>
            <a:endParaRPr lang="en-IN" sz="1800" dirty="0"/>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40</a:t>
            </a:fld>
            <a:endParaRPr/>
          </a:p>
        </p:txBody>
      </p:sp>
      <p:grpSp>
        <p:nvGrpSpPr>
          <p:cNvPr id="6" name="Google Shape;361;p29"/>
          <p:cNvGrpSpPr/>
          <p:nvPr/>
        </p:nvGrpSpPr>
        <p:grpSpPr>
          <a:xfrm>
            <a:off x="7587193" y="563172"/>
            <a:ext cx="604616" cy="604616"/>
            <a:chOff x="1922075" y="1629000"/>
            <a:chExt cx="437200" cy="437200"/>
          </a:xfrm>
        </p:grpSpPr>
        <p:sp>
          <p:nvSpPr>
            <p:cNvPr id="7" name="Google Shape;362;p29"/>
            <p:cNvSpPr/>
            <p:nvPr/>
          </p:nvSpPr>
          <p:spPr>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63;p29"/>
            <p:cNvSpPr/>
            <p:nvPr/>
          </p:nvSpPr>
          <p:spPr>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5614959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3"/>
          <p:cNvSpPr txBox="1">
            <a:spLocks noGrp="1"/>
          </p:cNvSpPr>
          <p:nvPr>
            <p:ph type="ctrTitle"/>
          </p:nvPr>
        </p:nvSpPr>
        <p:spPr>
          <a:xfrm>
            <a:off x="1012800" y="2497750"/>
            <a:ext cx="49500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End of topic questions</a:t>
            </a:r>
            <a:endParaRPr dirty="0"/>
          </a:p>
        </p:txBody>
      </p:sp>
      <p:sp>
        <p:nvSpPr>
          <p:cNvPr id="84" name="Google Shape;84;p13"/>
          <p:cNvSpPr txBox="1"/>
          <p:nvPr/>
        </p:nvSpPr>
        <p:spPr>
          <a:xfrm>
            <a:off x="6219050" y="337750"/>
            <a:ext cx="2232000" cy="1931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sz="12000" b="1" dirty="0">
                <a:solidFill>
                  <a:srgbClr val="0090FF"/>
                </a:solidFill>
                <a:latin typeface="Open Sans"/>
                <a:ea typeface="Open Sans"/>
                <a:cs typeface="Open Sans"/>
                <a:sym typeface="Open Sans"/>
              </a:rPr>
              <a:t>3.</a:t>
            </a:r>
            <a:endParaRPr sz="12000" b="1" dirty="0">
              <a:solidFill>
                <a:srgbClr val="0090FF"/>
              </a:solidFill>
              <a:latin typeface="Open Sans"/>
              <a:ea typeface="Open Sans"/>
              <a:cs typeface="Open Sans"/>
              <a:sym typeface="Open Sans"/>
            </a:endParaRPr>
          </a:p>
        </p:txBody>
      </p:sp>
    </p:spTree>
    <p:extLst>
      <p:ext uri="{BB962C8B-B14F-4D97-AF65-F5344CB8AC3E}">
        <p14:creationId xmlns:p14="http://schemas.microsoft.com/office/powerpoint/2010/main" val="801325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859853" y="771787"/>
            <a:ext cx="5092200" cy="713430"/>
          </a:xfrm>
          <a:prstGeom prst="rect">
            <a:avLst/>
          </a:prstGeom>
        </p:spPr>
        <p:txBody>
          <a:bodyPr spcFirstLastPara="1" wrap="square" lIns="91425" tIns="91425" rIns="91425" bIns="91425" anchor="b" anchorCtr="0">
            <a:noAutofit/>
          </a:bodyPr>
          <a:lstStyle/>
          <a:p>
            <a:pPr lvl="0"/>
            <a:r>
              <a:rPr lang="en-IN" dirty="0"/>
              <a:t>End of topic questions</a:t>
            </a:r>
            <a:endParaRPr sz="1400" dirty="0"/>
          </a:p>
        </p:txBody>
      </p:sp>
      <p:sp>
        <p:nvSpPr>
          <p:cNvPr id="96" name="Google Shape;96;p15"/>
          <p:cNvSpPr txBox="1">
            <a:spLocks noGrp="1"/>
          </p:cNvSpPr>
          <p:nvPr>
            <p:ph type="body" idx="1"/>
          </p:nvPr>
        </p:nvSpPr>
        <p:spPr>
          <a:xfrm>
            <a:off x="859853" y="1680474"/>
            <a:ext cx="7477271" cy="2004000"/>
          </a:xfrm>
          <a:prstGeom prst="rect">
            <a:avLst/>
          </a:prstGeom>
        </p:spPr>
        <p:txBody>
          <a:bodyPr spcFirstLastPara="1" wrap="square" lIns="91425" tIns="91425" rIns="91425" bIns="91425" anchor="t" anchorCtr="0">
            <a:noAutofit/>
          </a:bodyPr>
          <a:lstStyle/>
          <a:p>
            <a:pPr marL="342900" indent="-342900" algn="just">
              <a:lnSpc>
                <a:spcPct val="114000"/>
              </a:lnSpc>
              <a:buSzPct val="100000"/>
              <a:buFont typeface="+mj-lt"/>
              <a:buAutoNum type="arabicPeriod"/>
            </a:pPr>
            <a:r>
              <a:rPr lang="en-US" sz="1800" dirty="0"/>
              <a:t>What is a database? What are the advantages of using a database?</a:t>
            </a:r>
          </a:p>
          <a:p>
            <a:pPr marL="342900" indent="-342900" algn="just">
              <a:lnSpc>
                <a:spcPct val="114000"/>
              </a:lnSpc>
              <a:buSzPct val="100000"/>
              <a:buFont typeface="+mj-lt"/>
              <a:buAutoNum type="arabicPeriod"/>
            </a:pPr>
            <a:r>
              <a:rPr lang="en-US" sz="1800" dirty="0"/>
              <a:t>What are the applications of the database?</a:t>
            </a:r>
          </a:p>
          <a:p>
            <a:pPr marL="342900" indent="-342900" algn="just">
              <a:lnSpc>
                <a:spcPct val="114000"/>
              </a:lnSpc>
              <a:buSzPct val="100000"/>
              <a:buFont typeface="+mj-lt"/>
              <a:buAutoNum type="arabicPeriod"/>
            </a:pPr>
            <a:r>
              <a:rPr lang="en-US" sz="1800" dirty="0"/>
              <a:t>How is a database structured?</a:t>
            </a:r>
          </a:p>
          <a:p>
            <a:pPr marL="342900" indent="-342900" algn="just">
              <a:lnSpc>
                <a:spcPct val="114000"/>
              </a:lnSpc>
              <a:buSzPct val="100000"/>
              <a:buFont typeface="+mj-lt"/>
              <a:buAutoNum type="arabicPeriod"/>
            </a:pPr>
            <a:r>
              <a:rPr lang="en-US" sz="1800" dirty="0"/>
              <a:t>What is a relational database? What are its advantages over a flat-file database?</a:t>
            </a:r>
          </a:p>
          <a:p>
            <a:pPr marL="342900" indent="-342900" algn="just">
              <a:lnSpc>
                <a:spcPct val="114000"/>
              </a:lnSpc>
              <a:buSzPct val="100000"/>
              <a:buFont typeface="+mj-lt"/>
              <a:buAutoNum type="arabicPeriod" startAt="5"/>
            </a:pPr>
            <a:r>
              <a:rPr lang="en-IN" sz="1800" dirty="0"/>
              <a:t>What I meant by the term entity, record and attributes? How are these represented in the form of a table?</a:t>
            </a:r>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42</a:t>
            </a:fld>
            <a:endParaRPr/>
          </a:p>
        </p:txBody>
      </p:sp>
      <p:grpSp>
        <p:nvGrpSpPr>
          <p:cNvPr id="9" name="Google Shape;361;p29"/>
          <p:cNvGrpSpPr/>
          <p:nvPr/>
        </p:nvGrpSpPr>
        <p:grpSpPr>
          <a:xfrm>
            <a:off x="7587193" y="563172"/>
            <a:ext cx="604616" cy="604616"/>
            <a:chOff x="1922075" y="1629000"/>
            <a:chExt cx="437200" cy="437200"/>
          </a:xfrm>
        </p:grpSpPr>
        <p:sp>
          <p:nvSpPr>
            <p:cNvPr id="10" name="Google Shape;362;p29"/>
            <p:cNvSpPr/>
            <p:nvPr/>
          </p:nvSpPr>
          <p:spPr>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63;p29"/>
            <p:cNvSpPr/>
            <p:nvPr/>
          </p:nvSpPr>
          <p:spPr>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7667174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859853" y="1036192"/>
            <a:ext cx="5092200" cy="713430"/>
          </a:xfrm>
          <a:prstGeom prst="rect">
            <a:avLst/>
          </a:prstGeom>
        </p:spPr>
        <p:txBody>
          <a:bodyPr spcFirstLastPara="1" wrap="square" lIns="91425" tIns="91425" rIns="91425" bIns="91425" anchor="b" anchorCtr="0">
            <a:noAutofit/>
          </a:bodyPr>
          <a:lstStyle/>
          <a:p>
            <a:pPr lvl="0"/>
            <a:r>
              <a:rPr lang="en-IN" dirty="0"/>
              <a:t>End of topic questions</a:t>
            </a:r>
            <a:endParaRPr sz="1400" dirty="0"/>
          </a:p>
        </p:txBody>
      </p:sp>
      <p:sp>
        <p:nvSpPr>
          <p:cNvPr id="96" name="Google Shape;96;p15"/>
          <p:cNvSpPr txBox="1">
            <a:spLocks noGrp="1"/>
          </p:cNvSpPr>
          <p:nvPr>
            <p:ph type="body" idx="1"/>
          </p:nvPr>
        </p:nvSpPr>
        <p:spPr>
          <a:xfrm>
            <a:off x="859853" y="1944879"/>
            <a:ext cx="7477271" cy="2004000"/>
          </a:xfrm>
          <a:prstGeom prst="rect">
            <a:avLst/>
          </a:prstGeom>
        </p:spPr>
        <p:txBody>
          <a:bodyPr spcFirstLastPara="1" wrap="square" lIns="91425" tIns="91425" rIns="91425" bIns="91425" anchor="t" anchorCtr="0">
            <a:noAutofit/>
          </a:bodyPr>
          <a:lstStyle/>
          <a:p>
            <a:pPr marL="342900" indent="-342900" algn="just">
              <a:lnSpc>
                <a:spcPct val="114000"/>
              </a:lnSpc>
              <a:buSzPct val="100000"/>
              <a:buFont typeface="+mj-lt"/>
              <a:buAutoNum type="arabicPeriod" startAt="6"/>
            </a:pPr>
            <a:r>
              <a:rPr lang="en-US" sz="1800" dirty="0"/>
              <a:t>What is the difference between a primary key and foreign key?</a:t>
            </a:r>
          </a:p>
          <a:p>
            <a:pPr marL="342900" indent="-342900" algn="just">
              <a:lnSpc>
                <a:spcPct val="114000"/>
              </a:lnSpc>
              <a:buSzPct val="100000"/>
              <a:buFont typeface="+mj-lt"/>
              <a:buAutoNum type="arabicPeriod" startAt="6"/>
            </a:pPr>
            <a:r>
              <a:rPr lang="en-US" sz="1800" dirty="0"/>
              <a:t>What are the different relationship between entities? Give examples for each relationship with entity-relationship diagrams.</a:t>
            </a:r>
          </a:p>
          <a:p>
            <a:pPr marL="0" indent="0" algn="just">
              <a:lnSpc>
                <a:spcPct val="114000"/>
              </a:lnSpc>
              <a:buSzPct val="100000"/>
              <a:buNone/>
            </a:pPr>
            <a:endParaRPr lang="en-US" sz="1800" dirty="0"/>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43</a:t>
            </a:fld>
            <a:endParaRPr/>
          </a:p>
        </p:txBody>
      </p:sp>
      <p:grpSp>
        <p:nvGrpSpPr>
          <p:cNvPr id="9" name="Google Shape;361;p29"/>
          <p:cNvGrpSpPr/>
          <p:nvPr/>
        </p:nvGrpSpPr>
        <p:grpSpPr>
          <a:xfrm>
            <a:off x="7587193" y="563172"/>
            <a:ext cx="604616" cy="604616"/>
            <a:chOff x="1922075" y="1629000"/>
            <a:chExt cx="437200" cy="437200"/>
          </a:xfrm>
        </p:grpSpPr>
        <p:sp>
          <p:nvSpPr>
            <p:cNvPr id="10" name="Google Shape;362;p29"/>
            <p:cNvSpPr/>
            <p:nvPr/>
          </p:nvSpPr>
          <p:spPr>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63;p29"/>
            <p:cNvSpPr/>
            <p:nvPr/>
          </p:nvSpPr>
          <p:spPr>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210937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idx="4294967295"/>
          </p:nvPr>
        </p:nvSpPr>
        <p:spPr>
          <a:xfrm>
            <a:off x="859853" y="642552"/>
            <a:ext cx="5092200" cy="713430"/>
          </a:xfrm>
          <a:prstGeom prst="rect">
            <a:avLst/>
          </a:prstGeom>
        </p:spPr>
        <p:txBody>
          <a:bodyPr spcFirstLastPara="1" wrap="square" lIns="91425" tIns="91425" rIns="91425" bIns="91425" anchor="b" anchorCtr="0">
            <a:noAutofit/>
          </a:bodyPr>
          <a:lstStyle/>
          <a:p>
            <a:pPr lvl="0"/>
            <a:r>
              <a:rPr lang="en-IN" dirty="0"/>
              <a:t>End of topic questions</a:t>
            </a:r>
            <a:endParaRPr sz="1400" dirty="0"/>
          </a:p>
        </p:txBody>
      </p:sp>
      <p:sp>
        <p:nvSpPr>
          <p:cNvPr id="96" name="Google Shape;96;p15"/>
          <p:cNvSpPr txBox="1">
            <a:spLocks noGrp="1"/>
          </p:cNvSpPr>
          <p:nvPr>
            <p:ph type="body" idx="1"/>
          </p:nvPr>
        </p:nvSpPr>
        <p:spPr>
          <a:xfrm>
            <a:off x="859853" y="1551239"/>
            <a:ext cx="7477271" cy="2004000"/>
          </a:xfrm>
          <a:prstGeom prst="rect">
            <a:avLst/>
          </a:prstGeom>
        </p:spPr>
        <p:txBody>
          <a:bodyPr spcFirstLastPara="1" wrap="square" lIns="91425" tIns="91425" rIns="91425" bIns="91425" anchor="t" anchorCtr="0">
            <a:noAutofit/>
          </a:bodyPr>
          <a:lstStyle/>
          <a:p>
            <a:pPr marL="342900" indent="-342900" algn="just">
              <a:lnSpc>
                <a:spcPct val="114000"/>
              </a:lnSpc>
              <a:buSzPct val="100000"/>
              <a:buFont typeface="+mj-lt"/>
              <a:buAutoNum type="arabicPeriod" startAt="8"/>
            </a:pPr>
            <a:r>
              <a:rPr lang="en-US" sz="1800" dirty="0"/>
              <a:t>A car dealer builds a database for the following entities:</a:t>
            </a:r>
          </a:p>
          <a:p>
            <a:pPr marL="450850" indent="0" algn="just">
              <a:lnSpc>
                <a:spcPct val="114000"/>
              </a:lnSpc>
              <a:buSzPct val="100000"/>
              <a:buNone/>
            </a:pPr>
            <a:r>
              <a:rPr lang="en-US" sz="1800" dirty="0"/>
              <a:t>Customer (</a:t>
            </a:r>
            <a:r>
              <a:rPr lang="en-US" sz="1800" dirty="0" err="1"/>
              <a:t>CustomerID</a:t>
            </a:r>
            <a:r>
              <a:rPr lang="en-US" sz="1800" dirty="0"/>
              <a:t>, FirstName, </a:t>
            </a:r>
            <a:r>
              <a:rPr lang="en-US" sz="1800" dirty="0" err="1"/>
              <a:t>LastName</a:t>
            </a:r>
            <a:r>
              <a:rPr lang="en-US" sz="1800" dirty="0"/>
              <a:t>, </a:t>
            </a:r>
            <a:r>
              <a:rPr lang="en-US" sz="1800" dirty="0" err="1"/>
              <a:t>PhoneNumber</a:t>
            </a:r>
            <a:r>
              <a:rPr lang="en-US" sz="1800" dirty="0"/>
              <a:t>)</a:t>
            </a:r>
          </a:p>
          <a:p>
            <a:pPr marL="450850" indent="0" algn="just">
              <a:lnSpc>
                <a:spcPct val="114000"/>
              </a:lnSpc>
              <a:buSzPct val="100000"/>
              <a:buNone/>
            </a:pPr>
            <a:r>
              <a:rPr lang="en-US" sz="1800" dirty="0"/>
              <a:t>Car (</a:t>
            </a:r>
            <a:r>
              <a:rPr lang="en-US" sz="1800" dirty="0" err="1"/>
              <a:t>ProductCode</a:t>
            </a:r>
            <a:r>
              <a:rPr lang="en-US" sz="1800" dirty="0"/>
              <a:t>, Brand, Model, Price)</a:t>
            </a:r>
          </a:p>
          <a:p>
            <a:pPr marL="450850" indent="0" algn="just">
              <a:lnSpc>
                <a:spcPct val="114000"/>
              </a:lnSpc>
              <a:buSzPct val="100000"/>
              <a:buNone/>
            </a:pPr>
            <a:r>
              <a:rPr lang="en-US" sz="1800" dirty="0"/>
              <a:t>Order (</a:t>
            </a:r>
            <a:r>
              <a:rPr lang="en-US" sz="1800" dirty="0" err="1"/>
              <a:t>CustomerID</a:t>
            </a:r>
            <a:r>
              <a:rPr lang="en-US" sz="1800" dirty="0"/>
              <a:t>, </a:t>
            </a:r>
            <a:r>
              <a:rPr lang="en-US" sz="1800" dirty="0" err="1"/>
              <a:t>ProductCode</a:t>
            </a:r>
            <a:r>
              <a:rPr lang="en-US" sz="1800" dirty="0"/>
              <a:t>, Accessories, </a:t>
            </a:r>
            <a:r>
              <a:rPr lang="en-US" sz="1800" dirty="0" err="1"/>
              <a:t>TotalPrice</a:t>
            </a:r>
            <a:r>
              <a:rPr lang="en-US" sz="1800" dirty="0"/>
              <a:t>)</a:t>
            </a:r>
          </a:p>
          <a:p>
            <a:pPr marL="892175" indent="-342900" algn="just">
              <a:lnSpc>
                <a:spcPct val="114000"/>
              </a:lnSpc>
              <a:buSzPct val="100000"/>
              <a:buFont typeface="+mj-lt"/>
              <a:buAutoNum type="alphaLcParenR"/>
            </a:pPr>
            <a:r>
              <a:rPr lang="en-US" sz="1800" dirty="0"/>
              <a:t>Draw the entity relationship diagrams between these entities.</a:t>
            </a:r>
          </a:p>
          <a:p>
            <a:pPr marL="892175" indent="-342900" algn="just">
              <a:lnSpc>
                <a:spcPct val="114000"/>
              </a:lnSpc>
              <a:buSzPct val="100000"/>
              <a:buFont typeface="+mj-lt"/>
              <a:buAutoNum type="alphaLcParenR"/>
            </a:pPr>
            <a:r>
              <a:rPr lang="en-US" sz="1800" dirty="0"/>
              <a:t>What is the primary key for the Order table? </a:t>
            </a:r>
          </a:p>
          <a:p>
            <a:pPr marL="892175" indent="-342900" algn="just">
              <a:lnSpc>
                <a:spcPct val="114000"/>
              </a:lnSpc>
              <a:buSzPct val="100000"/>
              <a:buFont typeface="+mj-lt"/>
              <a:buAutoNum type="alphaLcParenR"/>
            </a:pPr>
            <a:r>
              <a:rPr lang="en-US" sz="1800" dirty="0"/>
              <a:t>What is referential integrity? In this database, how is referential integrity maintained?</a:t>
            </a:r>
          </a:p>
          <a:p>
            <a:pPr marL="342900" indent="-342900" algn="just">
              <a:lnSpc>
                <a:spcPct val="114000"/>
              </a:lnSpc>
              <a:buSzPct val="100000"/>
              <a:buFont typeface="+mj-lt"/>
              <a:buAutoNum type="arabicPeriod" startAt="6"/>
            </a:pPr>
            <a:endParaRPr lang="en-US" sz="1800" dirty="0"/>
          </a:p>
        </p:txBody>
      </p:sp>
      <p:sp>
        <p:nvSpPr>
          <p:cNvPr id="101" name="Google Shape;101;p15"/>
          <p:cNvSpPr txBox="1">
            <a:spLocks noGrp="1"/>
          </p:cNvSpPr>
          <p:nvPr>
            <p:ph type="sldNum" idx="4294967295"/>
          </p:nvPr>
        </p:nvSpPr>
        <p:spPr>
          <a:xfrm>
            <a:off x="8337124" y="270078"/>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44</a:t>
            </a:fld>
            <a:endParaRPr/>
          </a:p>
        </p:txBody>
      </p:sp>
      <p:grpSp>
        <p:nvGrpSpPr>
          <p:cNvPr id="9" name="Google Shape;361;p29"/>
          <p:cNvGrpSpPr/>
          <p:nvPr/>
        </p:nvGrpSpPr>
        <p:grpSpPr>
          <a:xfrm>
            <a:off x="7587193" y="563172"/>
            <a:ext cx="604616" cy="604616"/>
            <a:chOff x="1922075" y="1629000"/>
            <a:chExt cx="437200" cy="437200"/>
          </a:xfrm>
        </p:grpSpPr>
        <p:sp>
          <p:nvSpPr>
            <p:cNvPr id="10" name="Google Shape;362;p29"/>
            <p:cNvSpPr/>
            <p:nvPr/>
          </p:nvSpPr>
          <p:spPr>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63;p29"/>
            <p:cNvSpPr/>
            <p:nvPr/>
          </p:nvSpPr>
          <p:spPr>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009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619496064"/>
      </p:ext>
    </p:extLst>
  </p:cSld>
  <p:clrMapOvr>
    <a:masterClrMapping/>
  </p:clrMapOvr>
</p:sld>
</file>

<file path=ppt/theme/theme1.xml><?xml version="1.0" encoding="utf-8"?>
<a:theme xmlns:a="http://schemas.openxmlformats.org/drawingml/2006/main" name="Jacquenetta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D59C47FF1BBBD41944C27E755792B60" ma:contentTypeVersion="13" ma:contentTypeDescription="Create a new document." ma:contentTypeScope="" ma:versionID="10712fcb74858acd939241f8f14c3c2a">
  <xsd:schema xmlns:xsd="http://www.w3.org/2001/XMLSchema" xmlns:xs="http://www.w3.org/2001/XMLSchema" xmlns:p="http://schemas.microsoft.com/office/2006/metadata/properties" xmlns:ns1="http://schemas.microsoft.com/sharepoint/v3" xmlns:ns2="2a24f1cd-5e3a-428d-a962-0c0266cdec1f" xmlns:ns3="2522d011-583a-4cec-893b-a3e4ebe7a880" targetNamespace="http://schemas.microsoft.com/office/2006/metadata/properties" ma:root="true" ma:fieldsID="762bbfe59eafa4ea92fb4b763fa075a5" ns1:_="" ns2:_="" ns3:_="">
    <xsd:import namespace="http://schemas.microsoft.com/sharepoint/v3"/>
    <xsd:import namespace="2a24f1cd-5e3a-428d-a962-0c0266cdec1f"/>
    <xsd:import namespace="2522d011-583a-4cec-893b-a3e4ebe7a88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a24f1cd-5e3a-428d-a962-0c0266cdec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712559f9-f71b-4af0-bfaa-ab2f6ccdd4a9"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522d011-583a-4cec-893b-a3e4ebe7a880"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28a40212-ea4a-4620-9c44-1250f1e428a8}" ma:internalName="TaxCatchAll" ma:showField="CatchAllData" ma:web="2522d011-583a-4cec-893b-a3e4ebe7a88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2a24f1cd-5e3a-428d-a962-0c0266cdec1f">
      <Terms xmlns="http://schemas.microsoft.com/office/infopath/2007/PartnerControls"/>
    </lcf76f155ced4ddcb4097134ff3c332f>
    <_ip_UnifiedCompliancePolicyProperties xmlns="http://schemas.microsoft.com/sharepoint/v3" xsi:nil="true"/>
    <TaxCatchAll xmlns="2522d011-583a-4cec-893b-a3e4ebe7a880" xsi:nil="true"/>
  </documentManagement>
</p:properties>
</file>

<file path=customXml/itemProps1.xml><?xml version="1.0" encoding="utf-8"?>
<ds:datastoreItem xmlns:ds="http://schemas.openxmlformats.org/officeDocument/2006/customXml" ds:itemID="{F7AF574C-B318-46B7-80EC-43FCBC6379FC}"/>
</file>

<file path=customXml/itemProps2.xml><?xml version="1.0" encoding="utf-8"?>
<ds:datastoreItem xmlns:ds="http://schemas.openxmlformats.org/officeDocument/2006/customXml" ds:itemID="{C5C0B9A8-267E-4C04-B4D1-0847E6C22415}"/>
</file>

<file path=customXml/itemProps3.xml><?xml version="1.0" encoding="utf-8"?>
<ds:datastoreItem xmlns:ds="http://schemas.openxmlformats.org/officeDocument/2006/customXml" ds:itemID="{10986048-AC4D-4E26-9BD2-FEF6F923B658}"/>
</file>

<file path=docProps/app.xml><?xml version="1.0" encoding="utf-8"?>
<Properties xmlns="http://schemas.openxmlformats.org/officeDocument/2006/extended-properties" xmlns:vt="http://schemas.openxmlformats.org/officeDocument/2006/docPropsVTypes">
  <TotalTime>0</TotalTime>
  <Words>2207</Words>
  <Application>Microsoft Office PowerPoint</Application>
  <PresentationFormat>On-screen Show (16:9)</PresentationFormat>
  <Paragraphs>354</Paragraphs>
  <Slides>44</Slides>
  <Notes>44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Open Sans</vt:lpstr>
      <vt:lpstr>Wingdings</vt:lpstr>
      <vt:lpstr>Work Sans</vt:lpstr>
      <vt:lpstr>Jacquenetta template</vt:lpstr>
      <vt:lpstr>Introduction to databases</vt:lpstr>
      <vt:lpstr>Lesson Objectives</vt:lpstr>
      <vt:lpstr>Content</vt:lpstr>
      <vt:lpstr>What is a database?</vt:lpstr>
      <vt:lpstr>Advantages of using database</vt:lpstr>
      <vt:lpstr>PowerPoint Presentation</vt:lpstr>
      <vt:lpstr>Flat File Database (the simplest)</vt:lpstr>
      <vt:lpstr>Structure of a table: Example</vt:lpstr>
      <vt:lpstr>Flat File Database (the simplest)</vt:lpstr>
      <vt:lpstr>Database Data Types</vt:lpstr>
      <vt:lpstr>Creating a database (flat file)</vt:lpstr>
      <vt:lpstr>Appending records to the CSV file</vt:lpstr>
      <vt:lpstr>Read and Display records from the CSV file</vt:lpstr>
      <vt:lpstr>Structured vs. unstructured data</vt:lpstr>
      <vt:lpstr>PowerPoint Presentation</vt:lpstr>
      <vt:lpstr>Issues with single table of data</vt:lpstr>
      <vt:lpstr>Issues with single table of data</vt:lpstr>
      <vt:lpstr>What is a relational database?</vt:lpstr>
      <vt:lpstr>Use or two or more related tables  - Relational Database</vt:lpstr>
      <vt:lpstr>Primary key</vt:lpstr>
      <vt:lpstr>Use or two or more related tables  - Relational Database</vt:lpstr>
      <vt:lpstr> Relational Database – The Foreign Key</vt:lpstr>
      <vt:lpstr>Relational databases vs. Flat file databases</vt:lpstr>
      <vt:lpstr>Advantages of using a relational database</vt:lpstr>
      <vt:lpstr>Characteristics of relational database</vt:lpstr>
      <vt:lpstr>Characteristics of relational database</vt:lpstr>
      <vt:lpstr>Characteristics of relational database: Example</vt:lpstr>
      <vt:lpstr>Characteristics of relational database: Example</vt:lpstr>
      <vt:lpstr>PowerPoint Presentation</vt:lpstr>
      <vt:lpstr>PowerPoint Presentation</vt:lpstr>
      <vt:lpstr>PowerPoint Presentation</vt:lpstr>
      <vt:lpstr>Referential integrity</vt:lpstr>
      <vt:lpstr>Relationship between entities (tables)</vt:lpstr>
      <vt:lpstr>Relationship between entities: One to one</vt:lpstr>
      <vt:lpstr>Relationship between entities: One to many</vt:lpstr>
      <vt:lpstr>Relationship between entities: Many to many</vt:lpstr>
      <vt:lpstr>Let’s review some concepts</vt:lpstr>
      <vt:lpstr>Activity</vt:lpstr>
      <vt:lpstr>Activity-1 Duration: 20 minutes</vt:lpstr>
      <vt:lpstr>Activity-1 Duration: 20 minutes</vt:lpstr>
      <vt:lpstr>End of topic questions</vt:lpstr>
      <vt:lpstr>End of topic questions</vt:lpstr>
      <vt:lpstr>End of topic questions</vt:lpstr>
      <vt:lpstr>End of topic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computers</dc:title>
  <dc:creator>Pster</dc:creator>
  <cp:lastModifiedBy>Pauline Smyth</cp:lastModifiedBy>
  <cp:revision>161</cp:revision>
  <dcterms:modified xsi:type="dcterms:W3CDTF">2023-04-19T15:41:45Z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0x0101008D59C47FF1BBBD41944C27E755792B60</vt:lpwstr>
  </property>
</Properties>
</file>